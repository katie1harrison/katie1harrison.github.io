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962" r:id="rId2"/>
  </p:sldMasterIdLst>
  <p:notesMasterIdLst>
    <p:notesMasterId r:id="rId18"/>
  </p:notesMasterIdLst>
  <p:sldIdLst>
    <p:sldId id="256" r:id="rId3"/>
    <p:sldId id="257" r:id="rId4"/>
    <p:sldId id="2147482210" r:id="rId5"/>
    <p:sldId id="263" r:id="rId6"/>
    <p:sldId id="2147482212" r:id="rId7"/>
    <p:sldId id="259" r:id="rId8"/>
    <p:sldId id="2147482214" r:id="rId9"/>
    <p:sldId id="261" r:id="rId10"/>
    <p:sldId id="2147482215" r:id="rId11"/>
    <p:sldId id="262" r:id="rId12"/>
    <p:sldId id="2147482205" r:id="rId13"/>
    <p:sldId id="2147482213" r:id="rId14"/>
    <p:sldId id="2147482206" r:id="rId15"/>
    <p:sldId id="2147482207" r:id="rId16"/>
    <p:sldId id="2147482211"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F8C3813-635E-D8DE-A301-A79460A393C9}" v="390" dt="2025-07-09T01:56:21.347"/>
    <p1510:client id="{478E63A6-DDC6-0DB2-3019-EAEFDD9B6715}" v="370" dt="2025-07-09T11:57:08.559"/>
    <p1510:client id="{6C95DCE1-2D57-072F-4D7B-80C7C24ED14B}" v="907" dt="2025-07-09T03:17:58.693"/>
    <p1510:client id="{7B366921-A34B-A010-393C-DF94A6BD2752}" v="14" dt="2025-07-09T13:26:40.192"/>
    <p1510:client id="{8AB37990-1B3A-4A9A-DEEB-88A0BED0BE72}" v="801" dt="2025-07-09T16:41:57.512"/>
    <p1510:client id="{B52CCF87-2303-3342-56E1-CD64C54C11A5}" v="56" dt="2025-07-09T02:03:11.383"/>
    <p1510:client id="{BEA35F65-FA1D-C4BE-7EEA-944D2D28E948}" v="930" dt="2025-07-09T14:27:58.996"/>
    <p1510:client id="{E992725B-B109-001D-9EAE-9DBF8D3689DA}" v="229" dt="2025-07-09T14:46:57.12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969" autoAdjust="0"/>
    <p:restoredTop sz="81484"/>
  </p:normalViewPr>
  <p:slideViewPr>
    <p:cSldViewPr snapToGrid="0">
      <p:cViewPr varScale="1">
        <p:scale>
          <a:sx n="109" d="100"/>
          <a:sy n="109" d="100"/>
        </p:scale>
        <p:origin x="848"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notesMaster" Target="notesMasters/notesMaster1.xml"/><Relationship Id="rId3" Type="http://schemas.openxmlformats.org/officeDocument/2006/relationships/slide" Target="slides/slide1.xml"/><Relationship Id="rId21"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microsoft.com/office/2015/10/relationships/revisionInfo" Target="revisionInfo.xml"/><Relationship Id="rId5" Type="http://schemas.openxmlformats.org/officeDocument/2006/relationships/slide" Target="slides/slide3.xml"/><Relationship Id="rId15" Type="http://schemas.openxmlformats.org/officeDocument/2006/relationships/slide" Target="slides/slide13.xml"/><Relationship Id="rId23" Type="http://schemas.microsoft.com/office/2016/11/relationships/changesInfo" Target="changesInfos/changesInfo1.xml"/><Relationship Id="rId10" Type="http://schemas.openxmlformats.org/officeDocument/2006/relationships/slide" Target="slides/slide8.xml"/><Relationship Id="rId19"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ytlin Faith Harrison" userId="S::omt3255@ads.northwestern.edu::3c157b3a-e72e-433b-bed5-e3ff3c40f3ed" providerId="AD" clId="Web-{7B366921-A34B-A010-393C-DF94A6BD2752}"/>
    <pc:docChg chg="modSld">
      <pc:chgData name="Kaytlin Faith Harrison" userId="S::omt3255@ads.northwestern.edu::3c157b3a-e72e-433b-bed5-e3ff3c40f3ed" providerId="AD" clId="Web-{7B366921-A34B-A010-393C-DF94A6BD2752}" dt="2025-07-09T13:26:40.192" v="12"/>
      <pc:docMkLst>
        <pc:docMk/>
      </pc:docMkLst>
      <pc:sldChg chg="delSp">
        <pc:chgData name="Kaytlin Faith Harrison" userId="S::omt3255@ads.northwestern.edu::3c157b3a-e72e-433b-bed5-e3ff3c40f3ed" providerId="AD" clId="Web-{7B366921-A34B-A010-393C-DF94A6BD2752}" dt="2025-07-09T13:21:58.275" v="0"/>
        <pc:sldMkLst>
          <pc:docMk/>
          <pc:sldMk cId="917543501" sldId="261"/>
        </pc:sldMkLst>
        <pc:spChg chg="del">
          <ac:chgData name="Kaytlin Faith Harrison" userId="S::omt3255@ads.northwestern.edu::3c157b3a-e72e-433b-bed5-e3ff3c40f3ed" providerId="AD" clId="Web-{7B366921-A34B-A010-393C-DF94A6BD2752}" dt="2025-07-09T13:21:58.275" v="0"/>
          <ac:spMkLst>
            <pc:docMk/>
            <pc:sldMk cId="917543501" sldId="261"/>
            <ac:spMk id="129" creationId="{ED734C2B-2D76-D1F1-1FFF-157A3431957C}"/>
          </ac:spMkLst>
        </pc:spChg>
      </pc:sldChg>
      <pc:sldChg chg="addSp delSp modSp">
        <pc:chgData name="Kaytlin Faith Harrison" userId="S::omt3255@ads.northwestern.edu::3c157b3a-e72e-433b-bed5-e3ff3c40f3ed" providerId="AD" clId="Web-{7B366921-A34B-A010-393C-DF94A6BD2752}" dt="2025-07-09T13:26:40.192" v="12"/>
        <pc:sldMkLst>
          <pc:docMk/>
          <pc:sldMk cId="873890625" sldId="262"/>
        </pc:sldMkLst>
        <pc:spChg chg="del">
          <ac:chgData name="Kaytlin Faith Harrison" userId="S::omt3255@ads.northwestern.edu::3c157b3a-e72e-433b-bed5-e3ff3c40f3ed" providerId="AD" clId="Web-{7B366921-A34B-A010-393C-DF94A6BD2752}" dt="2025-07-09T13:25:50.690" v="1"/>
          <ac:spMkLst>
            <pc:docMk/>
            <pc:sldMk cId="873890625" sldId="262"/>
            <ac:spMk id="3" creationId="{29B4301F-733B-0BA3-4101-A48DEAD31908}"/>
          </ac:spMkLst>
        </pc:spChg>
        <pc:spChg chg="add del">
          <ac:chgData name="Kaytlin Faith Harrison" userId="S::omt3255@ads.northwestern.edu::3c157b3a-e72e-433b-bed5-e3ff3c40f3ed" providerId="AD" clId="Web-{7B366921-A34B-A010-393C-DF94A6BD2752}" dt="2025-07-09T13:25:59.894" v="3"/>
          <ac:spMkLst>
            <pc:docMk/>
            <pc:sldMk cId="873890625" sldId="262"/>
            <ac:spMk id="4" creationId="{32AC6B16-4B89-FEDF-DF7E-A757569233AF}"/>
          </ac:spMkLst>
        </pc:spChg>
        <pc:picChg chg="add mod ord modCrop">
          <ac:chgData name="Kaytlin Faith Harrison" userId="S::omt3255@ads.northwestern.edu::3c157b3a-e72e-433b-bed5-e3ff3c40f3ed" providerId="AD" clId="Web-{7B366921-A34B-A010-393C-DF94A6BD2752}" dt="2025-07-09T13:26:40.192" v="12"/>
          <ac:picMkLst>
            <pc:docMk/>
            <pc:sldMk cId="873890625" sldId="262"/>
            <ac:picMk id="5" creationId="{74556B17-F0EB-A9D7-8F88-505A4A9A8208}"/>
          </ac:picMkLst>
        </pc:picChg>
      </pc:sldChg>
    </pc:docChg>
  </pc:docChgLst>
  <pc:docChgLst>
    <pc:chgData name="Kaytlin Faith Harrison" userId="S::omt3255@ads.northwestern.edu::3c157b3a-e72e-433b-bed5-e3ff3c40f3ed" providerId="AD" clId="Web-{6C95DCE1-2D57-072F-4D7B-80C7C24ED14B}"/>
    <pc:docChg chg="addSld delSld modSld sldOrd">
      <pc:chgData name="Kaytlin Faith Harrison" userId="S::omt3255@ads.northwestern.edu::3c157b3a-e72e-433b-bed5-e3ff3c40f3ed" providerId="AD" clId="Web-{6C95DCE1-2D57-072F-4D7B-80C7C24ED14B}" dt="2025-07-09T03:17:58.693" v="1408"/>
      <pc:docMkLst>
        <pc:docMk/>
      </pc:docMkLst>
      <pc:sldChg chg="modNotes">
        <pc:chgData name="Kaytlin Faith Harrison" userId="S::omt3255@ads.northwestern.edu::3c157b3a-e72e-433b-bed5-e3ff3c40f3ed" providerId="AD" clId="Web-{6C95DCE1-2D57-072F-4D7B-80C7C24ED14B}" dt="2025-07-09T02:28:46.478" v="549"/>
        <pc:sldMkLst>
          <pc:docMk/>
          <pc:sldMk cId="109857222" sldId="256"/>
        </pc:sldMkLst>
      </pc:sldChg>
      <pc:sldChg chg="modSp ord modNotes">
        <pc:chgData name="Kaytlin Faith Harrison" userId="S::omt3255@ads.northwestern.edu::3c157b3a-e72e-433b-bed5-e3ff3c40f3ed" providerId="AD" clId="Web-{6C95DCE1-2D57-072F-4D7B-80C7C24ED14B}" dt="2025-07-09T02:20:17.927" v="282"/>
        <pc:sldMkLst>
          <pc:docMk/>
          <pc:sldMk cId="1507536464" sldId="257"/>
        </pc:sldMkLst>
        <pc:spChg chg="mod">
          <ac:chgData name="Kaytlin Faith Harrison" userId="S::omt3255@ads.northwestern.edu::3c157b3a-e72e-433b-bed5-e3ff3c40f3ed" providerId="AD" clId="Web-{6C95DCE1-2D57-072F-4D7B-80C7C24ED14B}" dt="2025-07-09T02:05:00.781" v="15" actId="20577"/>
          <ac:spMkLst>
            <pc:docMk/>
            <pc:sldMk cId="1507536464" sldId="257"/>
            <ac:spMk id="10" creationId="{57990DAD-973C-7447-1D03-53974A040555}"/>
          </ac:spMkLst>
        </pc:spChg>
        <pc:spChg chg="mod">
          <ac:chgData name="Kaytlin Faith Harrison" userId="S::omt3255@ads.northwestern.edu::3c157b3a-e72e-433b-bed5-e3ff3c40f3ed" providerId="AD" clId="Web-{6C95DCE1-2D57-072F-4D7B-80C7C24ED14B}" dt="2025-07-09T02:04:12.717" v="8" actId="1076"/>
          <ac:spMkLst>
            <pc:docMk/>
            <pc:sldMk cId="1507536464" sldId="257"/>
            <ac:spMk id="12" creationId="{FD159C6F-FD83-47BA-E41D-1DD638A88F26}"/>
          </ac:spMkLst>
        </pc:spChg>
        <pc:spChg chg="mod">
          <ac:chgData name="Kaytlin Faith Harrison" userId="S::omt3255@ads.northwestern.edu::3c157b3a-e72e-433b-bed5-e3ff3c40f3ed" providerId="AD" clId="Web-{6C95DCE1-2D57-072F-4D7B-80C7C24ED14B}" dt="2025-07-09T02:07:44.709" v="64" actId="20577"/>
          <ac:spMkLst>
            <pc:docMk/>
            <pc:sldMk cId="1507536464" sldId="257"/>
            <ac:spMk id="14" creationId="{9F6C15E7-EF56-FCB8-4000-E77924ACC28C}"/>
          </ac:spMkLst>
        </pc:spChg>
        <pc:picChg chg="mod">
          <ac:chgData name="Kaytlin Faith Harrison" userId="S::omt3255@ads.northwestern.edu::3c157b3a-e72e-433b-bed5-e3ff3c40f3ed" providerId="AD" clId="Web-{6C95DCE1-2D57-072F-4D7B-80C7C24ED14B}" dt="2025-07-09T02:07:32.287" v="63" actId="1076"/>
          <ac:picMkLst>
            <pc:docMk/>
            <pc:sldMk cId="1507536464" sldId="257"/>
            <ac:picMk id="2" creationId="{9889D6EE-F569-5F6C-71E6-A0411D1231EB}"/>
          </ac:picMkLst>
        </pc:picChg>
        <pc:picChg chg="mod">
          <ac:chgData name="Kaytlin Faith Harrison" userId="S::omt3255@ads.northwestern.edu::3c157b3a-e72e-433b-bed5-e3ff3c40f3ed" providerId="AD" clId="Web-{6C95DCE1-2D57-072F-4D7B-80C7C24ED14B}" dt="2025-07-09T02:03:40.840" v="0" actId="1076"/>
          <ac:picMkLst>
            <pc:docMk/>
            <pc:sldMk cId="1507536464" sldId="257"/>
            <ac:picMk id="8" creationId="{69E6AA8B-0D13-D8EE-D5E3-36638B7BE212}"/>
          </ac:picMkLst>
        </pc:picChg>
      </pc:sldChg>
      <pc:sldChg chg="addSp delSp modSp new mod modClrScheme chgLayout">
        <pc:chgData name="Kaytlin Faith Harrison" userId="S::omt3255@ads.northwestern.edu::3c157b3a-e72e-433b-bed5-e3ff3c40f3ed" providerId="AD" clId="Web-{6C95DCE1-2D57-072F-4D7B-80C7C24ED14B}" dt="2025-07-09T02:37:07.249" v="747" actId="20577"/>
        <pc:sldMkLst>
          <pc:docMk/>
          <pc:sldMk cId="156747793" sldId="258"/>
        </pc:sldMkLst>
        <pc:spChg chg="add del mod ord">
          <ac:chgData name="Kaytlin Faith Harrison" userId="S::omt3255@ads.northwestern.edu::3c157b3a-e72e-433b-bed5-e3ff3c40f3ed" providerId="AD" clId="Web-{6C95DCE1-2D57-072F-4D7B-80C7C24ED14B}" dt="2025-07-09T02:14:42.367" v="173"/>
          <ac:spMkLst>
            <pc:docMk/>
            <pc:sldMk cId="156747793" sldId="258"/>
            <ac:spMk id="2" creationId="{E8EBF8C3-4444-638A-2C57-6EEA548867D4}"/>
          </ac:spMkLst>
        </pc:spChg>
        <pc:spChg chg="add del mod ord">
          <ac:chgData name="Kaytlin Faith Harrison" userId="S::omt3255@ads.northwestern.edu::3c157b3a-e72e-433b-bed5-e3ff3c40f3ed" providerId="AD" clId="Web-{6C95DCE1-2D57-072F-4D7B-80C7C24ED14B}" dt="2025-07-09T02:14:42.367" v="173"/>
          <ac:spMkLst>
            <pc:docMk/>
            <pc:sldMk cId="156747793" sldId="258"/>
            <ac:spMk id="3" creationId="{D51F1F47-4109-AD96-6892-6AFFB0942366}"/>
          </ac:spMkLst>
        </pc:spChg>
        <pc:spChg chg="add del mod ord">
          <ac:chgData name="Kaytlin Faith Harrison" userId="S::omt3255@ads.northwestern.edu::3c157b3a-e72e-433b-bed5-e3ff3c40f3ed" providerId="AD" clId="Web-{6C95DCE1-2D57-072F-4D7B-80C7C24ED14B}" dt="2025-07-09T02:14:42.367" v="173"/>
          <ac:spMkLst>
            <pc:docMk/>
            <pc:sldMk cId="156747793" sldId="258"/>
            <ac:spMk id="4" creationId="{4B46ABD2-76F0-DD07-3A5F-92BA769242CD}"/>
          </ac:spMkLst>
        </pc:spChg>
        <pc:spChg chg="add del mod">
          <ac:chgData name="Kaytlin Faith Harrison" userId="S::omt3255@ads.northwestern.edu::3c157b3a-e72e-433b-bed5-e3ff3c40f3ed" providerId="AD" clId="Web-{6C95DCE1-2D57-072F-4D7B-80C7C24ED14B}" dt="2025-07-09T02:20:57.882" v="285"/>
          <ac:spMkLst>
            <pc:docMk/>
            <pc:sldMk cId="156747793" sldId="258"/>
            <ac:spMk id="2166" creationId="{AB0795DF-5993-2CBA-76EB-1317D43B3881}"/>
          </ac:spMkLst>
        </pc:spChg>
        <pc:spChg chg="add del mod">
          <ac:chgData name="Kaytlin Faith Harrison" userId="S::omt3255@ads.northwestern.edu::3c157b3a-e72e-433b-bed5-e3ff3c40f3ed" providerId="AD" clId="Web-{6C95DCE1-2D57-072F-4D7B-80C7C24ED14B}" dt="2025-07-09T02:22:11.400" v="303"/>
          <ac:spMkLst>
            <pc:docMk/>
            <pc:sldMk cId="156747793" sldId="258"/>
            <ac:spMk id="2167" creationId="{B9549CF7-531E-ABFF-4FFC-8D301FED95E1}"/>
          </ac:spMkLst>
        </pc:spChg>
        <pc:spChg chg="add mod">
          <ac:chgData name="Kaytlin Faith Harrison" userId="S::omt3255@ads.northwestern.edu::3c157b3a-e72e-433b-bed5-e3ff3c40f3ed" providerId="AD" clId="Web-{6C95DCE1-2D57-072F-4D7B-80C7C24ED14B}" dt="2025-07-09T02:37:07.249" v="747" actId="20577"/>
          <ac:spMkLst>
            <pc:docMk/>
            <pc:sldMk cId="156747793" sldId="258"/>
            <ac:spMk id="2168" creationId="{5E245BBB-61B8-26E6-69A3-3AD800D5D71B}"/>
          </ac:spMkLst>
        </pc:spChg>
        <pc:spChg chg="add del mod">
          <ac:chgData name="Kaytlin Faith Harrison" userId="S::omt3255@ads.northwestern.edu::3c157b3a-e72e-433b-bed5-e3ff3c40f3ed" providerId="AD" clId="Web-{6C95DCE1-2D57-072F-4D7B-80C7C24ED14B}" dt="2025-07-09T02:34:49.540" v="716"/>
          <ac:spMkLst>
            <pc:docMk/>
            <pc:sldMk cId="156747793" sldId="258"/>
            <ac:spMk id="2169" creationId="{F799B6D7-7C02-A388-484A-852B9603E9FC}"/>
          </ac:spMkLst>
        </pc:spChg>
        <pc:spChg chg="add del mod">
          <ac:chgData name="Kaytlin Faith Harrison" userId="S::omt3255@ads.northwestern.edu::3c157b3a-e72e-433b-bed5-e3ff3c40f3ed" providerId="AD" clId="Web-{6C95DCE1-2D57-072F-4D7B-80C7C24ED14B}" dt="2025-07-09T02:34:51.024" v="717"/>
          <ac:spMkLst>
            <pc:docMk/>
            <pc:sldMk cId="156747793" sldId="258"/>
            <ac:spMk id="2170" creationId="{F677A856-D9CA-CEAC-CC4A-71C01030B43A}"/>
          </ac:spMkLst>
        </pc:spChg>
        <pc:spChg chg="add del mod">
          <ac:chgData name="Kaytlin Faith Harrison" userId="S::omt3255@ads.northwestern.edu::3c157b3a-e72e-433b-bed5-e3ff3c40f3ed" providerId="AD" clId="Web-{6C95DCE1-2D57-072F-4D7B-80C7C24ED14B}" dt="2025-07-09T02:34:51.977" v="718"/>
          <ac:spMkLst>
            <pc:docMk/>
            <pc:sldMk cId="156747793" sldId="258"/>
            <ac:spMk id="2172" creationId="{3F6203A7-2DC2-F3A5-1A82-679CB7BF2F99}"/>
          </ac:spMkLst>
        </pc:spChg>
        <pc:spChg chg="add del mod">
          <ac:chgData name="Kaytlin Faith Harrison" userId="S::omt3255@ads.northwestern.edu::3c157b3a-e72e-433b-bed5-e3ff3c40f3ed" providerId="AD" clId="Web-{6C95DCE1-2D57-072F-4D7B-80C7C24ED14B}" dt="2025-07-09T02:34:54.602" v="719"/>
          <ac:spMkLst>
            <pc:docMk/>
            <pc:sldMk cId="156747793" sldId="258"/>
            <ac:spMk id="2174" creationId="{BE701974-A5C4-E78F-081E-E2A772E87A62}"/>
          </ac:spMkLst>
        </pc:spChg>
        <pc:graphicFrameChg chg="add del mod modGraphic">
          <ac:chgData name="Kaytlin Faith Harrison" userId="S::omt3255@ads.northwestern.edu::3c157b3a-e72e-433b-bed5-e3ff3c40f3ed" providerId="AD" clId="Web-{6C95DCE1-2D57-072F-4D7B-80C7C24ED14B}" dt="2025-07-09T02:20:02.786" v="279"/>
          <ac:graphicFrameMkLst>
            <pc:docMk/>
            <pc:sldMk cId="156747793" sldId="258"/>
            <ac:graphicFrameMk id="5" creationId="{B32041D8-D2B6-E7C4-26A5-4FC90F5E9372}"/>
          </ac:graphicFrameMkLst>
        </pc:graphicFrameChg>
        <pc:graphicFrameChg chg="add del mod modGraphic">
          <ac:chgData name="Kaytlin Faith Harrison" userId="S::omt3255@ads.northwestern.edu::3c157b3a-e72e-433b-bed5-e3ff3c40f3ed" providerId="AD" clId="Web-{6C95DCE1-2D57-072F-4D7B-80C7C24ED14B}" dt="2025-07-09T02:20:04.301" v="280"/>
          <ac:graphicFrameMkLst>
            <pc:docMk/>
            <pc:sldMk cId="156747793" sldId="258"/>
            <ac:graphicFrameMk id="2094" creationId="{2A4D6329-B505-3739-BEBE-405ECB0DF4BA}"/>
          </ac:graphicFrameMkLst>
        </pc:graphicFrameChg>
        <pc:graphicFrameChg chg="add del mod modGraphic">
          <ac:chgData name="Kaytlin Faith Harrison" userId="S::omt3255@ads.northwestern.edu::3c157b3a-e72e-433b-bed5-e3ff3c40f3ed" providerId="AD" clId="Web-{6C95DCE1-2D57-072F-4D7B-80C7C24ED14B}" dt="2025-07-09T02:22:09.228" v="302"/>
          <ac:graphicFrameMkLst>
            <pc:docMk/>
            <pc:sldMk cId="156747793" sldId="258"/>
            <ac:graphicFrameMk id="2123" creationId="{E2C7B343-9D40-AE57-8B9A-432BFA8FCAE4}"/>
          </ac:graphicFrameMkLst>
        </pc:graphicFrameChg>
      </pc:sldChg>
      <pc:sldChg chg="addSp delSp modSp add replId">
        <pc:chgData name="Kaytlin Faith Harrison" userId="S::omt3255@ads.northwestern.edu::3c157b3a-e72e-433b-bed5-e3ff3c40f3ed" providerId="AD" clId="Web-{6C95DCE1-2D57-072F-4D7B-80C7C24ED14B}" dt="2025-07-09T03:17:58.693" v="1408"/>
        <pc:sldMkLst>
          <pc:docMk/>
          <pc:sldMk cId="444951922" sldId="259"/>
        </pc:sldMkLst>
        <pc:spChg chg="mod">
          <ac:chgData name="Kaytlin Faith Harrison" userId="S::omt3255@ads.northwestern.edu::3c157b3a-e72e-433b-bed5-e3ff3c40f3ed" providerId="AD" clId="Web-{6C95DCE1-2D57-072F-4D7B-80C7C24ED14B}" dt="2025-07-09T02:35:57.231" v="726" actId="20577"/>
          <ac:spMkLst>
            <pc:docMk/>
            <pc:sldMk cId="444951922" sldId="259"/>
            <ac:spMk id="2" creationId="{10FA37C9-C3E7-6D84-BB4A-2444F1601E5C}"/>
          </ac:spMkLst>
        </pc:spChg>
        <pc:spChg chg="del mod">
          <ac:chgData name="Kaytlin Faith Harrison" userId="S::omt3255@ads.northwestern.edu::3c157b3a-e72e-433b-bed5-e3ff3c40f3ed" providerId="AD" clId="Web-{6C95DCE1-2D57-072F-4D7B-80C7C24ED14B}" dt="2025-07-09T03:00:36.589" v="1139"/>
          <ac:spMkLst>
            <pc:docMk/>
            <pc:sldMk cId="444951922" sldId="259"/>
            <ac:spMk id="3" creationId="{8FE44069-F0D0-B660-EE1F-97C3454AA813}"/>
          </ac:spMkLst>
        </pc:spChg>
        <pc:spChg chg="del mod">
          <ac:chgData name="Kaytlin Faith Harrison" userId="S::omt3255@ads.northwestern.edu::3c157b3a-e72e-433b-bed5-e3ff3c40f3ed" providerId="AD" clId="Web-{6C95DCE1-2D57-072F-4D7B-80C7C24ED14B}" dt="2025-07-09T02:59:50.728" v="1134"/>
          <ac:spMkLst>
            <pc:docMk/>
            <pc:sldMk cId="444951922" sldId="259"/>
            <ac:spMk id="4" creationId="{2158654F-7E8A-2E8F-D1CD-6E6EDA4D367D}"/>
          </ac:spMkLst>
        </pc:spChg>
        <pc:spChg chg="add del mod">
          <ac:chgData name="Kaytlin Faith Harrison" userId="S::omt3255@ads.northwestern.edu::3c157b3a-e72e-433b-bed5-e3ff3c40f3ed" providerId="AD" clId="Web-{6C95DCE1-2D57-072F-4D7B-80C7C24ED14B}" dt="2025-07-09T03:00:49.277" v="1144"/>
          <ac:spMkLst>
            <pc:docMk/>
            <pc:sldMk cId="444951922" sldId="259"/>
            <ac:spMk id="47" creationId="{5E8C0C2C-3860-7545-4934-37F2DA05040D}"/>
          </ac:spMkLst>
        </pc:spChg>
        <pc:graphicFrameChg chg="add mod modGraphic">
          <ac:chgData name="Kaytlin Faith Harrison" userId="S::omt3255@ads.northwestern.edu::3c157b3a-e72e-433b-bed5-e3ff3c40f3ed" providerId="AD" clId="Web-{6C95DCE1-2D57-072F-4D7B-80C7C24ED14B}" dt="2025-07-09T03:17:58.693" v="1408"/>
          <ac:graphicFrameMkLst>
            <pc:docMk/>
            <pc:sldMk cId="444951922" sldId="259"/>
            <ac:graphicFrameMk id="6" creationId="{382EC616-FEA3-F678-CC32-7F638D94E665}"/>
          </ac:graphicFrameMkLst>
        </pc:graphicFrameChg>
        <pc:graphicFrameChg chg="add del mod modGraphic">
          <ac:chgData name="Kaytlin Faith Harrison" userId="S::omt3255@ads.northwestern.edu::3c157b3a-e72e-433b-bed5-e3ff3c40f3ed" providerId="AD" clId="Web-{6C95DCE1-2D57-072F-4D7B-80C7C24ED14B}" dt="2025-07-09T03:16:39.065" v="1399"/>
          <ac:graphicFrameMkLst>
            <pc:docMk/>
            <pc:sldMk cId="444951922" sldId="259"/>
            <ac:graphicFrameMk id="230" creationId="{DF5E30B2-77E4-0CCB-A454-7CC5319133D3}"/>
          </ac:graphicFrameMkLst>
        </pc:graphicFrameChg>
        <pc:graphicFrameChg chg="add mod">
          <ac:chgData name="Kaytlin Faith Harrison" userId="S::omt3255@ads.northwestern.edu::3c157b3a-e72e-433b-bed5-e3ff3c40f3ed" providerId="AD" clId="Web-{6C95DCE1-2D57-072F-4D7B-80C7C24ED14B}" dt="2025-07-09T03:17:48.193" v="1407" actId="1076"/>
          <ac:graphicFrameMkLst>
            <pc:docMk/>
            <pc:sldMk cId="444951922" sldId="259"/>
            <ac:graphicFrameMk id="346" creationId="{42B4C6D2-C382-29C3-8FA2-9D9D0DD2BDA6}"/>
          </ac:graphicFrameMkLst>
        </pc:graphicFrameChg>
      </pc:sldChg>
      <pc:sldChg chg="addSp delSp modSp add replId modNotes">
        <pc:chgData name="Kaytlin Faith Harrison" userId="S::omt3255@ads.northwestern.edu::3c157b3a-e72e-433b-bed5-e3ff3c40f3ed" providerId="AD" clId="Web-{6C95DCE1-2D57-072F-4D7B-80C7C24ED14B}" dt="2025-07-09T02:44:50.455" v="949" actId="20577"/>
        <pc:sldMkLst>
          <pc:docMk/>
          <pc:sldMk cId="4278419913" sldId="260"/>
        </pc:sldMkLst>
        <pc:spChg chg="mod">
          <ac:chgData name="Kaytlin Faith Harrison" userId="S::omt3255@ads.northwestern.edu::3c157b3a-e72e-433b-bed5-e3ff3c40f3ed" providerId="AD" clId="Web-{6C95DCE1-2D57-072F-4D7B-80C7C24ED14B}" dt="2025-07-09T02:09:57.340" v="110" actId="20577"/>
          <ac:spMkLst>
            <pc:docMk/>
            <pc:sldMk cId="4278419913" sldId="260"/>
            <ac:spMk id="2" creationId="{CF5F1A4E-C390-9D3D-BC3B-5E982F37B386}"/>
          </ac:spMkLst>
        </pc:spChg>
        <pc:spChg chg="add del mod">
          <ac:chgData name="Kaytlin Faith Harrison" userId="S::omt3255@ads.northwestern.edu::3c157b3a-e72e-433b-bed5-e3ff3c40f3ed" providerId="AD" clId="Web-{6C95DCE1-2D57-072F-4D7B-80C7C24ED14B}" dt="2025-07-09T02:44:50.205" v="948" actId="20577"/>
          <ac:spMkLst>
            <pc:docMk/>
            <pc:sldMk cId="4278419913" sldId="260"/>
            <ac:spMk id="3" creationId="{ABB4E389-BC3C-A99C-DA19-5FE5205CD0A5}"/>
          </ac:spMkLst>
        </pc:spChg>
        <pc:spChg chg="add del mod">
          <ac:chgData name="Kaytlin Faith Harrison" userId="S::omt3255@ads.northwestern.edu::3c157b3a-e72e-433b-bed5-e3ff3c40f3ed" providerId="AD" clId="Web-{6C95DCE1-2D57-072F-4D7B-80C7C24ED14B}" dt="2025-07-09T02:44:50.455" v="949" actId="20577"/>
          <ac:spMkLst>
            <pc:docMk/>
            <pc:sldMk cId="4278419913" sldId="260"/>
            <ac:spMk id="4" creationId="{0CE93B31-EF12-B756-41B3-C63558EDC79D}"/>
          </ac:spMkLst>
        </pc:spChg>
        <pc:graphicFrameChg chg="add del modGraphic">
          <ac:chgData name="Kaytlin Faith Harrison" userId="S::omt3255@ads.northwestern.edu::3c157b3a-e72e-433b-bed5-e3ff3c40f3ed" providerId="AD" clId="Web-{6C95DCE1-2D57-072F-4D7B-80C7C24ED14B}" dt="2025-07-09T02:44:49.658" v="946"/>
          <ac:graphicFrameMkLst>
            <pc:docMk/>
            <pc:sldMk cId="4278419913" sldId="260"/>
            <ac:graphicFrameMk id="6" creationId="{83F7CB5E-051B-55A2-C7F7-55D79A14A3BF}"/>
          </ac:graphicFrameMkLst>
        </pc:graphicFrameChg>
      </pc:sldChg>
      <pc:sldChg chg="modSp add replId">
        <pc:chgData name="Kaytlin Faith Harrison" userId="S::omt3255@ads.northwestern.edu::3c157b3a-e72e-433b-bed5-e3ff3c40f3ed" providerId="AD" clId="Web-{6C95DCE1-2D57-072F-4D7B-80C7C24ED14B}" dt="2025-07-09T02:36:11.825" v="734" actId="20577"/>
        <pc:sldMkLst>
          <pc:docMk/>
          <pc:sldMk cId="917543501" sldId="261"/>
        </pc:sldMkLst>
        <pc:spChg chg="mod">
          <ac:chgData name="Kaytlin Faith Harrison" userId="S::omt3255@ads.northwestern.edu::3c157b3a-e72e-433b-bed5-e3ff3c40f3ed" providerId="AD" clId="Web-{6C95DCE1-2D57-072F-4D7B-80C7C24ED14B}" dt="2025-07-09T02:36:11.825" v="734" actId="20577"/>
          <ac:spMkLst>
            <pc:docMk/>
            <pc:sldMk cId="917543501" sldId="261"/>
            <ac:spMk id="2" creationId="{87F21CA7-1505-7210-A50A-3B53283B28A5}"/>
          </ac:spMkLst>
        </pc:spChg>
      </pc:sldChg>
      <pc:sldChg chg="modSp add replId">
        <pc:chgData name="Kaytlin Faith Harrison" userId="S::omt3255@ads.northwestern.edu::3c157b3a-e72e-433b-bed5-e3ff3c40f3ed" providerId="AD" clId="Web-{6C95DCE1-2D57-072F-4D7B-80C7C24ED14B}" dt="2025-07-09T02:36:52.655" v="746" actId="20577"/>
        <pc:sldMkLst>
          <pc:docMk/>
          <pc:sldMk cId="873890625" sldId="262"/>
        </pc:sldMkLst>
        <pc:spChg chg="mod">
          <ac:chgData name="Kaytlin Faith Harrison" userId="S::omt3255@ads.northwestern.edu::3c157b3a-e72e-433b-bed5-e3ff3c40f3ed" providerId="AD" clId="Web-{6C95DCE1-2D57-072F-4D7B-80C7C24ED14B}" dt="2025-07-09T02:36:52.655" v="746" actId="20577"/>
          <ac:spMkLst>
            <pc:docMk/>
            <pc:sldMk cId="873890625" sldId="262"/>
            <ac:spMk id="2" creationId="{9A7291F9-46B9-2491-112C-1696FAE3DD8F}"/>
          </ac:spMkLst>
        </pc:spChg>
      </pc:sldChg>
      <pc:sldChg chg="addSp delSp modSp add mod replId setBg modNotes">
        <pc:chgData name="Kaytlin Faith Harrison" userId="S::omt3255@ads.northwestern.edu::3c157b3a-e72e-433b-bed5-e3ff3c40f3ed" providerId="AD" clId="Web-{6C95DCE1-2D57-072F-4D7B-80C7C24ED14B}" dt="2025-07-09T03:03:35.878" v="1162" actId="20577"/>
        <pc:sldMkLst>
          <pc:docMk/>
          <pc:sldMk cId="803116407" sldId="263"/>
        </pc:sldMkLst>
        <pc:spChg chg="mod">
          <ac:chgData name="Kaytlin Faith Harrison" userId="S::omt3255@ads.northwestern.edu::3c157b3a-e72e-433b-bed5-e3ff3c40f3ed" providerId="AD" clId="Web-{6C95DCE1-2D57-072F-4D7B-80C7C24ED14B}" dt="2025-07-09T03:03:04.486" v="1160" actId="1076"/>
          <ac:spMkLst>
            <pc:docMk/>
            <pc:sldMk cId="803116407" sldId="263"/>
            <ac:spMk id="2" creationId="{36F21790-E13D-9162-D9A3-311F9B348890}"/>
          </ac:spMkLst>
        </pc:spChg>
        <pc:spChg chg="del mod">
          <ac:chgData name="Kaytlin Faith Harrison" userId="S::omt3255@ads.northwestern.edu::3c157b3a-e72e-433b-bed5-e3ff3c40f3ed" providerId="AD" clId="Web-{6C95DCE1-2D57-072F-4D7B-80C7C24ED14B}" dt="2025-07-09T02:45:11.318" v="956"/>
          <ac:spMkLst>
            <pc:docMk/>
            <pc:sldMk cId="803116407" sldId="263"/>
            <ac:spMk id="3" creationId="{44C95A09-A0B9-E3D2-009A-87B7A2B650D3}"/>
          </ac:spMkLst>
        </pc:spChg>
        <pc:spChg chg="del mod">
          <ac:chgData name="Kaytlin Faith Harrison" userId="S::omt3255@ads.northwestern.edu::3c157b3a-e72e-433b-bed5-e3ff3c40f3ed" providerId="AD" clId="Web-{6C95DCE1-2D57-072F-4D7B-80C7C24ED14B}" dt="2025-07-09T02:45:59.789" v="958"/>
          <ac:spMkLst>
            <pc:docMk/>
            <pc:sldMk cId="803116407" sldId="263"/>
            <ac:spMk id="4" creationId="{C7F218E6-E04E-EDC2-63B5-2F53E97DE12F}"/>
          </ac:spMkLst>
        </pc:spChg>
        <pc:spChg chg="add">
          <ac:chgData name="Kaytlin Faith Harrison" userId="S::omt3255@ads.northwestern.edu::3c157b3a-e72e-433b-bed5-e3ff3c40f3ed" providerId="AD" clId="Web-{6C95DCE1-2D57-072F-4D7B-80C7C24ED14B}" dt="2025-07-09T02:46:05.242" v="959"/>
          <ac:spMkLst>
            <pc:docMk/>
            <pc:sldMk cId="803116407" sldId="263"/>
            <ac:spMk id="11" creationId="{01A22726-DA03-BCB0-F12E-98258FB7E5C0}"/>
          </ac:spMkLst>
        </pc:spChg>
        <pc:graphicFrameChg chg="add mod modGraphic">
          <ac:chgData name="Kaytlin Faith Harrison" userId="S::omt3255@ads.northwestern.edu::3c157b3a-e72e-433b-bed5-e3ff3c40f3ed" providerId="AD" clId="Web-{6C95DCE1-2D57-072F-4D7B-80C7C24ED14B}" dt="2025-07-09T03:03:35.878" v="1162" actId="20577"/>
          <ac:graphicFrameMkLst>
            <pc:docMk/>
            <pc:sldMk cId="803116407" sldId="263"/>
            <ac:graphicFrameMk id="6" creationId="{9BBB900C-C349-4F28-1E0E-D06AF80D686B}"/>
          </ac:graphicFrameMkLst>
        </pc:graphicFrameChg>
      </pc:sldChg>
      <pc:sldChg chg="addSp delSp modSp add mod replId setBg">
        <pc:chgData name="Kaytlin Faith Harrison" userId="S::omt3255@ads.northwestern.edu::3c157b3a-e72e-433b-bed5-e3ff3c40f3ed" providerId="AD" clId="Web-{6C95DCE1-2D57-072F-4D7B-80C7C24ED14B}" dt="2025-07-09T03:15:47.735" v="1398"/>
        <pc:sldMkLst>
          <pc:docMk/>
          <pc:sldMk cId="1479532004" sldId="264"/>
        </pc:sldMkLst>
        <pc:spChg chg="del mod">
          <ac:chgData name="Kaytlin Faith Harrison" userId="S::omt3255@ads.northwestern.edu::3c157b3a-e72e-433b-bed5-e3ff3c40f3ed" providerId="AD" clId="Web-{6C95DCE1-2D57-072F-4D7B-80C7C24ED14B}" dt="2025-07-09T03:15:47.735" v="1398"/>
          <ac:spMkLst>
            <pc:docMk/>
            <pc:sldMk cId="1479532004" sldId="264"/>
            <ac:spMk id="2" creationId="{CEEC1E0D-7A5E-141C-7E15-900957122967}"/>
          </ac:spMkLst>
        </pc:spChg>
        <pc:spChg chg="add mod">
          <ac:chgData name="Kaytlin Faith Harrison" userId="S::omt3255@ads.northwestern.edu::3c157b3a-e72e-433b-bed5-e3ff3c40f3ed" providerId="AD" clId="Web-{6C95DCE1-2D57-072F-4D7B-80C7C24ED14B}" dt="2025-07-09T03:15:47.735" v="1398"/>
          <ac:spMkLst>
            <pc:docMk/>
            <pc:sldMk cId="1479532004" sldId="264"/>
            <ac:spMk id="21" creationId="{09C1EF05-90D6-1A39-75E9-C0043A97662D}"/>
          </ac:spMkLst>
        </pc:spChg>
        <pc:spChg chg="add del">
          <ac:chgData name="Kaytlin Faith Harrison" userId="S::omt3255@ads.northwestern.edu::3c157b3a-e72e-433b-bed5-e3ff3c40f3ed" providerId="AD" clId="Web-{6C95DCE1-2D57-072F-4D7B-80C7C24ED14B}" dt="2025-07-09T03:15:30.578" v="1396"/>
          <ac:spMkLst>
            <pc:docMk/>
            <pc:sldMk cId="1479532004" sldId="264"/>
            <ac:spMk id="235" creationId="{9B65F7F7-2FCE-8F01-53DE-15C39342BE99}"/>
          </ac:spMkLst>
        </pc:spChg>
        <pc:spChg chg="add del">
          <ac:chgData name="Kaytlin Faith Harrison" userId="S::omt3255@ads.northwestern.edu::3c157b3a-e72e-433b-bed5-e3ff3c40f3ed" providerId="AD" clId="Web-{6C95DCE1-2D57-072F-4D7B-80C7C24ED14B}" dt="2025-07-09T03:15:30.531" v="1395"/>
          <ac:spMkLst>
            <pc:docMk/>
            <pc:sldMk cId="1479532004" sldId="264"/>
            <ac:spMk id="240" creationId="{6DA9942F-A18C-9E9D-BF08-9291C54E1CC4}"/>
          </ac:spMkLst>
        </pc:spChg>
        <pc:spChg chg="add">
          <ac:chgData name="Kaytlin Faith Harrison" userId="S::omt3255@ads.northwestern.edu::3c157b3a-e72e-433b-bed5-e3ff3c40f3ed" providerId="AD" clId="Web-{6C95DCE1-2D57-072F-4D7B-80C7C24ED14B}" dt="2025-07-09T03:15:30.578" v="1396"/>
          <ac:spMkLst>
            <pc:docMk/>
            <pc:sldMk cId="1479532004" sldId="264"/>
            <ac:spMk id="242" creationId="{5AB5C7EE-A919-646B-4F86-BACCBC52D961}"/>
          </ac:spMkLst>
        </pc:spChg>
        <pc:graphicFrameChg chg="del">
          <ac:chgData name="Kaytlin Faith Harrison" userId="S::omt3255@ads.northwestern.edu::3c157b3a-e72e-433b-bed5-e3ff3c40f3ed" providerId="AD" clId="Web-{6C95DCE1-2D57-072F-4D7B-80C7C24ED14B}" dt="2025-07-09T03:12:41.259" v="1340"/>
          <ac:graphicFrameMkLst>
            <pc:docMk/>
            <pc:sldMk cId="1479532004" sldId="264"/>
            <ac:graphicFrameMk id="6" creationId="{1782EDDA-BC50-C85E-5286-C28E49DCB4AE}"/>
          </ac:graphicFrameMkLst>
        </pc:graphicFrameChg>
        <pc:graphicFrameChg chg="add mod modGraphic">
          <ac:chgData name="Kaytlin Faith Harrison" userId="S::omt3255@ads.northwestern.edu::3c157b3a-e72e-433b-bed5-e3ff3c40f3ed" providerId="AD" clId="Web-{6C95DCE1-2D57-072F-4D7B-80C7C24ED14B}" dt="2025-07-09T03:15:40.984" v="1397"/>
          <ac:graphicFrameMkLst>
            <pc:docMk/>
            <pc:sldMk cId="1479532004" sldId="264"/>
            <ac:graphicFrameMk id="19" creationId="{8277EEBC-1B25-61A2-2C77-82C6FBF167A4}"/>
          </ac:graphicFrameMkLst>
        </pc:graphicFrameChg>
        <pc:graphicFrameChg chg="del mod modGraphic">
          <ac:chgData name="Kaytlin Faith Harrison" userId="S::omt3255@ads.northwestern.edu::3c157b3a-e72e-433b-bed5-e3ff3c40f3ed" providerId="AD" clId="Web-{6C95DCE1-2D57-072F-4D7B-80C7C24ED14B}" dt="2025-07-09T03:15:04.483" v="1391"/>
          <ac:graphicFrameMkLst>
            <pc:docMk/>
            <pc:sldMk cId="1479532004" sldId="264"/>
            <ac:graphicFrameMk id="230" creationId="{7E3C4286-B575-53DE-424B-2C47ED4D03F7}"/>
          </ac:graphicFrameMkLst>
        </pc:graphicFrameChg>
      </pc:sldChg>
      <pc:sldChg chg="modSp add del replId">
        <pc:chgData name="Kaytlin Faith Harrison" userId="S::omt3255@ads.northwestern.edu::3c157b3a-e72e-433b-bed5-e3ff3c40f3ed" providerId="AD" clId="Web-{6C95DCE1-2D57-072F-4D7B-80C7C24ED14B}" dt="2025-07-09T03:08:42.140" v="1253"/>
        <pc:sldMkLst>
          <pc:docMk/>
          <pc:sldMk cId="2882927115" sldId="264"/>
        </pc:sldMkLst>
        <pc:spChg chg="mod">
          <ac:chgData name="Kaytlin Faith Harrison" userId="S::omt3255@ads.northwestern.edu::3c157b3a-e72e-433b-bed5-e3ff3c40f3ed" providerId="AD" clId="Web-{6C95DCE1-2D57-072F-4D7B-80C7C24ED14B}" dt="2025-07-09T03:04:12.910" v="1179" actId="20577"/>
          <ac:spMkLst>
            <pc:docMk/>
            <pc:sldMk cId="2882927115" sldId="264"/>
            <ac:spMk id="2" creationId="{FC146D16-BEA9-20D7-8D3F-F4718513A0C5}"/>
          </ac:spMkLst>
        </pc:spChg>
        <pc:graphicFrameChg chg="modGraphic">
          <ac:chgData name="Kaytlin Faith Harrison" userId="S::omt3255@ads.northwestern.edu::3c157b3a-e72e-433b-bed5-e3ff3c40f3ed" providerId="AD" clId="Web-{6C95DCE1-2D57-072F-4D7B-80C7C24ED14B}" dt="2025-07-09T03:07:18.230" v="1240" actId="20577"/>
          <ac:graphicFrameMkLst>
            <pc:docMk/>
            <pc:sldMk cId="2882927115" sldId="264"/>
            <ac:graphicFrameMk id="6" creationId="{EEAB4CED-9412-E8C6-977C-D975C6ED49B9}"/>
          </ac:graphicFrameMkLst>
        </pc:graphicFrameChg>
      </pc:sldChg>
    </pc:docChg>
  </pc:docChgLst>
  <pc:docChgLst>
    <pc:chgData name="Kaytlin Faith Harrison" userId="S::omt3255@ads.northwestern.edu::3c157b3a-e72e-433b-bed5-e3ff3c40f3ed" providerId="AD" clId="Web-{1F8C3813-635E-D8DE-A301-A79460A393C9}"/>
    <pc:docChg chg="addSld modSld">
      <pc:chgData name="Kaytlin Faith Harrison" userId="S::omt3255@ads.northwestern.edu::3c157b3a-e72e-433b-bed5-e3ff3c40f3ed" providerId="AD" clId="Web-{1F8C3813-635E-D8DE-A301-A79460A393C9}" dt="2025-07-09T01:57:14.398" v="299"/>
      <pc:docMkLst>
        <pc:docMk/>
      </pc:docMkLst>
      <pc:sldChg chg="modSp modNotes">
        <pc:chgData name="Kaytlin Faith Harrison" userId="S::omt3255@ads.northwestern.edu::3c157b3a-e72e-433b-bed5-e3ff3c40f3ed" providerId="AD" clId="Web-{1F8C3813-635E-D8DE-A301-A79460A393C9}" dt="2025-07-09T01:57:14.398" v="299"/>
        <pc:sldMkLst>
          <pc:docMk/>
          <pc:sldMk cId="109857222" sldId="256"/>
        </pc:sldMkLst>
        <pc:spChg chg="mod">
          <ac:chgData name="Kaytlin Faith Harrison" userId="S::omt3255@ads.northwestern.edu::3c157b3a-e72e-433b-bed5-e3ff3c40f3ed" providerId="AD" clId="Web-{1F8C3813-635E-D8DE-A301-A79460A393C9}" dt="2025-07-09T01:41:05.289" v="16" actId="20577"/>
          <ac:spMkLst>
            <pc:docMk/>
            <pc:sldMk cId="109857222" sldId="256"/>
            <ac:spMk id="2" creationId="{00000000-0000-0000-0000-000000000000}"/>
          </ac:spMkLst>
        </pc:spChg>
        <pc:spChg chg="mod">
          <ac:chgData name="Kaytlin Faith Harrison" userId="S::omt3255@ads.northwestern.edu::3c157b3a-e72e-433b-bed5-e3ff3c40f3ed" providerId="AD" clId="Web-{1F8C3813-635E-D8DE-A301-A79460A393C9}" dt="2025-07-09T01:56:21.347" v="269" actId="20577"/>
          <ac:spMkLst>
            <pc:docMk/>
            <pc:sldMk cId="109857222" sldId="256"/>
            <ac:spMk id="3" creationId="{00000000-0000-0000-0000-000000000000}"/>
          </ac:spMkLst>
        </pc:spChg>
      </pc:sldChg>
      <pc:sldChg chg="addSp delSp modSp new mod setBg modClrScheme chgLayout">
        <pc:chgData name="Kaytlin Faith Harrison" userId="S::omt3255@ads.northwestern.edu::3c157b3a-e72e-433b-bed5-e3ff3c40f3ed" providerId="AD" clId="Web-{1F8C3813-635E-D8DE-A301-A79460A393C9}" dt="2025-07-09T01:54:46.152" v="253" actId="1076"/>
        <pc:sldMkLst>
          <pc:docMk/>
          <pc:sldMk cId="1507536464" sldId="257"/>
        </pc:sldMkLst>
        <pc:spChg chg="del">
          <ac:chgData name="Kaytlin Faith Harrison" userId="S::omt3255@ads.northwestern.edu::3c157b3a-e72e-433b-bed5-e3ff3c40f3ed" providerId="AD" clId="Web-{1F8C3813-635E-D8DE-A301-A79460A393C9}" dt="2025-07-09T01:42:38.516" v="64"/>
          <ac:spMkLst>
            <pc:docMk/>
            <pc:sldMk cId="1507536464" sldId="257"/>
            <ac:spMk id="2" creationId="{E5469609-BEE8-40E6-3AC6-89C2F6B8E0C8}"/>
          </ac:spMkLst>
        </pc:spChg>
        <pc:spChg chg="del">
          <ac:chgData name="Kaytlin Faith Harrison" userId="S::omt3255@ads.northwestern.edu::3c157b3a-e72e-433b-bed5-e3ff3c40f3ed" providerId="AD" clId="Web-{1F8C3813-635E-D8DE-A301-A79460A393C9}" dt="2025-07-09T01:42:38.516" v="64"/>
          <ac:spMkLst>
            <pc:docMk/>
            <pc:sldMk cId="1507536464" sldId="257"/>
            <ac:spMk id="3" creationId="{614F9DF1-5922-85A8-DD18-7D60B1697121}"/>
          </ac:spMkLst>
        </pc:spChg>
        <pc:spChg chg="add mod">
          <ac:chgData name="Kaytlin Faith Harrison" userId="S::omt3255@ads.northwestern.edu::3c157b3a-e72e-433b-bed5-e3ff3c40f3ed" providerId="AD" clId="Web-{1F8C3813-635E-D8DE-A301-A79460A393C9}" dt="2025-07-09T01:54:04.679" v="238" actId="20577"/>
          <ac:spMkLst>
            <pc:docMk/>
            <pc:sldMk cId="1507536464" sldId="257"/>
            <ac:spMk id="9" creationId="{F54F15B8-A3D3-58E9-3ABE-CCB0C7C07DF6}"/>
          </ac:spMkLst>
        </pc:spChg>
        <pc:spChg chg="add mod">
          <ac:chgData name="Kaytlin Faith Harrison" userId="S::omt3255@ads.northwestern.edu::3c157b3a-e72e-433b-bed5-e3ff3c40f3ed" providerId="AD" clId="Web-{1F8C3813-635E-D8DE-A301-A79460A393C9}" dt="2025-07-09T01:50:32.256" v="151" actId="20577"/>
          <ac:spMkLst>
            <pc:docMk/>
            <pc:sldMk cId="1507536464" sldId="257"/>
            <ac:spMk id="10" creationId="{57990DAD-973C-7447-1D03-53974A040555}"/>
          </ac:spMkLst>
        </pc:spChg>
        <pc:spChg chg="add mod">
          <ac:chgData name="Kaytlin Faith Harrison" userId="S::omt3255@ads.northwestern.edu::3c157b3a-e72e-433b-bed5-e3ff3c40f3ed" providerId="AD" clId="Web-{1F8C3813-635E-D8DE-A301-A79460A393C9}" dt="2025-07-09T01:53:53.679" v="234" actId="1076"/>
          <ac:spMkLst>
            <pc:docMk/>
            <pc:sldMk cId="1507536464" sldId="257"/>
            <ac:spMk id="11" creationId="{468746D1-69B9-0BFD-12DC-5C347A547584}"/>
          </ac:spMkLst>
        </pc:spChg>
        <pc:spChg chg="add mod">
          <ac:chgData name="Kaytlin Faith Harrison" userId="S::omt3255@ads.northwestern.edu::3c157b3a-e72e-433b-bed5-e3ff3c40f3ed" providerId="AD" clId="Web-{1F8C3813-635E-D8DE-A301-A79460A393C9}" dt="2025-07-09T01:53:20.910" v="225" actId="14100"/>
          <ac:spMkLst>
            <pc:docMk/>
            <pc:sldMk cId="1507536464" sldId="257"/>
            <ac:spMk id="12" creationId="{FD159C6F-FD83-47BA-E41D-1DD638A88F26}"/>
          </ac:spMkLst>
        </pc:spChg>
        <pc:spChg chg="add">
          <ac:chgData name="Kaytlin Faith Harrison" userId="S::omt3255@ads.northwestern.edu::3c157b3a-e72e-433b-bed5-e3ff3c40f3ed" providerId="AD" clId="Web-{1F8C3813-635E-D8DE-A301-A79460A393C9}" dt="2025-07-09T01:47:30.976" v="102"/>
          <ac:spMkLst>
            <pc:docMk/>
            <pc:sldMk cId="1507536464" sldId="257"/>
            <ac:spMk id="13" creationId="{CEC27341-4ABB-43EF-9E57-10A858F9251F}"/>
          </ac:spMkLst>
        </pc:spChg>
        <pc:spChg chg="add mod">
          <ac:chgData name="Kaytlin Faith Harrison" userId="S::omt3255@ads.northwestern.edu::3c157b3a-e72e-433b-bed5-e3ff3c40f3ed" providerId="AD" clId="Web-{1F8C3813-635E-D8DE-A301-A79460A393C9}" dt="2025-07-09T01:54:46.152" v="253" actId="1076"/>
          <ac:spMkLst>
            <pc:docMk/>
            <pc:sldMk cId="1507536464" sldId="257"/>
            <ac:spMk id="14" creationId="{9F6C15E7-EF56-FCB8-4000-E77924ACC28C}"/>
          </ac:spMkLst>
        </pc:spChg>
        <pc:spChg chg="add">
          <ac:chgData name="Kaytlin Faith Harrison" userId="S::omt3255@ads.northwestern.edu::3c157b3a-e72e-433b-bed5-e3ff3c40f3ed" providerId="AD" clId="Web-{1F8C3813-635E-D8DE-A301-A79460A393C9}" dt="2025-07-09T01:47:30.976" v="102"/>
          <ac:spMkLst>
            <pc:docMk/>
            <pc:sldMk cId="1507536464" sldId="257"/>
            <ac:spMk id="15" creationId="{D2B98C55-54CC-433B-905F-FB0B2D2009ED}"/>
          </ac:spMkLst>
        </pc:spChg>
        <pc:spChg chg="add">
          <ac:chgData name="Kaytlin Faith Harrison" userId="S::omt3255@ads.northwestern.edu::3c157b3a-e72e-433b-bed5-e3ff3c40f3ed" providerId="AD" clId="Web-{1F8C3813-635E-D8DE-A301-A79460A393C9}" dt="2025-07-09T01:47:30.976" v="102"/>
          <ac:spMkLst>
            <pc:docMk/>
            <pc:sldMk cId="1507536464" sldId="257"/>
            <ac:spMk id="17" creationId="{19E21906-D4D4-4F16-9228-3E004930E1C7}"/>
          </ac:spMkLst>
        </pc:spChg>
        <pc:spChg chg="add">
          <ac:chgData name="Kaytlin Faith Harrison" userId="S::omt3255@ads.northwestern.edu::3c157b3a-e72e-433b-bed5-e3ff3c40f3ed" providerId="AD" clId="Web-{1F8C3813-635E-D8DE-A301-A79460A393C9}" dt="2025-07-09T01:47:30.976" v="102"/>
          <ac:spMkLst>
            <pc:docMk/>
            <pc:sldMk cId="1507536464" sldId="257"/>
            <ac:spMk id="19" creationId="{865BCC85-4C69-4CFB-A36A-6A489B87FFF3}"/>
          </ac:spMkLst>
        </pc:spChg>
        <pc:spChg chg="add">
          <ac:chgData name="Kaytlin Faith Harrison" userId="S::omt3255@ads.northwestern.edu::3c157b3a-e72e-433b-bed5-e3ff3c40f3ed" providerId="AD" clId="Web-{1F8C3813-635E-D8DE-A301-A79460A393C9}" dt="2025-07-09T01:47:30.976" v="102"/>
          <ac:spMkLst>
            <pc:docMk/>
            <pc:sldMk cId="1507536464" sldId="257"/>
            <ac:spMk id="21" creationId="{3A14BDAC-394B-4E9A-8ECE-61AA1A7C231A}"/>
          </ac:spMkLst>
        </pc:spChg>
        <pc:picChg chg="add del mod">
          <ac:chgData name="Kaytlin Faith Harrison" userId="S::omt3255@ads.northwestern.edu::3c157b3a-e72e-433b-bed5-e3ff3c40f3ed" providerId="AD" clId="Web-{1F8C3813-635E-D8DE-A301-A79460A393C9}" dt="2025-07-09T01:45:06.918" v="74"/>
          <ac:picMkLst>
            <pc:docMk/>
            <pc:sldMk cId="1507536464" sldId="257"/>
            <ac:picMk id="4" creationId="{F56C720A-4E9B-6362-802F-3E55E29B642C}"/>
          </ac:picMkLst>
        </pc:picChg>
        <pc:picChg chg="add mod ord modCrop">
          <ac:chgData name="Kaytlin Faith Harrison" userId="S::omt3255@ads.northwestern.edu::3c157b3a-e72e-433b-bed5-e3ff3c40f3ed" providerId="AD" clId="Web-{1F8C3813-635E-D8DE-A301-A79460A393C9}" dt="2025-07-09T01:47:30.976" v="102"/>
          <ac:picMkLst>
            <pc:docMk/>
            <pc:sldMk cId="1507536464" sldId="257"/>
            <ac:picMk id="5" creationId="{0EA5FC11-402B-2989-C5D3-E769AD2CECBE}"/>
          </ac:picMkLst>
        </pc:picChg>
        <pc:picChg chg="add mod ord">
          <ac:chgData name="Kaytlin Faith Harrison" userId="S::omt3255@ads.northwestern.edu::3c157b3a-e72e-433b-bed5-e3ff3c40f3ed" providerId="AD" clId="Web-{1F8C3813-635E-D8DE-A301-A79460A393C9}" dt="2025-07-09T01:47:30.976" v="102"/>
          <ac:picMkLst>
            <pc:docMk/>
            <pc:sldMk cId="1507536464" sldId="257"/>
            <ac:picMk id="6" creationId="{018D55D5-1D61-9D8F-20F1-5C22FABC317A}"/>
          </ac:picMkLst>
        </pc:picChg>
        <pc:picChg chg="add mod modCrop">
          <ac:chgData name="Kaytlin Faith Harrison" userId="S::omt3255@ads.northwestern.edu::3c157b3a-e72e-433b-bed5-e3ff3c40f3ed" providerId="AD" clId="Web-{1F8C3813-635E-D8DE-A301-A79460A393C9}" dt="2025-07-09T01:53:45.350" v="232" actId="1076"/>
          <ac:picMkLst>
            <pc:docMk/>
            <pc:sldMk cId="1507536464" sldId="257"/>
            <ac:picMk id="7" creationId="{7BAA3206-6A25-9262-94E5-DA43DCE7177D}"/>
          </ac:picMkLst>
        </pc:picChg>
        <pc:picChg chg="add mod modCrop">
          <ac:chgData name="Kaytlin Faith Harrison" userId="S::omt3255@ads.northwestern.edu::3c157b3a-e72e-433b-bed5-e3ff3c40f3ed" providerId="AD" clId="Web-{1F8C3813-635E-D8DE-A301-A79460A393C9}" dt="2025-07-09T01:47:30.976" v="102"/>
          <ac:picMkLst>
            <pc:docMk/>
            <pc:sldMk cId="1507536464" sldId="257"/>
            <ac:picMk id="8" creationId="{69E6AA8B-0D13-D8EE-D5E3-36638B7BE212}"/>
          </ac:picMkLst>
        </pc:picChg>
      </pc:sldChg>
    </pc:docChg>
  </pc:docChgLst>
  <pc:docChgLst>
    <pc:chgData name="Kaytlin Faith Harrison" userId="S::omt3255@ads.northwestern.edu::3c157b3a-e72e-433b-bed5-e3ff3c40f3ed" providerId="AD" clId="Web-{8AB37990-1B3A-4A9A-DEEB-88A0BED0BE72}"/>
    <pc:docChg chg="addSld delSld modSld sldOrd">
      <pc:chgData name="Kaytlin Faith Harrison" userId="S::omt3255@ads.northwestern.edu::3c157b3a-e72e-433b-bed5-e3ff3c40f3ed" providerId="AD" clId="Web-{8AB37990-1B3A-4A9A-DEEB-88A0BED0BE72}" dt="2025-07-09T16:41:54.872" v="1053"/>
      <pc:docMkLst>
        <pc:docMk/>
      </pc:docMkLst>
      <pc:sldChg chg="addSp delSp modSp ord">
        <pc:chgData name="Kaytlin Faith Harrison" userId="S::omt3255@ads.northwestern.edu::3c157b3a-e72e-433b-bed5-e3ff3c40f3ed" providerId="AD" clId="Web-{8AB37990-1B3A-4A9A-DEEB-88A0BED0BE72}" dt="2025-07-09T15:31:59.092" v="463"/>
        <pc:sldMkLst>
          <pc:docMk/>
          <pc:sldMk cId="1507536464" sldId="257"/>
        </pc:sldMkLst>
        <pc:spChg chg="add del mod">
          <ac:chgData name="Kaytlin Faith Harrison" userId="S::omt3255@ads.northwestern.edu::3c157b3a-e72e-433b-bed5-e3ff3c40f3ed" providerId="AD" clId="Web-{8AB37990-1B3A-4A9A-DEEB-88A0BED0BE72}" dt="2025-07-09T15:31:54.404" v="462"/>
          <ac:spMkLst>
            <pc:docMk/>
            <pc:sldMk cId="1507536464" sldId="257"/>
            <ac:spMk id="3" creationId="{27DE28D0-1F5F-F68B-3E3B-A39480C872F0}"/>
          </ac:spMkLst>
        </pc:spChg>
      </pc:sldChg>
      <pc:sldChg chg="modNotes">
        <pc:chgData name="Kaytlin Faith Harrison" userId="S::omt3255@ads.northwestern.edu::3c157b3a-e72e-433b-bed5-e3ff3c40f3ed" providerId="AD" clId="Web-{8AB37990-1B3A-4A9A-DEEB-88A0BED0BE72}" dt="2025-07-09T16:41:40.996" v="1051"/>
        <pc:sldMkLst>
          <pc:docMk/>
          <pc:sldMk cId="917543501" sldId="261"/>
        </pc:sldMkLst>
      </pc:sldChg>
      <pc:sldChg chg="addAnim delAnim modAnim">
        <pc:chgData name="Kaytlin Faith Harrison" userId="S::omt3255@ads.northwestern.edu::3c157b3a-e72e-433b-bed5-e3ff3c40f3ed" providerId="AD" clId="Web-{8AB37990-1B3A-4A9A-DEEB-88A0BED0BE72}" dt="2025-07-09T16:02:43.311" v="519"/>
        <pc:sldMkLst>
          <pc:docMk/>
          <pc:sldMk cId="873890625" sldId="262"/>
        </pc:sldMkLst>
      </pc:sldChg>
      <pc:sldChg chg="ord">
        <pc:chgData name="Kaytlin Faith Harrison" userId="S::omt3255@ads.northwestern.edu::3c157b3a-e72e-433b-bed5-e3ff3c40f3ed" providerId="AD" clId="Web-{8AB37990-1B3A-4A9A-DEEB-88A0BED0BE72}" dt="2025-07-09T16:23:02.311" v="862"/>
        <pc:sldMkLst>
          <pc:docMk/>
          <pc:sldMk cId="803116407" sldId="263"/>
        </pc:sldMkLst>
      </pc:sldChg>
      <pc:sldChg chg="addSp modSp ord addAnim delAnim modAnim modNotes">
        <pc:chgData name="Kaytlin Faith Harrison" userId="S::omt3255@ads.northwestern.edu::3c157b3a-e72e-433b-bed5-e3ff3c40f3ed" providerId="AD" clId="Web-{8AB37990-1B3A-4A9A-DEEB-88A0BED0BE72}" dt="2025-07-09T16:27:01.286" v="1025"/>
        <pc:sldMkLst>
          <pc:docMk/>
          <pc:sldMk cId="2098371493" sldId="2147482205"/>
        </pc:sldMkLst>
        <pc:spChg chg="add mod">
          <ac:chgData name="Kaytlin Faith Harrison" userId="S::omt3255@ads.northwestern.edu::3c157b3a-e72e-433b-bed5-e3ff3c40f3ed" providerId="AD" clId="Web-{8AB37990-1B3A-4A9A-DEEB-88A0BED0BE72}" dt="2025-07-09T15:21:51.952" v="368"/>
          <ac:spMkLst>
            <pc:docMk/>
            <pc:sldMk cId="2098371493" sldId="2147482205"/>
            <ac:spMk id="2" creationId="{EA33BDC7-A94E-919D-4CDE-8FEC65B56A4F}"/>
          </ac:spMkLst>
        </pc:spChg>
        <pc:spChg chg="add mod">
          <ac:chgData name="Kaytlin Faith Harrison" userId="S::omt3255@ads.northwestern.edu::3c157b3a-e72e-433b-bed5-e3ff3c40f3ed" providerId="AD" clId="Web-{8AB37990-1B3A-4A9A-DEEB-88A0BED0BE72}" dt="2025-07-09T15:21:59.592" v="370" actId="1076"/>
          <ac:spMkLst>
            <pc:docMk/>
            <pc:sldMk cId="2098371493" sldId="2147482205"/>
            <ac:spMk id="3" creationId="{B4D8D81E-B3C6-FE2A-C2E4-7B1389BBDB12}"/>
          </ac:spMkLst>
        </pc:spChg>
        <pc:spChg chg="add mod">
          <ac:chgData name="Kaytlin Faith Harrison" userId="S::omt3255@ads.northwestern.edu::3c157b3a-e72e-433b-bed5-e3ff3c40f3ed" providerId="AD" clId="Web-{8AB37990-1B3A-4A9A-DEEB-88A0BED0BE72}" dt="2025-07-09T15:22:22.109" v="377" actId="1076"/>
          <ac:spMkLst>
            <pc:docMk/>
            <pc:sldMk cId="2098371493" sldId="2147482205"/>
            <ac:spMk id="4" creationId="{E01CD7D9-D6BD-40D7-7661-7F97EA45A1F3}"/>
          </ac:spMkLst>
        </pc:spChg>
        <pc:spChg chg="add mod">
          <ac:chgData name="Kaytlin Faith Harrison" userId="S::omt3255@ads.northwestern.edu::3c157b3a-e72e-433b-bed5-e3ff3c40f3ed" providerId="AD" clId="Web-{8AB37990-1B3A-4A9A-DEEB-88A0BED0BE72}" dt="2025-07-09T15:22:08.874" v="375" actId="1076"/>
          <ac:spMkLst>
            <pc:docMk/>
            <pc:sldMk cId="2098371493" sldId="2147482205"/>
            <ac:spMk id="42" creationId="{8FE08217-59AE-D633-3B0B-26312BACD664}"/>
          </ac:spMkLst>
        </pc:spChg>
        <pc:spChg chg="add mod">
          <ac:chgData name="Kaytlin Faith Harrison" userId="S::omt3255@ads.northwestern.edu::3c157b3a-e72e-433b-bed5-e3ff3c40f3ed" providerId="AD" clId="Web-{8AB37990-1B3A-4A9A-DEEB-88A0BED0BE72}" dt="2025-07-09T15:22:05.686" v="374" actId="1076"/>
          <ac:spMkLst>
            <pc:docMk/>
            <pc:sldMk cId="2098371493" sldId="2147482205"/>
            <ac:spMk id="43" creationId="{CB4EA253-FD16-FEEC-2C00-94C9AE7F5BE4}"/>
          </ac:spMkLst>
        </pc:spChg>
        <pc:spChg chg="add mod">
          <ac:chgData name="Kaytlin Faith Harrison" userId="S::omt3255@ads.northwestern.edu::3c157b3a-e72e-433b-bed5-e3ff3c40f3ed" providerId="AD" clId="Web-{8AB37990-1B3A-4A9A-DEEB-88A0BED0BE72}" dt="2025-07-09T15:22:49.984" v="382" actId="1076"/>
          <ac:spMkLst>
            <pc:docMk/>
            <pc:sldMk cId="2098371493" sldId="2147482205"/>
            <ac:spMk id="44" creationId="{BE6A5FEF-2C18-8014-234A-27B38835D9F8}"/>
          </ac:spMkLst>
        </pc:spChg>
        <pc:spChg chg="add mod">
          <ac:chgData name="Kaytlin Faith Harrison" userId="S::omt3255@ads.northwestern.edu::3c157b3a-e72e-433b-bed5-e3ff3c40f3ed" providerId="AD" clId="Web-{8AB37990-1B3A-4A9A-DEEB-88A0BED0BE72}" dt="2025-07-09T15:59:38.291" v="483" actId="1076"/>
          <ac:spMkLst>
            <pc:docMk/>
            <pc:sldMk cId="2098371493" sldId="2147482205"/>
            <ac:spMk id="45" creationId="{58FC29D2-D812-135D-A010-64DAED375D92}"/>
          </ac:spMkLst>
        </pc:spChg>
      </pc:sldChg>
      <pc:sldChg chg="delSp modSp">
        <pc:chgData name="Kaytlin Faith Harrison" userId="S::omt3255@ads.northwestern.edu::3c157b3a-e72e-433b-bed5-e3ff3c40f3ed" providerId="AD" clId="Web-{8AB37990-1B3A-4A9A-DEEB-88A0BED0BE72}" dt="2025-07-09T15:19:57.308" v="361" actId="20577"/>
        <pc:sldMkLst>
          <pc:docMk/>
          <pc:sldMk cId="359142546" sldId="2147482206"/>
        </pc:sldMkLst>
        <pc:spChg chg="mod">
          <ac:chgData name="Kaytlin Faith Harrison" userId="S::omt3255@ads.northwestern.edu::3c157b3a-e72e-433b-bed5-e3ff3c40f3ed" providerId="AD" clId="Web-{8AB37990-1B3A-4A9A-DEEB-88A0BED0BE72}" dt="2025-07-09T15:19:36.761" v="347" actId="20577"/>
          <ac:spMkLst>
            <pc:docMk/>
            <pc:sldMk cId="359142546" sldId="2147482206"/>
            <ac:spMk id="2" creationId="{DD6EC280-A1BD-F45B-B413-7CAE555F39CC}"/>
          </ac:spMkLst>
        </pc:spChg>
        <pc:spChg chg="del">
          <ac:chgData name="Kaytlin Faith Harrison" userId="S::omt3255@ads.northwestern.edu::3c157b3a-e72e-433b-bed5-e3ff3c40f3ed" providerId="AD" clId="Web-{8AB37990-1B3A-4A9A-DEEB-88A0BED0BE72}" dt="2025-07-09T15:05:23.926" v="152"/>
          <ac:spMkLst>
            <pc:docMk/>
            <pc:sldMk cId="359142546" sldId="2147482206"/>
            <ac:spMk id="3" creationId="{6E6A9728-D2EB-A063-D5D9-78C32B265DE3}"/>
          </ac:spMkLst>
        </pc:spChg>
        <pc:spChg chg="mod">
          <ac:chgData name="Kaytlin Faith Harrison" userId="S::omt3255@ads.northwestern.edu::3c157b3a-e72e-433b-bed5-e3ff3c40f3ed" providerId="AD" clId="Web-{8AB37990-1B3A-4A9A-DEEB-88A0BED0BE72}" dt="2025-07-09T15:19:57.308" v="361" actId="20577"/>
          <ac:spMkLst>
            <pc:docMk/>
            <pc:sldMk cId="359142546" sldId="2147482206"/>
            <ac:spMk id="4" creationId="{0DE88B85-F7B1-F0EE-1079-681AF86FC23C}"/>
          </ac:spMkLst>
        </pc:spChg>
        <pc:spChg chg="del">
          <ac:chgData name="Kaytlin Faith Harrison" userId="S::omt3255@ads.northwestern.edu::3c157b3a-e72e-433b-bed5-e3ff3c40f3ed" providerId="AD" clId="Web-{8AB37990-1B3A-4A9A-DEEB-88A0BED0BE72}" dt="2025-07-09T15:05:26.989" v="153"/>
          <ac:spMkLst>
            <pc:docMk/>
            <pc:sldMk cId="359142546" sldId="2147482206"/>
            <ac:spMk id="5" creationId="{EBD5FF64-8234-8BA2-54AB-0F0F4FFA402E}"/>
          </ac:spMkLst>
        </pc:spChg>
        <pc:spChg chg="del mod">
          <ac:chgData name="Kaytlin Faith Harrison" userId="S::omt3255@ads.northwestern.edu::3c157b3a-e72e-433b-bed5-e3ff3c40f3ed" providerId="AD" clId="Web-{8AB37990-1B3A-4A9A-DEEB-88A0BED0BE72}" dt="2025-07-09T15:05:31.786" v="156"/>
          <ac:spMkLst>
            <pc:docMk/>
            <pc:sldMk cId="359142546" sldId="2147482206"/>
            <ac:spMk id="6" creationId="{D7F95B8D-4409-B308-733C-E9A04B955E61}"/>
          </ac:spMkLst>
        </pc:spChg>
      </pc:sldChg>
      <pc:sldChg chg="addSp delSp modSp ord">
        <pc:chgData name="Kaytlin Faith Harrison" userId="S::omt3255@ads.northwestern.edu::3c157b3a-e72e-433b-bed5-e3ff3c40f3ed" providerId="AD" clId="Web-{8AB37990-1B3A-4A9A-DEEB-88A0BED0BE72}" dt="2025-07-09T15:29:06.322" v="460"/>
        <pc:sldMkLst>
          <pc:docMk/>
          <pc:sldMk cId="932505219" sldId="2147482207"/>
        </pc:sldMkLst>
        <pc:spChg chg="mod">
          <ac:chgData name="Kaytlin Faith Harrison" userId="S::omt3255@ads.northwestern.edu::3c157b3a-e72e-433b-bed5-e3ff3c40f3ed" providerId="AD" clId="Web-{8AB37990-1B3A-4A9A-DEEB-88A0BED0BE72}" dt="2025-07-09T15:00:01.246" v="37" actId="20577"/>
          <ac:spMkLst>
            <pc:docMk/>
            <pc:sldMk cId="932505219" sldId="2147482207"/>
            <ac:spMk id="2" creationId="{BA7D4252-360E-DEA8-FDB2-8603C856C32C}"/>
          </ac:spMkLst>
        </pc:spChg>
        <pc:picChg chg="add del mod modCrop">
          <ac:chgData name="Kaytlin Faith Harrison" userId="S::omt3255@ads.northwestern.edu::3c157b3a-e72e-433b-bed5-e3ff3c40f3ed" providerId="AD" clId="Web-{8AB37990-1B3A-4A9A-DEEB-88A0BED0BE72}" dt="2025-07-09T14:58:52.401" v="17"/>
          <ac:picMkLst>
            <pc:docMk/>
            <pc:sldMk cId="932505219" sldId="2147482207"/>
            <ac:picMk id="5" creationId="{29649C99-DF0D-75FF-E923-7B565FBC772E}"/>
          </ac:picMkLst>
        </pc:picChg>
        <pc:picChg chg="add del mod">
          <ac:chgData name="Kaytlin Faith Harrison" userId="S::omt3255@ads.northwestern.edu::3c157b3a-e72e-433b-bed5-e3ff3c40f3ed" providerId="AD" clId="Web-{8AB37990-1B3A-4A9A-DEEB-88A0BED0BE72}" dt="2025-07-09T14:59:31.105" v="25"/>
          <ac:picMkLst>
            <pc:docMk/>
            <pc:sldMk cId="932505219" sldId="2147482207"/>
            <ac:picMk id="6" creationId="{4EED8F1B-9427-84DE-8031-0AF41ABB1E5E}"/>
          </ac:picMkLst>
        </pc:picChg>
        <pc:picChg chg="add mod">
          <ac:chgData name="Kaytlin Faith Harrison" userId="S::omt3255@ads.northwestern.edu::3c157b3a-e72e-433b-bed5-e3ff3c40f3ed" providerId="AD" clId="Web-{8AB37990-1B3A-4A9A-DEEB-88A0BED0BE72}" dt="2025-07-09T14:59:35.964" v="26" actId="1076"/>
          <ac:picMkLst>
            <pc:docMk/>
            <pc:sldMk cId="932505219" sldId="2147482207"/>
            <ac:picMk id="7" creationId="{CFCE49BC-BC84-2EF9-74CF-5C259E17B72F}"/>
          </ac:picMkLst>
        </pc:picChg>
      </pc:sldChg>
      <pc:sldChg chg="ord modNotes">
        <pc:chgData name="Kaytlin Faith Harrison" userId="S::omt3255@ads.northwestern.edu::3c157b3a-e72e-433b-bed5-e3ff3c40f3ed" providerId="AD" clId="Web-{8AB37990-1B3A-4A9A-DEEB-88A0BED0BE72}" dt="2025-07-09T16:41:54.872" v="1053"/>
        <pc:sldMkLst>
          <pc:docMk/>
          <pc:sldMk cId="246143406" sldId="2147482210"/>
        </pc:sldMkLst>
      </pc:sldChg>
      <pc:sldChg chg="addSp delSp modSp new ord">
        <pc:chgData name="Kaytlin Faith Harrison" userId="S::omt3255@ads.northwestern.edu::3c157b3a-e72e-433b-bed5-e3ff3c40f3ed" providerId="AD" clId="Web-{8AB37990-1B3A-4A9A-DEEB-88A0BED0BE72}" dt="2025-07-09T15:29:14.510" v="461"/>
        <pc:sldMkLst>
          <pc:docMk/>
          <pc:sldMk cId="238030999" sldId="2147482211"/>
        </pc:sldMkLst>
        <pc:spChg chg="del">
          <ac:chgData name="Kaytlin Faith Harrison" userId="S::omt3255@ads.northwestern.edu::3c157b3a-e72e-433b-bed5-e3ff3c40f3ed" providerId="AD" clId="Web-{8AB37990-1B3A-4A9A-DEEB-88A0BED0BE72}" dt="2025-07-09T15:00:35.372" v="38"/>
          <ac:spMkLst>
            <pc:docMk/>
            <pc:sldMk cId="238030999" sldId="2147482211"/>
            <ac:spMk id="2" creationId="{6D553F4C-7E0F-2CE6-9D77-124B72D86BB1}"/>
          </ac:spMkLst>
        </pc:spChg>
        <pc:spChg chg="del">
          <ac:chgData name="Kaytlin Faith Harrison" userId="S::omt3255@ads.northwestern.edu::3c157b3a-e72e-433b-bed5-e3ff3c40f3ed" providerId="AD" clId="Web-{8AB37990-1B3A-4A9A-DEEB-88A0BED0BE72}" dt="2025-07-09T15:00:37.091" v="40"/>
          <ac:spMkLst>
            <pc:docMk/>
            <pc:sldMk cId="238030999" sldId="2147482211"/>
            <ac:spMk id="3" creationId="{A37619B2-6C77-5481-829F-AA8FA0607715}"/>
          </ac:spMkLst>
        </pc:spChg>
        <pc:picChg chg="add mod">
          <ac:chgData name="Kaytlin Faith Harrison" userId="S::omt3255@ads.northwestern.edu::3c157b3a-e72e-433b-bed5-e3ff3c40f3ed" providerId="AD" clId="Web-{8AB37990-1B3A-4A9A-DEEB-88A0BED0BE72}" dt="2025-07-09T15:00:37.997" v="42" actId="14100"/>
          <ac:picMkLst>
            <pc:docMk/>
            <pc:sldMk cId="238030999" sldId="2147482211"/>
            <ac:picMk id="6" creationId="{E8538C6C-BC2E-7FEF-B747-2E86747966E1}"/>
          </ac:picMkLst>
        </pc:picChg>
      </pc:sldChg>
      <pc:sldChg chg="delSp modSp add del ord replId delAnim">
        <pc:chgData name="Kaytlin Faith Harrison" userId="S::omt3255@ads.northwestern.edu::3c157b3a-e72e-433b-bed5-e3ff3c40f3ed" providerId="AD" clId="Web-{8AB37990-1B3A-4A9A-DEEB-88A0BED0BE72}" dt="2025-07-09T16:27:53.053" v="1036" actId="14100"/>
        <pc:sldMkLst>
          <pc:docMk/>
          <pc:sldMk cId="2736618466" sldId="2147482212"/>
        </pc:sldMkLst>
        <pc:spChg chg="del">
          <ac:chgData name="Kaytlin Faith Harrison" userId="S::omt3255@ads.northwestern.edu::3c157b3a-e72e-433b-bed5-e3ff3c40f3ed" providerId="AD" clId="Web-{8AB37990-1B3A-4A9A-DEEB-88A0BED0BE72}" dt="2025-07-09T15:39:38.260" v="466"/>
          <ac:spMkLst>
            <pc:docMk/>
            <pc:sldMk cId="2736618466" sldId="2147482212"/>
            <ac:spMk id="2" creationId="{AA243090-DACC-E2C4-D867-1C38981DFD2B}"/>
          </ac:spMkLst>
        </pc:spChg>
        <pc:spChg chg="del">
          <ac:chgData name="Kaytlin Faith Harrison" userId="S::omt3255@ads.northwestern.edu::3c157b3a-e72e-433b-bed5-e3ff3c40f3ed" providerId="AD" clId="Web-{8AB37990-1B3A-4A9A-DEEB-88A0BED0BE72}" dt="2025-07-09T15:39:39.041" v="467"/>
          <ac:spMkLst>
            <pc:docMk/>
            <pc:sldMk cId="2736618466" sldId="2147482212"/>
            <ac:spMk id="3" creationId="{A4280972-76E8-C345-1303-E1298CD59E4A}"/>
          </ac:spMkLst>
        </pc:spChg>
        <pc:spChg chg="del">
          <ac:chgData name="Kaytlin Faith Harrison" userId="S::omt3255@ads.northwestern.edu::3c157b3a-e72e-433b-bed5-e3ff3c40f3ed" providerId="AD" clId="Web-{8AB37990-1B3A-4A9A-DEEB-88A0BED0BE72}" dt="2025-07-09T15:39:42.823" v="470"/>
          <ac:spMkLst>
            <pc:docMk/>
            <pc:sldMk cId="2736618466" sldId="2147482212"/>
            <ac:spMk id="4" creationId="{29A55DC3-EEE4-4495-A8C1-36D409094AA1}"/>
          </ac:spMkLst>
        </pc:spChg>
        <pc:spChg chg="mod">
          <ac:chgData name="Kaytlin Faith Harrison" userId="S::omt3255@ads.northwestern.edu::3c157b3a-e72e-433b-bed5-e3ff3c40f3ed" providerId="AD" clId="Web-{8AB37990-1B3A-4A9A-DEEB-88A0BED0BE72}" dt="2025-07-09T16:27:53.053" v="1036" actId="14100"/>
          <ac:spMkLst>
            <pc:docMk/>
            <pc:sldMk cId="2736618466" sldId="2147482212"/>
            <ac:spMk id="34" creationId="{AA6E65D6-04D5-B840-C38C-E1790CDB6D61}"/>
          </ac:spMkLst>
        </pc:spChg>
        <pc:spChg chg="del mod">
          <ac:chgData name="Kaytlin Faith Harrison" userId="S::omt3255@ads.northwestern.edu::3c157b3a-e72e-433b-bed5-e3ff3c40f3ed" providerId="AD" clId="Web-{8AB37990-1B3A-4A9A-DEEB-88A0BED0BE72}" dt="2025-07-09T16:27:27.224" v="1027"/>
          <ac:spMkLst>
            <pc:docMk/>
            <pc:sldMk cId="2736618466" sldId="2147482212"/>
            <ac:spMk id="35" creationId="{22A56132-D8CB-AA02-DCCD-C686E685AF68}"/>
          </ac:spMkLst>
        </pc:spChg>
        <pc:spChg chg="del">
          <ac:chgData name="Kaytlin Faith Harrison" userId="S::omt3255@ads.northwestern.edu::3c157b3a-e72e-433b-bed5-e3ff3c40f3ed" providerId="AD" clId="Web-{8AB37990-1B3A-4A9A-DEEB-88A0BED0BE72}" dt="2025-07-09T16:27:31.990" v="1030"/>
          <ac:spMkLst>
            <pc:docMk/>
            <pc:sldMk cId="2736618466" sldId="2147482212"/>
            <ac:spMk id="36" creationId="{85DCBB73-E50D-2E49-4D7B-32A593ABE269}"/>
          </ac:spMkLst>
        </pc:spChg>
        <pc:spChg chg="del mod">
          <ac:chgData name="Kaytlin Faith Harrison" userId="S::omt3255@ads.northwestern.edu::3c157b3a-e72e-433b-bed5-e3ff3c40f3ed" providerId="AD" clId="Web-{8AB37990-1B3A-4A9A-DEEB-88A0BED0BE72}" dt="2025-07-09T16:27:31.053" v="1029"/>
          <ac:spMkLst>
            <pc:docMk/>
            <pc:sldMk cId="2736618466" sldId="2147482212"/>
            <ac:spMk id="37" creationId="{51135543-2E5D-87FB-C31C-E64DB722850C}"/>
          </ac:spMkLst>
        </pc:spChg>
        <pc:spChg chg="del">
          <ac:chgData name="Kaytlin Faith Harrison" userId="S::omt3255@ads.northwestern.edu::3c157b3a-e72e-433b-bed5-e3ff3c40f3ed" providerId="AD" clId="Web-{8AB37990-1B3A-4A9A-DEEB-88A0BED0BE72}" dt="2025-07-09T16:27:38.412" v="1033"/>
          <ac:spMkLst>
            <pc:docMk/>
            <pc:sldMk cId="2736618466" sldId="2147482212"/>
            <ac:spMk id="40" creationId="{B8B1CE38-0BB0-1429-89CE-A7A19D374E31}"/>
          </ac:spMkLst>
        </pc:spChg>
        <pc:spChg chg="del">
          <ac:chgData name="Kaytlin Faith Harrison" userId="S::omt3255@ads.northwestern.edu::3c157b3a-e72e-433b-bed5-e3ff3c40f3ed" providerId="AD" clId="Web-{8AB37990-1B3A-4A9A-DEEB-88A0BED0BE72}" dt="2025-07-09T16:27:36.256" v="1032"/>
          <ac:spMkLst>
            <pc:docMk/>
            <pc:sldMk cId="2736618466" sldId="2147482212"/>
            <ac:spMk id="41" creationId="{434DB4E3-4ABD-80F0-4689-00B968BAC05C}"/>
          </ac:spMkLst>
        </pc:spChg>
        <pc:spChg chg="del">
          <ac:chgData name="Kaytlin Faith Harrison" userId="S::omt3255@ads.northwestern.edu::3c157b3a-e72e-433b-bed5-e3ff3c40f3ed" providerId="AD" clId="Web-{8AB37990-1B3A-4A9A-DEEB-88A0BED0BE72}" dt="2025-07-09T15:39:42.088" v="469"/>
          <ac:spMkLst>
            <pc:docMk/>
            <pc:sldMk cId="2736618466" sldId="2147482212"/>
            <ac:spMk id="42" creationId="{2094A83A-2090-2FC4-B9C3-342DA64F740C}"/>
          </ac:spMkLst>
        </pc:spChg>
        <pc:spChg chg="del">
          <ac:chgData name="Kaytlin Faith Harrison" userId="S::omt3255@ads.northwestern.edu::3c157b3a-e72e-433b-bed5-e3ff3c40f3ed" providerId="AD" clId="Web-{8AB37990-1B3A-4A9A-DEEB-88A0BED0BE72}" dt="2025-07-09T15:39:40.526" v="468"/>
          <ac:spMkLst>
            <pc:docMk/>
            <pc:sldMk cId="2736618466" sldId="2147482212"/>
            <ac:spMk id="43" creationId="{E1C9BD90-7166-839B-531B-E1232D703F10}"/>
          </ac:spMkLst>
        </pc:spChg>
        <pc:spChg chg="del">
          <ac:chgData name="Kaytlin Faith Harrison" userId="S::omt3255@ads.northwestern.edu::3c157b3a-e72e-433b-bed5-e3ff3c40f3ed" providerId="AD" clId="Web-{8AB37990-1B3A-4A9A-DEEB-88A0BED0BE72}" dt="2025-07-09T15:39:45.463" v="472"/>
          <ac:spMkLst>
            <pc:docMk/>
            <pc:sldMk cId="2736618466" sldId="2147482212"/>
            <ac:spMk id="44" creationId="{A1E420E8-F33A-FF00-2314-3D8FEC4E07EB}"/>
          </ac:spMkLst>
        </pc:spChg>
        <pc:spChg chg="del">
          <ac:chgData name="Kaytlin Faith Harrison" userId="S::omt3255@ads.northwestern.edu::3c157b3a-e72e-433b-bed5-e3ff3c40f3ed" providerId="AD" clId="Web-{8AB37990-1B3A-4A9A-DEEB-88A0BED0BE72}" dt="2025-07-09T15:39:45.104" v="471"/>
          <ac:spMkLst>
            <pc:docMk/>
            <pc:sldMk cId="2736618466" sldId="2147482212"/>
            <ac:spMk id="45" creationId="{EA2A7D4E-1708-196E-8FDB-395294AE3715}"/>
          </ac:spMkLst>
        </pc:spChg>
        <pc:spChg chg="del">
          <ac:chgData name="Kaytlin Faith Harrison" userId="S::omt3255@ads.northwestern.edu::3c157b3a-e72e-433b-bed5-e3ff3c40f3ed" providerId="AD" clId="Web-{8AB37990-1B3A-4A9A-DEEB-88A0BED0BE72}" dt="2025-07-09T16:27:34.928" v="1031"/>
          <ac:spMkLst>
            <pc:docMk/>
            <pc:sldMk cId="2736618466" sldId="2147482212"/>
            <ac:spMk id="57" creationId="{EAB5B864-2914-7324-55D4-74F00515E680}"/>
          </ac:spMkLst>
        </pc:spChg>
      </pc:sldChg>
      <pc:sldChg chg="add del replId">
        <pc:chgData name="Kaytlin Faith Harrison" userId="S::omt3255@ads.northwestern.edu::3c157b3a-e72e-433b-bed5-e3ff3c40f3ed" providerId="AD" clId="Web-{8AB37990-1B3A-4A9A-DEEB-88A0BED0BE72}" dt="2025-07-09T15:00:58.607" v="43"/>
        <pc:sldMkLst>
          <pc:docMk/>
          <pc:sldMk cId="4172249774" sldId="2147482212"/>
        </pc:sldMkLst>
      </pc:sldChg>
      <pc:sldChg chg="addSp delSp modSp new mod modClrScheme chgLayout">
        <pc:chgData name="Kaytlin Faith Harrison" userId="S::omt3255@ads.northwestern.edu::3c157b3a-e72e-433b-bed5-e3ff3c40f3ed" providerId="AD" clId="Web-{8AB37990-1B3A-4A9A-DEEB-88A0BED0BE72}" dt="2025-07-09T16:08:24.992" v="660" actId="1076"/>
        <pc:sldMkLst>
          <pc:docMk/>
          <pc:sldMk cId="2299326270" sldId="2147482213"/>
        </pc:sldMkLst>
        <pc:spChg chg="del">
          <ac:chgData name="Kaytlin Faith Harrison" userId="S::omt3255@ads.northwestern.edu::3c157b3a-e72e-433b-bed5-e3ff3c40f3ed" providerId="AD" clId="Web-{8AB37990-1B3A-4A9A-DEEB-88A0BED0BE72}" dt="2025-07-09T16:03:59.298" v="521"/>
          <ac:spMkLst>
            <pc:docMk/>
            <pc:sldMk cId="2299326270" sldId="2147482213"/>
            <ac:spMk id="2" creationId="{20CD9E68-3CB5-58F9-A753-52389C128238}"/>
          </ac:spMkLst>
        </pc:spChg>
        <pc:spChg chg="del mod ord">
          <ac:chgData name="Kaytlin Faith Harrison" userId="S::omt3255@ads.northwestern.edu::3c157b3a-e72e-433b-bed5-e3ff3c40f3ed" providerId="AD" clId="Web-{8AB37990-1B3A-4A9A-DEEB-88A0BED0BE72}" dt="2025-07-09T16:04:01.985" v="522"/>
          <ac:spMkLst>
            <pc:docMk/>
            <pc:sldMk cId="2299326270" sldId="2147482213"/>
            <ac:spMk id="3" creationId="{788280A3-CE78-20E2-61D4-9D949843427F}"/>
          </ac:spMkLst>
        </pc:spChg>
        <pc:spChg chg="mod ord">
          <ac:chgData name="Kaytlin Faith Harrison" userId="S::omt3255@ads.northwestern.edu::3c157b3a-e72e-433b-bed5-e3ff3c40f3ed" providerId="AD" clId="Web-{8AB37990-1B3A-4A9A-DEEB-88A0BED0BE72}" dt="2025-07-09T16:03:59.298" v="521"/>
          <ac:spMkLst>
            <pc:docMk/>
            <pc:sldMk cId="2299326270" sldId="2147482213"/>
            <ac:spMk id="4" creationId="{117E3BB0-0F13-C245-9978-95A4FCC85232}"/>
          </ac:spMkLst>
        </pc:spChg>
        <pc:spChg chg="add mod">
          <ac:chgData name="Kaytlin Faith Harrison" userId="S::omt3255@ads.northwestern.edu::3c157b3a-e72e-433b-bed5-e3ff3c40f3ed" providerId="AD" clId="Web-{8AB37990-1B3A-4A9A-DEEB-88A0BED0BE72}" dt="2025-07-09T16:04:51.283" v="555" actId="1076"/>
          <ac:spMkLst>
            <pc:docMk/>
            <pc:sldMk cId="2299326270" sldId="2147482213"/>
            <ac:spMk id="5" creationId="{E2C039B9-4590-5C69-E5B9-784ADC6D61F6}"/>
          </ac:spMkLst>
        </pc:spChg>
        <pc:spChg chg="add mod">
          <ac:chgData name="Kaytlin Faith Harrison" userId="S::omt3255@ads.northwestern.edu::3c157b3a-e72e-433b-bed5-e3ff3c40f3ed" providerId="AD" clId="Web-{8AB37990-1B3A-4A9A-DEEB-88A0BED0BE72}" dt="2025-07-09T16:07:28.444" v="612" actId="20577"/>
          <ac:spMkLst>
            <pc:docMk/>
            <pc:sldMk cId="2299326270" sldId="2147482213"/>
            <ac:spMk id="7" creationId="{05F0A8A9-B14B-064F-4B89-E050CD9F4262}"/>
          </ac:spMkLst>
        </pc:spChg>
        <pc:spChg chg="add mod">
          <ac:chgData name="Kaytlin Faith Harrison" userId="S::omt3255@ads.northwestern.edu::3c157b3a-e72e-433b-bed5-e3ff3c40f3ed" providerId="AD" clId="Web-{8AB37990-1B3A-4A9A-DEEB-88A0BED0BE72}" dt="2025-07-09T16:08:24.992" v="660" actId="1076"/>
          <ac:spMkLst>
            <pc:docMk/>
            <pc:sldMk cId="2299326270" sldId="2147482213"/>
            <ac:spMk id="8" creationId="{5F785AAB-DDB2-B801-A133-5E6A2B2D226F}"/>
          </ac:spMkLst>
        </pc:spChg>
        <pc:picChg chg="add mod">
          <ac:chgData name="Kaytlin Faith Harrison" userId="S::omt3255@ads.northwestern.edu::3c157b3a-e72e-433b-bed5-e3ff3c40f3ed" providerId="AD" clId="Web-{8AB37990-1B3A-4A9A-DEEB-88A0BED0BE72}" dt="2025-07-09T16:06:34.880" v="558" actId="1076"/>
          <ac:picMkLst>
            <pc:docMk/>
            <pc:sldMk cId="2299326270" sldId="2147482213"/>
            <ac:picMk id="6" creationId="{3E88CAAF-C114-3B89-8E43-579BB3B39EBC}"/>
          </ac:picMkLst>
        </pc:picChg>
      </pc:sldChg>
      <pc:sldChg chg="new del">
        <pc:chgData name="Kaytlin Faith Harrison" userId="S::omt3255@ads.northwestern.edu::3c157b3a-e72e-433b-bed5-e3ff3c40f3ed" providerId="AD" clId="Web-{8AB37990-1B3A-4A9A-DEEB-88A0BED0BE72}" dt="2025-07-09T15:53:53.673" v="482"/>
        <pc:sldMkLst>
          <pc:docMk/>
          <pc:sldMk cId="3149766408" sldId="2147482213"/>
        </pc:sldMkLst>
      </pc:sldChg>
      <pc:sldChg chg="delSp modSp add ord replId">
        <pc:chgData name="Kaytlin Faith Harrison" userId="S::omt3255@ads.northwestern.edu::3c157b3a-e72e-433b-bed5-e3ff3c40f3ed" providerId="AD" clId="Web-{8AB37990-1B3A-4A9A-DEEB-88A0BED0BE72}" dt="2025-07-09T16:28:17.601" v="1040" actId="14100"/>
        <pc:sldMkLst>
          <pc:docMk/>
          <pc:sldMk cId="3745694829" sldId="2147482214"/>
        </pc:sldMkLst>
        <pc:spChg chg="mod">
          <ac:chgData name="Kaytlin Faith Harrison" userId="S::omt3255@ads.northwestern.edu::3c157b3a-e72e-433b-bed5-e3ff3c40f3ed" providerId="AD" clId="Web-{8AB37990-1B3A-4A9A-DEEB-88A0BED0BE72}" dt="2025-07-09T16:28:17.601" v="1040" actId="14100"/>
          <ac:spMkLst>
            <pc:docMk/>
            <pc:sldMk cId="3745694829" sldId="2147482214"/>
            <ac:spMk id="34" creationId="{E9F627C2-C222-50E3-0302-24F855C10359}"/>
          </ac:spMkLst>
        </pc:spChg>
        <pc:spChg chg="del">
          <ac:chgData name="Kaytlin Faith Harrison" userId="S::omt3255@ads.northwestern.edu::3c157b3a-e72e-433b-bed5-e3ff3c40f3ed" providerId="AD" clId="Web-{8AB37990-1B3A-4A9A-DEEB-88A0BED0BE72}" dt="2025-07-09T16:28:00.897" v="1038"/>
          <ac:spMkLst>
            <pc:docMk/>
            <pc:sldMk cId="3745694829" sldId="2147482214"/>
            <ac:spMk id="40" creationId="{E0697CEA-B9DE-5B5C-5371-06DE020580CA}"/>
          </ac:spMkLst>
        </pc:spChg>
        <pc:spChg chg="del">
          <ac:chgData name="Kaytlin Faith Harrison" userId="S::omt3255@ads.northwestern.edu::3c157b3a-e72e-433b-bed5-e3ff3c40f3ed" providerId="AD" clId="Web-{8AB37990-1B3A-4A9A-DEEB-88A0BED0BE72}" dt="2025-07-09T16:27:59.069" v="1037"/>
          <ac:spMkLst>
            <pc:docMk/>
            <pc:sldMk cId="3745694829" sldId="2147482214"/>
            <ac:spMk id="41" creationId="{649BDBEC-7F76-79CA-E34D-38C8493A2FF4}"/>
          </ac:spMkLst>
        </pc:spChg>
      </pc:sldChg>
      <pc:sldChg chg="addSp modSp add ord replId">
        <pc:chgData name="Kaytlin Faith Harrison" userId="S::omt3255@ads.northwestern.edu::3c157b3a-e72e-433b-bed5-e3ff3c40f3ed" providerId="AD" clId="Web-{8AB37990-1B3A-4A9A-DEEB-88A0BED0BE72}" dt="2025-07-09T16:29:12.930" v="1047" actId="14100"/>
        <pc:sldMkLst>
          <pc:docMk/>
          <pc:sldMk cId="893859155" sldId="2147482215"/>
        </pc:sldMkLst>
        <pc:spChg chg="add mod">
          <ac:chgData name="Kaytlin Faith Harrison" userId="S::omt3255@ads.northwestern.edu::3c157b3a-e72e-433b-bed5-e3ff3c40f3ed" providerId="AD" clId="Web-{8AB37990-1B3A-4A9A-DEEB-88A0BED0BE72}" dt="2025-07-09T16:29:12.930" v="1047" actId="14100"/>
          <ac:spMkLst>
            <pc:docMk/>
            <pc:sldMk cId="893859155" sldId="2147482215"/>
            <ac:spMk id="2" creationId="{A1CDCBE1-3AD5-4632-972F-5D91029688F6}"/>
          </ac:spMkLst>
        </pc:spChg>
      </pc:sldChg>
    </pc:docChg>
  </pc:docChgLst>
  <pc:docChgLst>
    <pc:chgData name="Kaytlin Faith Harrison" userId="S::omt3255@ads.northwestern.edu::3c157b3a-e72e-433b-bed5-e3ff3c40f3ed" providerId="AD" clId="Web-{E992725B-B109-001D-9EAE-9DBF8D3689DA}"/>
    <pc:docChg chg="delSld modSld sldOrd">
      <pc:chgData name="Kaytlin Faith Harrison" userId="S::omt3255@ads.northwestern.edu::3c157b3a-e72e-433b-bed5-e3ff3c40f3ed" providerId="AD" clId="Web-{E992725B-B109-001D-9EAE-9DBF8D3689DA}" dt="2025-07-09T14:46:57.120" v="302" actId="20577"/>
      <pc:docMkLst>
        <pc:docMk/>
      </pc:docMkLst>
      <pc:sldChg chg="modNotes">
        <pc:chgData name="Kaytlin Faith Harrison" userId="S::omt3255@ads.northwestern.edu::3c157b3a-e72e-433b-bed5-e3ff3c40f3ed" providerId="AD" clId="Web-{E992725B-B109-001D-9EAE-9DBF8D3689DA}" dt="2025-07-09T14:36:26.209" v="213"/>
        <pc:sldMkLst>
          <pc:docMk/>
          <pc:sldMk cId="109857222" sldId="256"/>
        </pc:sldMkLst>
      </pc:sldChg>
      <pc:sldChg chg="ord">
        <pc:chgData name="Kaytlin Faith Harrison" userId="S::omt3255@ads.northwestern.edu::3c157b3a-e72e-433b-bed5-e3ff3c40f3ed" providerId="AD" clId="Web-{E992725B-B109-001D-9EAE-9DBF8D3689DA}" dt="2025-07-09T14:36:54.319" v="214"/>
        <pc:sldMkLst>
          <pc:docMk/>
          <pc:sldMk cId="1507536464" sldId="257"/>
        </pc:sldMkLst>
      </pc:sldChg>
      <pc:sldChg chg="modSp">
        <pc:chgData name="Kaytlin Faith Harrison" userId="S::omt3255@ads.northwestern.edu::3c157b3a-e72e-433b-bed5-e3ff3c40f3ed" providerId="AD" clId="Web-{E992725B-B109-001D-9EAE-9DBF8D3689DA}" dt="2025-07-09T14:39:15.152" v="221" actId="20577"/>
        <pc:sldMkLst>
          <pc:docMk/>
          <pc:sldMk cId="917543501" sldId="261"/>
        </pc:sldMkLst>
        <pc:spChg chg="mod">
          <ac:chgData name="Kaytlin Faith Harrison" userId="S::omt3255@ads.northwestern.edu::3c157b3a-e72e-433b-bed5-e3ff3c40f3ed" providerId="AD" clId="Web-{E992725B-B109-001D-9EAE-9DBF8D3689DA}" dt="2025-07-09T14:39:15.152" v="221" actId="20577"/>
          <ac:spMkLst>
            <pc:docMk/>
            <pc:sldMk cId="917543501" sldId="261"/>
            <ac:spMk id="127" creationId="{36ABC797-326A-3771-7A5E-5B96AEEB98BC}"/>
          </ac:spMkLst>
        </pc:spChg>
      </pc:sldChg>
      <pc:sldChg chg="modSp">
        <pc:chgData name="Kaytlin Faith Harrison" userId="S::omt3255@ads.northwestern.edu::3c157b3a-e72e-433b-bed5-e3ff3c40f3ed" providerId="AD" clId="Web-{E992725B-B109-001D-9EAE-9DBF8D3689DA}" dt="2025-07-09T14:39:57.559" v="233" actId="20577"/>
        <pc:sldMkLst>
          <pc:docMk/>
          <pc:sldMk cId="873890625" sldId="262"/>
        </pc:sldMkLst>
        <pc:spChg chg="mod">
          <ac:chgData name="Kaytlin Faith Harrison" userId="S::omt3255@ads.northwestern.edu::3c157b3a-e72e-433b-bed5-e3ff3c40f3ed" providerId="AD" clId="Web-{E992725B-B109-001D-9EAE-9DBF8D3689DA}" dt="2025-07-09T14:39:57.559" v="233" actId="20577"/>
          <ac:spMkLst>
            <pc:docMk/>
            <pc:sldMk cId="873890625" sldId="262"/>
            <ac:spMk id="2" creationId="{9A7291F9-46B9-2491-112C-1696FAE3DD8F}"/>
          </ac:spMkLst>
        </pc:spChg>
      </pc:sldChg>
      <pc:sldChg chg="modSp">
        <pc:chgData name="Kaytlin Faith Harrison" userId="S::omt3255@ads.northwestern.edu::3c157b3a-e72e-433b-bed5-e3ff3c40f3ed" providerId="AD" clId="Web-{E992725B-B109-001D-9EAE-9DBF8D3689DA}" dt="2025-07-09T14:43:36.926" v="287" actId="20577"/>
        <pc:sldMkLst>
          <pc:docMk/>
          <pc:sldMk cId="803116407" sldId="263"/>
        </pc:sldMkLst>
        <pc:spChg chg="mod">
          <ac:chgData name="Kaytlin Faith Harrison" userId="S::omt3255@ads.northwestern.edu::3c157b3a-e72e-433b-bed5-e3ff3c40f3ed" providerId="AD" clId="Web-{E992725B-B109-001D-9EAE-9DBF8D3689DA}" dt="2025-07-09T14:43:36.926" v="287" actId="20577"/>
          <ac:spMkLst>
            <pc:docMk/>
            <pc:sldMk cId="803116407" sldId="263"/>
            <ac:spMk id="2" creationId="{36F21790-E13D-9162-D9A3-311F9B348890}"/>
          </ac:spMkLst>
        </pc:spChg>
        <pc:graphicFrameChg chg="modGraphic">
          <ac:chgData name="Kaytlin Faith Harrison" userId="S::omt3255@ads.northwestern.edu::3c157b3a-e72e-433b-bed5-e3ff3c40f3ed" providerId="AD" clId="Web-{E992725B-B109-001D-9EAE-9DBF8D3689DA}" dt="2025-07-09T14:42:18.876" v="263" actId="20577"/>
          <ac:graphicFrameMkLst>
            <pc:docMk/>
            <pc:sldMk cId="803116407" sldId="263"/>
            <ac:graphicFrameMk id="6" creationId="{9BBB900C-C349-4F28-1E0E-D06AF80D686B}"/>
          </ac:graphicFrameMkLst>
        </pc:graphicFrameChg>
      </pc:sldChg>
      <pc:sldChg chg="del">
        <pc:chgData name="Kaytlin Faith Harrison" userId="S::omt3255@ads.northwestern.edu::3c157b3a-e72e-433b-bed5-e3ff3c40f3ed" providerId="AD" clId="Web-{E992725B-B109-001D-9EAE-9DBF8D3689DA}" dt="2025-07-09T14:46:35.103" v="290"/>
        <pc:sldMkLst>
          <pc:docMk/>
          <pc:sldMk cId="400469279" sldId="265"/>
        </pc:sldMkLst>
      </pc:sldChg>
      <pc:sldChg chg="modSp">
        <pc:chgData name="Kaytlin Faith Harrison" userId="S::omt3255@ads.northwestern.edu::3c157b3a-e72e-433b-bed5-e3ff3c40f3ed" providerId="AD" clId="Web-{E992725B-B109-001D-9EAE-9DBF8D3689DA}" dt="2025-07-09T14:35:43.567" v="209" actId="1076"/>
        <pc:sldMkLst>
          <pc:docMk/>
          <pc:sldMk cId="2098371493" sldId="2147482205"/>
        </pc:sldMkLst>
        <pc:spChg chg="mod">
          <ac:chgData name="Kaytlin Faith Harrison" userId="S::omt3255@ads.northwestern.edu::3c157b3a-e72e-433b-bed5-e3ff3c40f3ed" providerId="AD" clId="Web-{E992725B-B109-001D-9EAE-9DBF8D3689DA}" dt="2025-07-09T14:35:43.567" v="209" actId="1076"/>
          <ac:spMkLst>
            <pc:docMk/>
            <pc:sldMk cId="2098371493" sldId="2147482205"/>
            <ac:spMk id="5" creationId="{EE8FCE02-0399-7D39-4576-02619CE30EAC}"/>
          </ac:spMkLst>
        </pc:spChg>
        <pc:spChg chg="mod">
          <ac:chgData name="Kaytlin Faith Harrison" userId="S::omt3255@ads.northwestern.edu::3c157b3a-e72e-433b-bed5-e3ff3c40f3ed" providerId="AD" clId="Web-{E992725B-B109-001D-9EAE-9DBF8D3689DA}" dt="2025-07-09T14:35:33.473" v="208" actId="1076"/>
          <ac:spMkLst>
            <pc:docMk/>
            <pc:sldMk cId="2098371493" sldId="2147482205"/>
            <ac:spMk id="6" creationId="{46BE585B-DF8A-BC1C-2B75-1A2AD717EB69}"/>
          </ac:spMkLst>
        </pc:spChg>
        <pc:spChg chg="mod">
          <ac:chgData name="Kaytlin Faith Harrison" userId="S::omt3255@ads.northwestern.edu::3c157b3a-e72e-433b-bed5-e3ff3c40f3ed" providerId="AD" clId="Web-{E992725B-B109-001D-9EAE-9DBF8D3689DA}" dt="2025-07-09T14:34:10.798" v="191" actId="14100"/>
          <ac:spMkLst>
            <pc:docMk/>
            <pc:sldMk cId="2098371493" sldId="2147482205"/>
            <ac:spMk id="7" creationId="{2293F458-B428-B470-1280-22DA3E393281}"/>
          </ac:spMkLst>
        </pc:spChg>
        <pc:spChg chg="mod">
          <ac:chgData name="Kaytlin Faith Harrison" userId="S::omt3255@ads.northwestern.edu::3c157b3a-e72e-433b-bed5-e3ff3c40f3ed" providerId="AD" clId="Web-{E992725B-B109-001D-9EAE-9DBF8D3689DA}" dt="2025-07-09T14:34:24.970" v="193" actId="14100"/>
          <ac:spMkLst>
            <pc:docMk/>
            <pc:sldMk cId="2098371493" sldId="2147482205"/>
            <ac:spMk id="8" creationId="{00C05666-449A-8A17-3A13-283F143BEECE}"/>
          </ac:spMkLst>
        </pc:spChg>
        <pc:spChg chg="mod">
          <ac:chgData name="Kaytlin Faith Harrison" userId="S::omt3255@ads.northwestern.edu::3c157b3a-e72e-433b-bed5-e3ff3c40f3ed" providerId="AD" clId="Web-{E992725B-B109-001D-9EAE-9DBF8D3689DA}" dt="2025-07-09T14:35:07.519" v="205" actId="1076"/>
          <ac:spMkLst>
            <pc:docMk/>
            <pc:sldMk cId="2098371493" sldId="2147482205"/>
            <ac:spMk id="9" creationId="{228E76BE-EB8C-D219-B7A7-F358F3C2BBA4}"/>
          </ac:spMkLst>
        </pc:spChg>
        <pc:spChg chg="mod">
          <ac:chgData name="Kaytlin Faith Harrison" userId="S::omt3255@ads.northwestern.edu::3c157b3a-e72e-433b-bed5-e3ff3c40f3ed" providerId="AD" clId="Web-{E992725B-B109-001D-9EAE-9DBF8D3689DA}" dt="2025-07-09T14:35:13.800" v="206" actId="1076"/>
          <ac:spMkLst>
            <pc:docMk/>
            <pc:sldMk cId="2098371493" sldId="2147482205"/>
            <ac:spMk id="10" creationId="{FFEC6E9F-1443-5630-CE5E-3FB1C714C6B6}"/>
          </ac:spMkLst>
        </pc:spChg>
        <pc:spChg chg="mod">
          <ac:chgData name="Kaytlin Faith Harrison" userId="S::omt3255@ads.northwestern.edu::3c157b3a-e72e-433b-bed5-e3ff3c40f3ed" providerId="AD" clId="Web-{E992725B-B109-001D-9EAE-9DBF8D3689DA}" dt="2025-07-09T14:35:01.394" v="199" actId="1076"/>
          <ac:spMkLst>
            <pc:docMk/>
            <pc:sldMk cId="2098371493" sldId="2147482205"/>
            <ac:spMk id="28" creationId="{6EC4529E-48D1-76A8-BD24-132DDE685342}"/>
          </ac:spMkLst>
        </pc:spChg>
        <pc:spChg chg="mod">
          <ac:chgData name="Kaytlin Faith Harrison" userId="S::omt3255@ads.northwestern.edu::3c157b3a-e72e-433b-bed5-e3ff3c40f3ed" providerId="AD" clId="Web-{E992725B-B109-001D-9EAE-9DBF8D3689DA}" dt="2025-07-09T14:35:01.409" v="200" actId="1076"/>
          <ac:spMkLst>
            <pc:docMk/>
            <pc:sldMk cId="2098371493" sldId="2147482205"/>
            <ac:spMk id="29" creationId="{13479BF9-8562-12C5-8D89-27E1195845FB}"/>
          </ac:spMkLst>
        </pc:spChg>
        <pc:spChg chg="mod">
          <ac:chgData name="Kaytlin Faith Harrison" userId="S::omt3255@ads.northwestern.edu::3c157b3a-e72e-433b-bed5-e3ff3c40f3ed" providerId="AD" clId="Web-{E992725B-B109-001D-9EAE-9DBF8D3689DA}" dt="2025-07-09T14:35:01.425" v="201" actId="1076"/>
          <ac:spMkLst>
            <pc:docMk/>
            <pc:sldMk cId="2098371493" sldId="2147482205"/>
            <ac:spMk id="30" creationId="{55D45980-524D-04B3-9683-E17EC0EE41E2}"/>
          </ac:spMkLst>
        </pc:spChg>
        <pc:spChg chg="mod">
          <ac:chgData name="Kaytlin Faith Harrison" userId="S::omt3255@ads.northwestern.edu::3c157b3a-e72e-433b-bed5-e3ff3c40f3ed" providerId="AD" clId="Web-{E992725B-B109-001D-9EAE-9DBF8D3689DA}" dt="2025-07-09T14:35:01.456" v="202" actId="1076"/>
          <ac:spMkLst>
            <pc:docMk/>
            <pc:sldMk cId="2098371493" sldId="2147482205"/>
            <ac:spMk id="31" creationId="{56CBA475-6088-4323-BA65-421D89DD9EE5}"/>
          </ac:spMkLst>
        </pc:spChg>
        <pc:spChg chg="mod">
          <ac:chgData name="Kaytlin Faith Harrison" userId="S::omt3255@ads.northwestern.edu::3c157b3a-e72e-433b-bed5-e3ff3c40f3ed" providerId="AD" clId="Web-{E992725B-B109-001D-9EAE-9DBF8D3689DA}" dt="2025-07-09T14:33:31.641" v="161" actId="1076"/>
          <ac:spMkLst>
            <pc:docMk/>
            <pc:sldMk cId="2098371493" sldId="2147482205"/>
            <ac:spMk id="32" creationId="{09A38C59-93B7-C87D-347D-2276D01C09A4}"/>
          </ac:spMkLst>
        </pc:spChg>
        <pc:spChg chg="mod">
          <ac:chgData name="Kaytlin Faith Harrison" userId="S::omt3255@ads.northwestern.edu::3c157b3a-e72e-433b-bed5-e3ff3c40f3ed" providerId="AD" clId="Web-{E992725B-B109-001D-9EAE-9DBF8D3689DA}" dt="2025-07-09T14:33:43.141" v="173" actId="1076"/>
          <ac:spMkLst>
            <pc:docMk/>
            <pc:sldMk cId="2098371493" sldId="2147482205"/>
            <ac:spMk id="33" creationId="{98F784CB-23E3-E391-A74B-0F31385B0104}"/>
          </ac:spMkLst>
        </pc:spChg>
        <pc:spChg chg="mod">
          <ac:chgData name="Kaytlin Faith Harrison" userId="S::omt3255@ads.northwestern.edu::3c157b3a-e72e-433b-bed5-e3ff3c40f3ed" providerId="AD" clId="Web-{E992725B-B109-001D-9EAE-9DBF8D3689DA}" dt="2025-07-09T14:33:31.672" v="162" actId="1076"/>
          <ac:spMkLst>
            <pc:docMk/>
            <pc:sldMk cId="2098371493" sldId="2147482205"/>
            <ac:spMk id="34" creationId="{2D971E3C-348E-8374-5143-A62EE43D038C}"/>
          </ac:spMkLst>
        </pc:spChg>
        <pc:spChg chg="mod">
          <ac:chgData name="Kaytlin Faith Harrison" userId="S::omt3255@ads.northwestern.edu::3c157b3a-e72e-433b-bed5-e3ff3c40f3ed" providerId="AD" clId="Web-{E992725B-B109-001D-9EAE-9DBF8D3689DA}" dt="2025-07-09T14:33:31.703" v="163" actId="1076"/>
          <ac:spMkLst>
            <pc:docMk/>
            <pc:sldMk cId="2098371493" sldId="2147482205"/>
            <ac:spMk id="35" creationId="{20054EF5-6080-3BED-EE03-B10476EB20AA}"/>
          </ac:spMkLst>
        </pc:spChg>
        <pc:spChg chg="mod">
          <ac:chgData name="Kaytlin Faith Harrison" userId="S::omt3255@ads.northwestern.edu::3c157b3a-e72e-433b-bed5-e3ff3c40f3ed" providerId="AD" clId="Web-{E992725B-B109-001D-9EAE-9DBF8D3689DA}" dt="2025-07-09T14:33:31.719" v="164" actId="1076"/>
          <ac:spMkLst>
            <pc:docMk/>
            <pc:sldMk cId="2098371493" sldId="2147482205"/>
            <ac:spMk id="36" creationId="{D014A2B0-B5A9-B6D5-4A3D-040DAACA84F9}"/>
          </ac:spMkLst>
        </pc:spChg>
        <pc:spChg chg="mod">
          <ac:chgData name="Kaytlin Faith Harrison" userId="S::omt3255@ads.northwestern.edu::3c157b3a-e72e-433b-bed5-e3ff3c40f3ed" providerId="AD" clId="Web-{E992725B-B109-001D-9EAE-9DBF8D3689DA}" dt="2025-07-09T14:33:31.750" v="165" actId="1076"/>
          <ac:spMkLst>
            <pc:docMk/>
            <pc:sldMk cId="2098371493" sldId="2147482205"/>
            <ac:spMk id="37" creationId="{67639AF2-EBBE-0D10-2573-8BD76E46E4DB}"/>
          </ac:spMkLst>
        </pc:spChg>
        <pc:spChg chg="mod">
          <ac:chgData name="Kaytlin Faith Harrison" userId="S::omt3255@ads.northwestern.edu::3c157b3a-e72e-433b-bed5-e3ff3c40f3ed" providerId="AD" clId="Web-{E992725B-B109-001D-9EAE-9DBF8D3689DA}" dt="2025-07-09T14:33:31.766" v="166" actId="1076"/>
          <ac:spMkLst>
            <pc:docMk/>
            <pc:sldMk cId="2098371493" sldId="2147482205"/>
            <ac:spMk id="38" creationId="{C9CB02AF-6674-2001-940A-D4D3A9FFC6D2}"/>
          </ac:spMkLst>
        </pc:spChg>
        <pc:spChg chg="mod">
          <ac:chgData name="Kaytlin Faith Harrison" userId="S::omt3255@ads.northwestern.edu::3c157b3a-e72e-433b-bed5-e3ff3c40f3ed" providerId="AD" clId="Web-{E992725B-B109-001D-9EAE-9DBF8D3689DA}" dt="2025-07-09T14:33:31.797" v="167" actId="1076"/>
          <ac:spMkLst>
            <pc:docMk/>
            <pc:sldMk cId="2098371493" sldId="2147482205"/>
            <ac:spMk id="39" creationId="{7A1487DB-82BA-AF2D-3505-01E130BCFE84}"/>
          </ac:spMkLst>
        </pc:spChg>
        <pc:spChg chg="mod">
          <ac:chgData name="Kaytlin Faith Harrison" userId="S::omt3255@ads.northwestern.edu::3c157b3a-e72e-433b-bed5-e3ff3c40f3ed" providerId="AD" clId="Web-{E992725B-B109-001D-9EAE-9DBF8D3689DA}" dt="2025-07-09T14:33:31.828" v="168" actId="1076"/>
          <ac:spMkLst>
            <pc:docMk/>
            <pc:sldMk cId="2098371493" sldId="2147482205"/>
            <ac:spMk id="40" creationId="{906D74BA-5D46-2AE7-2527-BC2680C83D75}"/>
          </ac:spMkLst>
        </pc:spChg>
        <pc:spChg chg="mod">
          <ac:chgData name="Kaytlin Faith Harrison" userId="S::omt3255@ads.northwestern.edu::3c157b3a-e72e-433b-bed5-e3ff3c40f3ed" providerId="AD" clId="Web-{E992725B-B109-001D-9EAE-9DBF8D3689DA}" dt="2025-07-09T14:33:31.844" v="169" actId="1076"/>
          <ac:spMkLst>
            <pc:docMk/>
            <pc:sldMk cId="2098371493" sldId="2147482205"/>
            <ac:spMk id="41" creationId="{9FA9173A-80EE-75BE-084F-3543910FCDA2}"/>
          </ac:spMkLst>
        </pc:spChg>
        <pc:spChg chg="mod">
          <ac:chgData name="Kaytlin Faith Harrison" userId="S::omt3255@ads.northwestern.edu::3c157b3a-e72e-433b-bed5-e3ff3c40f3ed" providerId="AD" clId="Web-{E992725B-B109-001D-9EAE-9DBF8D3689DA}" dt="2025-07-09T14:33:31.875" v="170" actId="1076"/>
          <ac:spMkLst>
            <pc:docMk/>
            <pc:sldMk cId="2098371493" sldId="2147482205"/>
            <ac:spMk id="57" creationId="{9C35B362-26DD-D780-48AE-6609659ADC9F}"/>
          </ac:spMkLst>
        </pc:spChg>
        <pc:spChg chg="mod">
          <ac:chgData name="Kaytlin Faith Harrison" userId="S::omt3255@ads.northwestern.edu::3c157b3a-e72e-433b-bed5-e3ff3c40f3ed" providerId="AD" clId="Web-{E992725B-B109-001D-9EAE-9DBF8D3689DA}" dt="2025-07-09T14:33:31.891" v="171" actId="1076"/>
          <ac:spMkLst>
            <pc:docMk/>
            <pc:sldMk cId="2098371493" sldId="2147482205"/>
            <ac:spMk id="64" creationId="{25BC2E27-1EB7-3A4C-73AB-BEAA01D44231}"/>
          </ac:spMkLst>
        </pc:spChg>
        <pc:spChg chg="mod">
          <ac:chgData name="Kaytlin Faith Harrison" userId="S::omt3255@ads.northwestern.edu::3c157b3a-e72e-433b-bed5-e3ff3c40f3ed" providerId="AD" clId="Web-{E992725B-B109-001D-9EAE-9DBF8D3689DA}" dt="2025-07-09T14:33:31.906" v="172" actId="1076"/>
          <ac:spMkLst>
            <pc:docMk/>
            <pc:sldMk cId="2098371493" sldId="2147482205"/>
            <ac:spMk id="66" creationId="{37BA3BB0-48DA-F25D-C09D-0D18FD45D8B4}"/>
          </ac:spMkLst>
        </pc:spChg>
        <pc:spChg chg="mod">
          <ac:chgData name="Kaytlin Faith Harrison" userId="S::omt3255@ads.northwestern.edu::3c157b3a-e72e-433b-bed5-e3ff3c40f3ed" providerId="AD" clId="Web-{E992725B-B109-001D-9EAE-9DBF8D3689DA}" dt="2025-07-09T14:35:01.472" v="203" actId="1076"/>
          <ac:spMkLst>
            <pc:docMk/>
            <pc:sldMk cId="2098371493" sldId="2147482205"/>
            <ac:spMk id="71" creationId="{72EF52BB-F78B-EEF0-203F-50A950254828}"/>
          </ac:spMkLst>
        </pc:spChg>
        <pc:spChg chg="mod">
          <ac:chgData name="Kaytlin Faith Harrison" userId="S::omt3255@ads.northwestern.edu::3c157b3a-e72e-433b-bed5-e3ff3c40f3ed" providerId="AD" clId="Web-{E992725B-B109-001D-9EAE-9DBF8D3689DA}" dt="2025-07-09T14:35:01.487" v="204" actId="1076"/>
          <ac:spMkLst>
            <pc:docMk/>
            <pc:sldMk cId="2098371493" sldId="2147482205"/>
            <ac:spMk id="72" creationId="{83B58974-17CF-1C7D-F70D-93A0A0525DAC}"/>
          </ac:spMkLst>
        </pc:spChg>
        <pc:grpChg chg="mod">
          <ac:chgData name="Kaytlin Faith Harrison" userId="S::omt3255@ads.northwestern.edu::3c157b3a-e72e-433b-bed5-e3ff3c40f3ed" providerId="AD" clId="Web-{E992725B-B109-001D-9EAE-9DBF8D3689DA}" dt="2025-07-09T14:33:31.609" v="160" actId="1076"/>
          <ac:grpSpMkLst>
            <pc:docMk/>
            <pc:sldMk cId="2098371493" sldId="2147482205"/>
            <ac:grpSpMk id="27" creationId="{D8E5E6B0-E88D-C7D1-48FA-814CCABAA072}"/>
          </ac:grpSpMkLst>
        </pc:grpChg>
      </pc:sldChg>
      <pc:sldChg chg="modSp">
        <pc:chgData name="Kaytlin Faith Harrison" userId="S::omt3255@ads.northwestern.edu::3c157b3a-e72e-433b-bed5-e3ff3c40f3ed" providerId="AD" clId="Web-{E992725B-B109-001D-9EAE-9DBF8D3689DA}" dt="2025-07-09T14:46:57.120" v="302" actId="20577"/>
        <pc:sldMkLst>
          <pc:docMk/>
          <pc:sldMk cId="359142546" sldId="2147482206"/>
        </pc:sldMkLst>
        <pc:spChg chg="mod">
          <ac:chgData name="Kaytlin Faith Harrison" userId="S::omt3255@ads.northwestern.edu::3c157b3a-e72e-433b-bed5-e3ff3c40f3ed" providerId="AD" clId="Web-{E992725B-B109-001D-9EAE-9DBF8D3689DA}" dt="2025-07-09T14:46:53.323" v="301" actId="20577"/>
          <ac:spMkLst>
            <pc:docMk/>
            <pc:sldMk cId="359142546" sldId="2147482206"/>
            <ac:spMk id="2" creationId="{DD6EC280-A1BD-F45B-B413-7CAE555F39CC}"/>
          </ac:spMkLst>
        </pc:spChg>
        <pc:spChg chg="mod">
          <ac:chgData name="Kaytlin Faith Harrison" userId="S::omt3255@ads.northwestern.edu::3c157b3a-e72e-433b-bed5-e3ff3c40f3ed" providerId="AD" clId="Web-{E992725B-B109-001D-9EAE-9DBF8D3689DA}" dt="2025-07-09T14:46:57.120" v="302" actId="20577"/>
          <ac:spMkLst>
            <pc:docMk/>
            <pc:sldMk cId="359142546" sldId="2147482206"/>
            <ac:spMk id="4" creationId="{0DE88B85-F7B1-F0EE-1079-681AF86FC23C}"/>
          </ac:spMkLst>
        </pc:spChg>
      </pc:sldChg>
      <pc:sldChg chg="addSp modSp">
        <pc:chgData name="Kaytlin Faith Harrison" userId="S::omt3255@ads.northwestern.edu::3c157b3a-e72e-433b-bed5-e3ff3c40f3ed" providerId="AD" clId="Web-{E992725B-B109-001D-9EAE-9DBF8D3689DA}" dt="2025-07-09T14:43:48.973" v="289" actId="1076"/>
        <pc:sldMkLst>
          <pc:docMk/>
          <pc:sldMk cId="246143406" sldId="2147482210"/>
        </pc:sldMkLst>
        <pc:spChg chg="mod">
          <ac:chgData name="Kaytlin Faith Harrison" userId="S::omt3255@ads.northwestern.edu::3c157b3a-e72e-433b-bed5-e3ff3c40f3ed" providerId="AD" clId="Web-{E992725B-B109-001D-9EAE-9DBF8D3689DA}" dt="2025-07-09T14:30:28.932" v="85" actId="20577"/>
          <ac:spMkLst>
            <pc:docMk/>
            <pc:sldMk cId="246143406" sldId="2147482210"/>
            <ac:spMk id="4" creationId="{AB969614-3248-BD57-4CD0-789614CFC870}"/>
          </ac:spMkLst>
        </pc:spChg>
        <pc:spChg chg="mod">
          <ac:chgData name="Kaytlin Faith Harrison" userId="S::omt3255@ads.northwestern.edu::3c157b3a-e72e-433b-bed5-e3ff3c40f3ed" providerId="AD" clId="Web-{E992725B-B109-001D-9EAE-9DBF8D3689DA}" dt="2025-07-09T14:30:25.869" v="84" actId="20577"/>
          <ac:spMkLst>
            <pc:docMk/>
            <pc:sldMk cId="246143406" sldId="2147482210"/>
            <ac:spMk id="6" creationId="{14AAA4A3-988B-FFE0-6B1F-C3D482C7D893}"/>
          </ac:spMkLst>
        </pc:spChg>
        <pc:spChg chg="add mod">
          <ac:chgData name="Kaytlin Faith Harrison" userId="S::omt3255@ads.northwestern.edu::3c157b3a-e72e-433b-bed5-e3ff3c40f3ed" providerId="AD" clId="Web-{E992725B-B109-001D-9EAE-9DBF8D3689DA}" dt="2025-07-09T14:43:48.973" v="289" actId="1076"/>
          <ac:spMkLst>
            <pc:docMk/>
            <pc:sldMk cId="246143406" sldId="2147482210"/>
            <ac:spMk id="9" creationId="{251B1635-9DE7-8026-EBA3-FB25217006B0}"/>
          </ac:spMkLst>
        </pc:spChg>
        <pc:spChg chg="mod">
          <ac:chgData name="Kaytlin Faith Harrison" userId="S::omt3255@ads.northwestern.edu::3c157b3a-e72e-433b-bed5-e3ff3c40f3ed" providerId="AD" clId="Web-{E992725B-B109-001D-9EAE-9DBF8D3689DA}" dt="2025-07-09T14:28:25.990" v="1" actId="20577"/>
          <ac:spMkLst>
            <pc:docMk/>
            <pc:sldMk cId="246143406" sldId="2147482210"/>
            <ac:spMk id="17" creationId="{A0D6F17B-C051-5F6B-4C7F-2B9A74DD55EA}"/>
          </ac:spMkLst>
        </pc:spChg>
        <pc:spChg chg="mod">
          <ac:chgData name="Kaytlin Faith Harrison" userId="S::omt3255@ads.northwestern.edu::3c157b3a-e72e-433b-bed5-e3ff3c40f3ed" providerId="AD" clId="Web-{E992725B-B109-001D-9EAE-9DBF8D3689DA}" dt="2025-07-09T14:42:45.596" v="269" actId="20577"/>
          <ac:spMkLst>
            <pc:docMk/>
            <pc:sldMk cId="246143406" sldId="2147482210"/>
            <ac:spMk id="18" creationId="{6189A901-C48D-9AC8-0DDB-E2F16A0E1AB3}"/>
          </ac:spMkLst>
        </pc:spChg>
      </pc:sldChg>
    </pc:docChg>
  </pc:docChgLst>
  <pc:docChgLst>
    <pc:chgData name="Kaytlin Faith Harrison" userId="S::omt3255@ads.northwestern.edu::3c157b3a-e72e-433b-bed5-e3ff3c40f3ed" providerId="AD" clId="Web-{BEA35F65-FA1D-C4BE-7EEA-944D2D28E948}"/>
    <pc:docChg chg="addSld delSld modSld sldOrd addMainMaster">
      <pc:chgData name="Kaytlin Faith Harrison" userId="S::omt3255@ads.northwestern.edu::3c157b3a-e72e-433b-bed5-e3ff3c40f3ed" providerId="AD" clId="Web-{BEA35F65-FA1D-C4BE-7EEA-944D2D28E948}" dt="2025-07-09T14:27:58.980" v="830" actId="20577"/>
      <pc:docMkLst>
        <pc:docMk/>
      </pc:docMkLst>
      <pc:sldChg chg="modSp modNotes">
        <pc:chgData name="Kaytlin Faith Harrison" userId="S::omt3255@ads.northwestern.edu::3c157b3a-e72e-433b-bed5-e3ff3c40f3ed" providerId="AD" clId="Web-{BEA35F65-FA1D-C4BE-7EEA-944D2D28E948}" dt="2025-07-09T14:10:24.834" v="575" actId="20577"/>
        <pc:sldMkLst>
          <pc:docMk/>
          <pc:sldMk cId="109857222" sldId="256"/>
        </pc:sldMkLst>
        <pc:spChg chg="mod">
          <ac:chgData name="Kaytlin Faith Harrison" userId="S::omt3255@ads.northwestern.edu::3c157b3a-e72e-433b-bed5-e3ff3c40f3ed" providerId="AD" clId="Web-{BEA35F65-FA1D-C4BE-7EEA-944D2D28E948}" dt="2025-07-09T14:10:19.256" v="572" actId="20577"/>
          <ac:spMkLst>
            <pc:docMk/>
            <pc:sldMk cId="109857222" sldId="256"/>
            <ac:spMk id="2" creationId="{00000000-0000-0000-0000-000000000000}"/>
          </ac:spMkLst>
        </pc:spChg>
        <pc:spChg chg="mod">
          <ac:chgData name="Kaytlin Faith Harrison" userId="S::omt3255@ads.northwestern.edu::3c157b3a-e72e-433b-bed5-e3ff3c40f3ed" providerId="AD" clId="Web-{BEA35F65-FA1D-C4BE-7EEA-944D2D28E948}" dt="2025-07-09T14:10:24.834" v="575" actId="20577"/>
          <ac:spMkLst>
            <pc:docMk/>
            <pc:sldMk cId="109857222" sldId="256"/>
            <ac:spMk id="3" creationId="{00000000-0000-0000-0000-000000000000}"/>
          </ac:spMkLst>
        </pc:spChg>
      </pc:sldChg>
      <pc:sldChg chg="delSp modSp ord">
        <pc:chgData name="Kaytlin Faith Harrison" userId="S::omt3255@ads.northwestern.edu::3c157b3a-e72e-433b-bed5-e3ff3c40f3ed" providerId="AD" clId="Web-{BEA35F65-FA1D-C4BE-7EEA-944D2D28E948}" dt="2025-07-09T14:05:07.808" v="530"/>
        <pc:sldMkLst>
          <pc:docMk/>
          <pc:sldMk cId="1507536464" sldId="257"/>
        </pc:sldMkLst>
        <pc:spChg chg="del mod">
          <ac:chgData name="Kaytlin Faith Harrison" userId="S::omt3255@ads.northwestern.edu::3c157b3a-e72e-433b-bed5-e3ff3c40f3ed" providerId="AD" clId="Web-{BEA35F65-FA1D-C4BE-7EEA-944D2D28E948}" dt="2025-07-09T14:05:07.808" v="530"/>
          <ac:spMkLst>
            <pc:docMk/>
            <pc:sldMk cId="1507536464" sldId="257"/>
            <ac:spMk id="14" creationId="{9F6C15E7-EF56-FCB8-4000-E77924ACC28C}"/>
          </ac:spMkLst>
        </pc:spChg>
      </pc:sldChg>
      <pc:sldChg chg="modSp">
        <pc:chgData name="Kaytlin Faith Harrison" userId="S::omt3255@ads.northwestern.edu::3c157b3a-e72e-433b-bed5-e3ff3c40f3ed" providerId="AD" clId="Web-{BEA35F65-FA1D-C4BE-7EEA-944D2D28E948}" dt="2025-07-09T14:15:51.002" v="643"/>
        <pc:sldMkLst>
          <pc:docMk/>
          <pc:sldMk cId="444951922" sldId="259"/>
        </pc:sldMkLst>
        <pc:graphicFrameChg chg="mod modGraphic">
          <ac:chgData name="Kaytlin Faith Harrison" userId="S::omt3255@ads.northwestern.edu::3c157b3a-e72e-433b-bed5-e3ff3c40f3ed" providerId="AD" clId="Web-{BEA35F65-FA1D-C4BE-7EEA-944D2D28E948}" dt="2025-07-09T14:15:51.002" v="643"/>
          <ac:graphicFrameMkLst>
            <pc:docMk/>
            <pc:sldMk cId="444951922" sldId="259"/>
            <ac:graphicFrameMk id="346" creationId="{42B4C6D2-C382-29C3-8FA2-9D9D0DD2BDA6}"/>
          </ac:graphicFrameMkLst>
        </pc:graphicFrameChg>
      </pc:sldChg>
      <pc:sldChg chg="addSp delSp modSp modNotes">
        <pc:chgData name="Kaytlin Faith Harrison" userId="S::omt3255@ads.northwestern.edu::3c157b3a-e72e-433b-bed5-e3ff3c40f3ed" providerId="AD" clId="Web-{BEA35F65-FA1D-C4BE-7EEA-944D2D28E948}" dt="2025-07-09T14:19:44.557" v="712"/>
        <pc:sldMkLst>
          <pc:docMk/>
          <pc:sldMk cId="917543501" sldId="261"/>
        </pc:sldMkLst>
        <pc:spChg chg="add del">
          <ac:chgData name="Kaytlin Faith Harrison" userId="S::omt3255@ads.northwestern.edu::3c157b3a-e72e-433b-bed5-e3ff3c40f3ed" providerId="AD" clId="Web-{BEA35F65-FA1D-C4BE-7EEA-944D2D28E948}" dt="2025-07-09T13:36:27.357" v="69"/>
          <ac:spMkLst>
            <pc:docMk/>
            <pc:sldMk cId="917543501" sldId="261"/>
            <ac:spMk id="12" creationId="{99935B48-E976-56DF-E9F0-A77CA27C14D6}"/>
          </ac:spMkLst>
        </pc:spChg>
        <pc:spChg chg="add mod">
          <ac:chgData name="Kaytlin Faith Harrison" userId="S::omt3255@ads.northwestern.edu::3c157b3a-e72e-433b-bed5-e3ff3c40f3ed" providerId="AD" clId="Web-{BEA35F65-FA1D-C4BE-7EEA-944D2D28E948}" dt="2025-07-09T13:36:39.264" v="76" actId="20577"/>
          <ac:spMkLst>
            <pc:docMk/>
            <pc:sldMk cId="917543501" sldId="261"/>
            <ac:spMk id="14" creationId="{017BC689-A017-9A51-DDF3-A6B059296218}"/>
          </ac:spMkLst>
        </pc:spChg>
        <pc:graphicFrameChg chg="modGraphic">
          <ac:chgData name="Kaytlin Faith Harrison" userId="S::omt3255@ads.northwestern.edu::3c157b3a-e72e-433b-bed5-e3ff3c40f3ed" providerId="AD" clId="Web-{BEA35F65-FA1D-C4BE-7EEA-944D2D28E948}" dt="2025-07-09T14:19:30.744" v="697" actId="20577"/>
          <ac:graphicFrameMkLst>
            <pc:docMk/>
            <pc:sldMk cId="917543501" sldId="261"/>
            <ac:graphicFrameMk id="10" creationId="{3609F44D-1F66-9E5A-B377-7EE3E3678FA9}"/>
          </ac:graphicFrameMkLst>
        </pc:graphicFrameChg>
      </pc:sldChg>
      <pc:sldChg chg="addSp delSp modSp">
        <pc:chgData name="Kaytlin Faith Harrison" userId="S::omt3255@ads.northwestern.edu::3c157b3a-e72e-433b-bed5-e3ff3c40f3ed" providerId="AD" clId="Web-{BEA35F65-FA1D-C4BE-7EEA-944D2D28E948}" dt="2025-07-09T14:20:07.073" v="713"/>
        <pc:sldMkLst>
          <pc:docMk/>
          <pc:sldMk cId="873890625" sldId="262"/>
        </pc:sldMkLst>
        <pc:spChg chg="mod">
          <ac:chgData name="Kaytlin Faith Harrison" userId="S::omt3255@ads.northwestern.edu::3c157b3a-e72e-433b-bed5-e3ff3c40f3ed" providerId="AD" clId="Web-{BEA35F65-FA1D-C4BE-7EEA-944D2D28E948}" dt="2025-07-09T13:49:29.166" v="155" actId="20577"/>
          <ac:spMkLst>
            <pc:docMk/>
            <pc:sldMk cId="873890625" sldId="262"/>
            <ac:spMk id="2" creationId="{9A7291F9-46B9-2491-112C-1696FAE3DD8F}"/>
          </ac:spMkLst>
        </pc:spChg>
        <pc:spChg chg="add mod">
          <ac:chgData name="Kaytlin Faith Harrison" userId="S::omt3255@ads.northwestern.edu::3c157b3a-e72e-433b-bed5-e3ff3c40f3ed" providerId="AD" clId="Web-{BEA35F65-FA1D-C4BE-7EEA-944D2D28E948}" dt="2025-07-09T13:34:06.056" v="64" actId="1076"/>
          <ac:spMkLst>
            <pc:docMk/>
            <pc:sldMk cId="873890625" sldId="262"/>
            <ac:spMk id="3" creationId="{1CF55041-54BC-3730-2370-8DC1F6C5AD05}"/>
          </ac:spMkLst>
        </pc:spChg>
        <pc:spChg chg="del mod">
          <ac:chgData name="Kaytlin Faith Harrison" userId="S::omt3255@ads.northwestern.edu::3c157b3a-e72e-433b-bed5-e3ff3c40f3ed" providerId="AD" clId="Web-{BEA35F65-FA1D-C4BE-7EEA-944D2D28E948}" dt="2025-07-09T13:28:37.122" v="2"/>
          <ac:spMkLst>
            <pc:docMk/>
            <pc:sldMk cId="873890625" sldId="262"/>
            <ac:spMk id="4" creationId="{32AC6B16-4B89-FEDF-DF7E-A757569233AF}"/>
          </ac:spMkLst>
        </pc:spChg>
        <pc:spChg chg="add mod">
          <ac:chgData name="Kaytlin Faith Harrison" userId="S::omt3255@ads.northwestern.edu::3c157b3a-e72e-433b-bed5-e3ff3c40f3ed" providerId="AD" clId="Web-{BEA35F65-FA1D-C4BE-7EEA-944D2D28E948}" dt="2025-07-09T13:34:06.056" v="65" actId="1076"/>
          <ac:spMkLst>
            <pc:docMk/>
            <pc:sldMk cId="873890625" sldId="262"/>
            <ac:spMk id="6" creationId="{E0D1082F-5CAC-B19F-EBAE-41123C0B901C}"/>
          </ac:spMkLst>
        </pc:spChg>
        <pc:picChg chg="mod">
          <ac:chgData name="Kaytlin Faith Harrison" userId="S::omt3255@ads.northwestern.edu::3c157b3a-e72e-433b-bed5-e3ff3c40f3ed" providerId="AD" clId="Web-{BEA35F65-FA1D-C4BE-7EEA-944D2D28E948}" dt="2025-07-09T14:20:07.073" v="713"/>
          <ac:picMkLst>
            <pc:docMk/>
            <pc:sldMk cId="873890625" sldId="262"/>
            <ac:picMk id="5" creationId="{74556B17-F0EB-A9D7-8F88-505A4A9A8208}"/>
          </ac:picMkLst>
        </pc:picChg>
        <pc:cxnChg chg="add mod">
          <ac:chgData name="Kaytlin Faith Harrison" userId="S::omt3255@ads.northwestern.edu::3c157b3a-e72e-433b-bed5-e3ff3c40f3ed" providerId="AD" clId="Web-{BEA35F65-FA1D-C4BE-7EEA-944D2D28E948}" dt="2025-07-09T13:34:06.056" v="66" actId="1076"/>
          <ac:cxnSpMkLst>
            <pc:docMk/>
            <pc:sldMk cId="873890625" sldId="262"/>
            <ac:cxnSpMk id="7" creationId="{DD9DAFD7-5F9E-119E-8FC1-62884EDE4A64}"/>
          </ac:cxnSpMkLst>
        </pc:cxnChg>
        <pc:cxnChg chg="add mod">
          <ac:chgData name="Kaytlin Faith Harrison" userId="S::omt3255@ads.northwestern.edu::3c157b3a-e72e-433b-bed5-e3ff3c40f3ed" providerId="AD" clId="Web-{BEA35F65-FA1D-C4BE-7EEA-944D2D28E948}" dt="2025-07-09T13:34:06.056" v="67" actId="1076"/>
          <ac:cxnSpMkLst>
            <pc:docMk/>
            <pc:sldMk cId="873890625" sldId="262"/>
            <ac:cxnSpMk id="8" creationId="{F26300F4-DD12-38F0-960F-17C49EF9EC69}"/>
          </ac:cxnSpMkLst>
        </pc:cxnChg>
      </pc:sldChg>
      <pc:sldChg chg="modSp">
        <pc:chgData name="Kaytlin Faith Harrison" userId="S::omt3255@ads.northwestern.edu::3c157b3a-e72e-433b-bed5-e3ff3c40f3ed" providerId="AD" clId="Web-{BEA35F65-FA1D-C4BE-7EEA-944D2D28E948}" dt="2025-07-09T14:19:09.509" v="693" actId="1076"/>
        <pc:sldMkLst>
          <pc:docMk/>
          <pc:sldMk cId="803116407" sldId="263"/>
        </pc:sldMkLst>
        <pc:spChg chg="mod">
          <ac:chgData name="Kaytlin Faith Harrison" userId="S::omt3255@ads.northwestern.edu::3c157b3a-e72e-433b-bed5-e3ff3c40f3ed" providerId="AD" clId="Web-{BEA35F65-FA1D-C4BE-7EEA-944D2D28E948}" dt="2025-07-09T14:15:13.344" v="639" actId="20577"/>
          <ac:spMkLst>
            <pc:docMk/>
            <pc:sldMk cId="803116407" sldId="263"/>
            <ac:spMk id="2" creationId="{36F21790-E13D-9162-D9A3-311F9B348890}"/>
          </ac:spMkLst>
        </pc:spChg>
        <pc:spChg chg="mod">
          <ac:chgData name="Kaytlin Faith Harrison" userId="S::omt3255@ads.northwestern.edu::3c157b3a-e72e-433b-bed5-e3ff3c40f3ed" providerId="AD" clId="Web-{BEA35F65-FA1D-C4BE-7EEA-944D2D28E948}" dt="2025-07-09T14:19:09.509" v="693" actId="1076"/>
          <ac:spMkLst>
            <pc:docMk/>
            <pc:sldMk cId="803116407" sldId="263"/>
            <ac:spMk id="12" creationId="{E22F53FD-7EE3-12BF-BC05-36460DAE1591}"/>
          </ac:spMkLst>
        </pc:spChg>
        <pc:graphicFrameChg chg="modGraphic">
          <ac:chgData name="Kaytlin Faith Harrison" userId="S::omt3255@ads.northwestern.edu::3c157b3a-e72e-433b-bed5-e3ff3c40f3ed" providerId="AD" clId="Web-{BEA35F65-FA1D-C4BE-7EEA-944D2D28E948}" dt="2025-07-09T14:18:23.663" v="682" actId="20577"/>
          <ac:graphicFrameMkLst>
            <pc:docMk/>
            <pc:sldMk cId="803116407" sldId="263"/>
            <ac:graphicFrameMk id="6" creationId="{9BBB900C-C349-4F28-1E0E-D06AF80D686B}"/>
          </ac:graphicFrameMkLst>
        </pc:graphicFrameChg>
      </pc:sldChg>
      <pc:sldChg chg="addSp delSp modSp mod ord modShow">
        <pc:chgData name="Kaytlin Faith Harrison" userId="S::omt3255@ads.northwestern.edu::3c157b3a-e72e-433b-bed5-e3ff3c40f3ed" providerId="AD" clId="Web-{BEA35F65-FA1D-C4BE-7EEA-944D2D28E948}" dt="2025-07-09T14:00:46.127" v="512"/>
        <pc:sldMkLst>
          <pc:docMk/>
          <pc:sldMk cId="2931065779" sldId="264"/>
        </pc:sldMkLst>
        <pc:spChg chg="add del">
          <ac:chgData name="Kaytlin Faith Harrison" userId="S::omt3255@ads.northwestern.edu::3c157b3a-e72e-433b-bed5-e3ff3c40f3ed" providerId="AD" clId="Web-{BEA35F65-FA1D-C4BE-7EEA-944D2D28E948}" dt="2025-07-09T13:52:10.468" v="174"/>
          <ac:spMkLst>
            <pc:docMk/>
            <pc:sldMk cId="2931065779" sldId="264"/>
            <ac:spMk id="10" creationId="{42A4FC2C-047E-45A5-965D-8E1E3BF09BC6}"/>
          </ac:spMkLst>
        </pc:spChg>
        <pc:spChg chg="add del">
          <ac:chgData name="Kaytlin Faith Harrison" userId="S::omt3255@ads.northwestern.edu::3c157b3a-e72e-433b-bed5-e3ff3c40f3ed" providerId="AD" clId="Web-{BEA35F65-FA1D-C4BE-7EEA-944D2D28E948}" dt="2025-07-09T13:52:10.468" v="174"/>
          <ac:spMkLst>
            <pc:docMk/>
            <pc:sldMk cId="2931065779" sldId="264"/>
            <ac:spMk id="15" creationId="{6EE0B6E2-7CE8-4D86-87FC-4B58A7D8E759}"/>
          </ac:spMkLst>
        </pc:spChg>
        <pc:picChg chg="mod">
          <ac:chgData name="Kaytlin Faith Harrison" userId="S::omt3255@ads.northwestern.edu::3c157b3a-e72e-433b-bed5-e3ff3c40f3ed" providerId="AD" clId="Web-{BEA35F65-FA1D-C4BE-7EEA-944D2D28E948}" dt="2025-07-09T13:52:10.468" v="174"/>
          <ac:picMkLst>
            <pc:docMk/>
            <pc:sldMk cId="2931065779" sldId="264"/>
            <ac:picMk id="2" creationId="{A7BF41C7-887F-390C-B5E9-260341C11C70}"/>
          </ac:picMkLst>
        </pc:picChg>
        <pc:picChg chg="add del mod">
          <ac:chgData name="Kaytlin Faith Harrison" userId="S::omt3255@ads.northwestern.edu::3c157b3a-e72e-433b-bed5-e3ff3c40f3ed" providerId="AD" clId="Web-{BEA35F65-FA1D-C4BE-7EEA-944D2D28E948}" dt="2025-07-09T13:56:23.727" v="176"/>
          <ac:picMkLst>
            <pc:docMk/>
            <pc:sldMk cId="2931065779" sldId="264"/>
            <ac:picMk id="3" creationId="{0A1F156D-808E-3EC5-A7E1-F5B520E908F0}"/>
          </ac:picMkLst>
        </pc:picChg>
      </pc:sldChg>
      <pc:sldChg chg="delSp modSp new mod modClrScheme chgLayout">
        <pc:chgData name="Kaytlin Faith Harrison" userId="S::omt3255@ads.northwestern.edu::3c157b3a-e72e-433b-bed5-e3ff3c40f3ed" providerId="AD" clId="Web-{BEA35F65-FA1D-C4BE-7EEA-944D2D28E948}" dt="2025-07-09T14:04:55.792" v="528" actId="20577"/>
        <pc:sldMkLst>
          <pc:docMk/>
          <pc:sldMk cId="400469279" sldId="265"/>
        </pc:sldMkLst>
        <pc:spChg chg="mod ord">
          <ac:chgData name="Kaytlin Faith Harrison" userId="S::omt3255@ads.northwestern.edu::3c157b3a-e72e-433b-bed5-e3ff3c40f3ed" providerId="AD" clId="Web-{BEA35F65-FA1D-C4BE-7EEA-944D2D28E948}" dt="2025-07-09T14:04:55.792" v="528" actId="20577"/>
          <ac:spMkLst>
            <pc:docMk/>
            <pc:sldMk cId="400469279" sldId="265"/>
            <ac:spMk id="2" creationId="{DC76BCD3-00B2-8699-C5B3-F72066A8E340}"/>
          </ac:spMkLst>
        </pc:spChg>
        <pc:spChg chg="del">
          <ac:chgData name="Kaytlin Faith Harrison" userId="S::omt3255@ads.northwestern.edu::3c157b3a-e72e-433b-bed5-e3ff3c40f3ed" providerId="AD" clId="Web-{BEA35F65-FA1D-C4BE-7EEA-944D2D28E948}" dt="2025-07-09T13:50:37.027" v="158"/>
          <ac:spMkLst>
            <pc:docMk/>
            <pc:sldMk cId="400469279" sldId="265"/>
            <ac:spMk id="3" creationId="{794258E9-55A4-74F6-3412-DA534D02E1FC}"/>
          </ac:spMkLst>
        </pc:spChg>
        <pc:spChg chg="del">
          <ac:chgData name="Kaytlin Faith Harrison" userId="S::omt3255@ads.northwestern.edu::3c157b3a-e72e-433b-bed5-e3ff3c40f3ed" providerId="AD" clId="Web-{BEA35F65-FA1D-C4BE-7EEA-944D2D28E948}" dt="2025-07-09T13:50:37.027" v="158"/>
          <ac:spMkLst>
            <pc:docMk/>
            <pc:sldMk cId="400469279" sldId="265"/>
            <ac:spMk id="4" creationId="{CE4DC09B-00BE-F2F7-B729-33208D833BF1}"/>
          </ac:spMkLst>
        </pc:spChg>
      </pc:sldChg>
      <pc:sldChg chg="delSp modSp new del mod modClrScheme chgLayout">
        <pc:chgData name="Kaytlin Faith Harrison" userId="S::omt3255@ads.northwestern.edu::3c157b3a-e72e-433b-bed5-e3ff3c40f3ed" providerId="AD" clId="Web-{BEA35F65-FA1D-C4BE-7EEA-944D2D28E948}" dt="2025-07-09T14:00:50.971" v="513"/>
        <pc:sldMkLst>
          <pc:docMk/>
          <pc:sldMk cId="3831310444" sldId="266"/>
        </pc:sldMkLst>
        <pc:spChg chg="mod ord">
          <ac:chgData name="Kaytlin Faith Harrison" userId="S::omt3255@ads.northwestern.edu::3c157b3a-e72e-433b-bed5-e3ff3c40f3ed" providerId="AD" clId="Web-{BEA35F65-FA1D-C4BE-7EEA-944D2D28E948}" dt="2025-07-09T13:56:34.102" v="178"/>
          <ac:spMkLst>
            <pc:docMk/>
            <pc:sldMk cId="3831310444" sldId="266"/>
            <ac:spMk id="2" creationId="{A443E0B7-FA75-7AC4-828C-3C52BE7C2D98}"/>
          </ac:spMkLst>
        </pc:spChg>
        <pc:spChg chg="del">
          <ac:chgData name="Kaytlin Faith Harrison" userId="S::omt3255@ads.northwestern.edu::3c157b3a-e72e-433b-bed5-e3ff3c40f3ed" providerId="AD" clId="Web-{BEA35F65-FA1D-C4BE-7EEA-944D2D28E948}" dt="2025-07-09T13:56:34.102" v="178"/>
          <ac:spMkLst>
            <pc:docMk/>
            <pc:sldMk cId="3831310444" sldId="266"/>
            <ac:spMk id="3" creationId="{809EE44A-A62D-7BE1-AC6D-3C14C4FBC0C0}"/>
          </ac:spMkLst>
        </pc:spChg>
        <pc:spChg chg="del">
          <ac:chgData name="Kaytlin Faith Harrison" userId="S::omt3255@ads.northwestern.edu::3c157b3a-e72e-433b-bed5-e3ff3c40f3ed" providerId="AD" clId="Web-{BEA35F65-FA1D-C4BE-7EEA-944D2D28E948}" dt="2025-07-09T13:56:34.102" v="178"/>
          <ac:spMkLst>
            <pc:docMk/>
            <pc:sldMk cId="3831310444" sldId="266"/>
            <ac:spMk id="4" creationId="{E6F1B926-9C62-304C-6BD2-17964CB08070}"/>
          </ac:spMkLst>
        </pc:spChg>
      </pc:sldChg>
      <pc:sldChg chg="add mod ord modShow">
        <pc:chgData name="Kaytlin Faith Harrison" userId="S::omt3255@ads.northwestern.edu::3c157b3a-e72e-433b-bed5-e3ff3c40f3ed" providerId="AD" clId="Web-{BEA35F65-FA1D-C4BE-7EEA-944D2D28E948}" dt="2025-07-09T14:00:32.626" v="511"/>
        <pc:sldMkLst>
          <pc:docMk/>
          <pc:sldMk cId="2161717595" sldId="2147482204"/>
        </pc:sldMkLst>
      </pc:sldChg>
      <pc:sldChg chg="add del">
        <pc:chgData name="Kaytlin Faith Harrison" userId="S::omt3255@ads.northwestern.edu::3c157b3a-e72e-433b-bed5-e3ff3c40f3ed" providerId="AD" clId="Web-{BEA35F65-FA1D-C4BE-7EEA-944D2D28E948}" dt="2025-07-09T13:57:34.682" v="182"/>
        <pc:sldMkLst>
          <pc:docMk/>
          <pc:sldMk cId="352303616" sldId="2147482205"/>
        </pc:sldMkLst>
      </pc:sldChg>
      <pc:sldChg chg="addSp delSp modSp add">
        <pc:chgData name="Kaytlin Faith Harrison" userId="S::omt3255@ads.northwestern.edu::3c157b3a-e72e-433b-bed5-e3ff3c40f3ed" providerId="AD" clId="Web-{BEA35F65-FA1D-C4BE-7EEA-944D2D28E948}" dt="2025-07-09T14:13:01.027" v="579"/>
        <pc:sldMkLst>
          <pc:docMk/>
          <pc:sldMk cId="2098371493" sldId="2147482205"/>
        </pc:sldMkLst>
        <pc:spChg chg="mod">
          <ac:chgData name="Kaytlin Faith Harrison" userId="S::omt3255@ads.northwestern.edu::3c157b3a-e72e-433b-bed5-e3ff3c40f3ed" providerId="AD" clId="Web-{BEA35F65-FA1D-C4BE-7EEA-944D2D28E948}" dt="2025-07-09T13:59:51.765" v="499"/>
          <ac:spMkLst>
            <pc:docMk/>
            <pc:sldMk cId="2098371493" sldId="2147482205"/>
            <ac:spMk id="5" creationId="{EE8FCE02-0399-7D39-4576-02619CE30EAC}"/>
          </ac:spMkLst>
        </pc:spChg>
        <pc:spChg chg="mod">
          <ac:chgData name="Kaytlin Faith Harrison" userId="S::omt3255@ads.northwestern.edu::3c157b3a-e72e-433b-bed5-e3ff3c40f3ed" providerId="AD" clId="Web-{BEA35F65-FA1D-C4BE-7EEA-944D2D28E948}" dt="2025-07-09T13:59:51.781" v="507"/>
          <ac:spMkLst>
            <pc:docMk/>
            <pc:sldMk cId="2098371493" sldId="2147482205"/>
            <ac:spMk id="6" creationId="{46BE585B-DF8A-BC1C-2B75-1A2AD717EB69}"/>
          </ac:spMkLst>
        </pc:spChg>
        <pc:spChg chg="mod">
          <ac:chgData name="Kaytlin Faith Harrison" userId="S::omt3255@ads.northwestern.edu::3c157b3a-e72e-433b-bed5-e3ff3c40f3ed" providerId="AD" clId="Web-{BEA35F65-FA1D-C4BE-7EEA-944D2D28E948}" dt="2025-07-09T13:59:51.781" v="506"/>
          <ac:spMkLst>
            <pc:docMk/>
            <pc:sldMk cId="2098371493" sldId="2147482205"/>
            <ac:spMk id="7" creationId="{2293F458-B428-B470-1280-22DA3E393281}"/>
          </ac:spMkLst>
        </pc:spChg>
        <pc:spChg chg="mod">
          <ac:chgData name="Kaytlin Faith Harrison" userId="S::omt3255@ads.northwestern.edu::3c157b3a-e72e-433b-bed5-e3ff3c40f3ed" providerId="AD" clId="Web-{BEA35F65-FA1D-C4BE-7EEA-944D2D28E948}" dt="2025-07-09T13:59:51.781" v="505"/>
          <ac:spMkLst>
            <pc:docMk/>
            <pc:sldMk cId="2098371493" sldId="2147482205"/>
            <ac:spMk id="8" creationId="{00C05666-449A-8A17-3A13-283F143BEECE}"/>
          </ac:spMkLst>
        </pc:spChg>
        <pc:spChg chg="mod">
          <ac:chgData name="Kaytlin Faith Harrison" userId="S::omt3255@ads.northwestern.edu::3c157b3a-e72e-433b-bed5-e3ff3c40f3ed" providerId="AD" clId="Web-{BEA35F65-FA1D-C4BE-7EEA-944D2D28E948}" dt="2025-07-09T13:59:51.781" v="504"/>
          <ac:spMkLst>
            <pc:docMk/>
            <pc:sldMk cId="2098371493" sldId="2147482205"/>
            <ac:spMk id="9" creationId="{228E76BE-EB8C-D219-B7A7-F358F3C2BBA4}"/>
          </ac:spMkLst>
        </pc:spChg>
        <pc:spChg chg="mod">
          <ac:chgData name="Kaytlin Faith Harrison" userId="S::omt3255@ads.northwestern.edu::3c157b3a-e72e-433b-bed5-e3ff3c40f3ed" providerId="AD" clId="Web-{BEA35F65-FA1D-C4BE-7EEA-944D2D28E948}" dt="2025-07-09T13:59:51.765" v="503"/>
          <ac:spMkLst>
            <pc:docMk/>
            <pc:sldMk cId="2098371493" sldId="2147482205"/>
            <ac:spMk id="10" creationId="{FFEC6E9F-1443-5630-CE5E-3FB1C714C6B6}"/>
          </ac:spMkLst>
        </pc:spChg>
        <pc:spChg chg="mod">
          <ac:chgData name="Kaytlin Faith Harrison" userId="S::omt3255@ads.northwestern.edu::3c157b3a-e72e-433b-bed5-e3ff3c40f3ed" providerId="AD" clId="Web-{BEA35F65-FA1D-C4BE-7EEA-944D2D28E948}" dt="2025-07-09T13:59:47.078" v="487"/>
          <ac:spMkLst>
            <pc:docMk/>
            <pc:sldMk cId="2098371493" sldId="2147482205"/>
            <ac:spMk id="11" creationId="{DE679778-01AF-26A2-A9CE-738B85174B4B}"/>
          </ac:spMkLst>
        </pc:spChg>
        <pc:spChg chg="mod">
          <ac:chgData name="Kaytlin Faith Harrison" userId="S::omt3255@ads.northwestern.edu::3c157b3a-e72e-433b-bed5-e3ff3c40f3ed" providerId="AD" clId="Web-{BEA35F65-FA1D-C4BE-7EEA-944D2D28E948}" dt="2025-07-09T13:59:51.765" v="502"/>
          <ac:spMkLst>
            <pc:docMk/>
            <pc:sldMk cId="2098371493" sldId="2147482205"/>
            <ac:spMk id="14" creationId="{D2406F27-6864-5F1D-3A77-6002B5C67584}"/>
          </ac:spMkLst>
        </pc:spChg>
        <pc:spChg chg="mod">
          <ac:chgData name="Kaytlin Faith Harrison" userId="S::omt3255@ads.northwestern.edu::3c157b3a-e72e-433b-bed5-e3ff3c40f3ed" providerId="AD" clId="Web-{BEA35F65-FA1D-C4BE-7EEA-944D2D28E948}" dt="2025-07-09T13:59:51.765" v="501"/>
          <ac:spMkLst>
            <pc:docMk/>
            <pc:sldMk cId="2098371493" sldId="2147482205"/>
            <ac:spMk id="15" creationId="{47FB206D-749F-7375-1364-EE1682E1006B}"/>
          </ac:spMkLst>
        </pc:spChg>
        <pc:spChg chg="mod">
          <ac:chgData name="Kaytlin Faith Harrison" userId="S::omt3255@ads.northwestern.edu::3c157b3a-e72e-433b-bed5-e3ff3c40f3ed" providerId="AD" clId="Web-{BEA35F65-FA1D-C4BE-7EEA-944D2D28E948}" dt="2025-07-09T13:59:51.765" v="500"/>
          <ac:spMkLst>
            <pc:docMk/>
            <pc:sldMk cId="2098371493" sldId="2147482205"/>
            <ac:spMk id="16" creationId="{1019AA86-1F90-0C85-1C87-7B49B41AC671}"/>
          </ac:spMkLst>
        </pc:spChg>
        <pc:spChg chg="mod">
          <ac:chgData name="Kaytlin Faith Harrison" userId="S::omt3255@ads.northwestern.edu::3c157b3a-e72e-433b-bed5-e3ff3c40f3ed" providerId="AD" clId="Web-{BEA35F65-FA1D-C4BE-7EEA-944D2D28E948}" dt="2025-07-09T13:59:51.765" v="498"/>
          <ac:spMkLst>
            <pc:docMk/>
            <pc:sldMk cId="2098371493" sldId="2147482205"/>
            <ac:spMk id="28" creationId="{6EC4529E-48D1-76A8-BD24-132DDE685342}"/>
          </ac:spMkLst>
        </pc:spChg>
        <pc:spChg chg="mod">
          <ac:chgData name="Kaytlin Faith Harrison" userId="S::omt3255@ads.northwestern.edu::3c157b3a-e72e-433b-bed5-e3ff3c40f3ed" providerId="AD" clId="Web-{BEA35F65-FA1D-C4BE-7EEA-944D2D28E948}" dt="2025-07-09T13:59:51.765" v="497"/>
          <ac:spMkLst>
            <pc:docMk/>
            <pc:sldMk cId="2098371493" sldId="2147482205"/>
            <ac:spMk id="29" creationId="{13479BF9-8562-12C5-8D89-27E1195845FB}"/>
          </ac:spMkLst>
        </pc:spChg>
        <pc:spChg chg="mod">
          <ac:chgData name="Kaytlin Faith Harrison" userId="S::omt3255@ads.northwestern.edu::3c157b3a-e72e-433b-bed5-e3ff3c40f3ed" providerId="AD" clId="Web-{BEA35F65-FA1D-C4BE-7EEA-944D2D28E948}" dt="2025-07-09T13:59:51.765" v="496"/>
          <ac:spMkLst>
            <pc:docMk/>
            <pc:sldMk cId="2098371493" sldId="2147482205"/>
            <ac:spMk id="30" creationId="{55D45980-524D-04B3-9683-E17EC0EE41E2}"/>
          </ac:spMkLst>
        </pc:spChg>
        <pc:spChg chg="mod">
          <ac:chgData name="Kaytlin Faith Harrison" userId="S::omt3255@ads.northwestern.edu::3c157b3a-e72e-433b-bed5-e3ff3c40f3ed" providerId="AD" clId="Web-{BEA35F65-FA1D-C4BE-7EEA-944D2D28E948}" dt="2025-07-09T13:59:51.765" v="495"/>
          <ac:spMkLst>
            <pc:docMk/>
            <pc:sldMk cId="2098371493" sldId="2147482205"/>
            <ac:spMk id="31" creationId="{56CBA475-6088-4323-BA65-421D89DD9EE5}"/>
          </ac:spMkLst>
        </pc:spChg>
        <pc:spChg chg="mod">
          <ac:chgData name="Kaytlin Faith Harrison" userId="S::omt3255@ads.northwestern.edu::3c157b3a-e72e-433b-bed5-e3ff3c40f3ed" providerId="AD" clId="Web-{BEA35F65-FA1D-C4BE-7EEA-944D2D28E948}" dt="2025-07-09T13:58:22.122" v="394"/>
          <ac:spMkLst>
            <pc:docMk/>
            <pc:sldMk cId="2098371493" sldId="2147482205"/>
            <ac:spMk id="32" creationId="{09A38C59-93B7-C87D-347D-2276D01C09A4}"/>
          </ac:spMkLst>
        </pc:spChg>
        <pc:spChg chg="mod">
          <ac:chgData name="Kaytlin Faith Harrison" userId="S::omt3255@ads.northwestern.edu::3c157b3a-e72e-433b-bed5-e3ff3c40f3ed" providerId="AD" clId="Web-{BEA35F65-FA1D-C4BE-7EEA-944D2D28E948}" dt="2025-07-09T13:58:24.294" v="419" actId="14100"/>
          <ac:spMkLst>
            <pc:docMk/>
            <pc:sldMk cId="2098371493" sldId="2147482205"/>
            <ac:spMk id="33" creationId="{98F784CB-23E3-E391-A74B-0F31385B0104}"/>
          </ac:spMkLst>
        </pc:spChg>
        <pc:spChg chg="mod">
          <ac:chgData name="Kaytlin Faith Harrison" userId="S::omt3255@ads.northwestern.edu::3c157b3a-e72e-433b-bed5-e3ff3c40f3ed" providerId="AD" clId="Web-{BEA35F65-FA1D-C4BE-7EEA-944D2D28E948}" dt="2025-07-09T13:58:22.122" v="392"/>
          <ac:spMkLst>
            <pc:docMk/>
            <pc:sldMk cId="2098371493" sldId="2147482205"/>
            <ac:spMk id="34" creationId="{2D971E3C-348E-8374-5143-A62EE43D038C}"/>
          </ac:spMkLst>
        </pc:spChg>
        <pc:spChg chg="mod">
          <ac:chgData name="Kaytlin Faith Harrison" userId="S::omt3255@ads.northwestern.edu::3c157b3a-e72e-433b-bed5-e3ff3c40f3ed" providerId="AD" clId="Web-{BEA35F65-FA1D-C4BE-7EEA-944D2D28E948}" dt="2025-07-09T13:58:22.122" v="391"/>
          <ac:spMkLst>
            <pc:docMk/>
            <pc:sldMk cId="2098371493" sldId="2147482205"/>
            <ac:spMk id="35" creationId="{20054EF5-6080-3BED-EE03-B10476EB20AA}"/>
          </ac:spMkLst>
        </pc:spChg>
        <pc:spChg chg="mod">
          <ac:chgData name="Kaytlin Faith Harrison" userId="S::omt3255@ads.northwestern.edu::3c157b3a-e72e-433b-bed5-e3ff3c40f3ed" providerId="AD" clId="Web-{BEA35F65-FA1D-C4BE-7EEA-944D2D28E948}" dt="2025-07-09T13:58:22.122" v="390"/>
          <ac:spMkLst>
            <pc:docMk/>
            <pc:sldMk cId="2098371493" sldId="2147482205"/>
            <ac:spMk id="36" creationId="{D014A2B0-B5A9-B6D5-4A3D-040DAACA84F9}"/>
          </ac:spMkLst>
        </pc:spChg>
        <pc:spChg chg="mod">
          <ac:chgData name="Kaytlin Faith Harrison" userId="S::omt3255@ads.northwestern.edu::3c157b3a-e72e-433b-bed5-e3ff3c40f3ed" providerId="AD" clId="Web-{BEA35F65-FA1D-C4BE-7EEA-944D2D28E948}" dt="2025-07-09T13:58:22.122" v="389"/>
          <ac:spMkLst>
            <pc:docMk/>
            <pc:sldMk cId="2098371493" sldId="2147482205"/>
            <ac:spMk id="37" creationId="{67639AF2-EBBE-0D10-2573-8BD76E46E4DB}"/>
          </ac:spMkLst>
        </pc:spChg>
        <pc:spChg chg="mod">
          <ac:chgData name="Kaytlin Faith Harrison" userId="S::omt3255@ads.northwestern.edu::3c157b3a-e72e-433b-bed5-e3ff3c40f3ed" providerId="AD" clId="Web-{BEA35F65-FA1D-C4BE-7EEA-944D2D28E948}" dt="2025-07-09T13:58:22.122" v="388"/>
          <ac:spMkLst>
            <pc:docMk/>
            <pc:sldMk cId="2098371493" sldId="2147482205"/>
            <ac:spMk id="38" creationId="{C9CB02AF-6674-2001-940A-D4D3A9FFC6D2}"/>
          </ac:spMkLst>
        </pc:spChg>
        <pc:spChg chg="mod">
          <ac:chgData name="Kaytlin Faith Harrison" userId="S::omt3255@ads.northwestern.edu::3c157b3a-e72e-433b-bed5-e3ff3c40f3ed" providerId="AD" clId="Web-{BEA35F65-FA1D-C4BE-7EEA-944D2D28E948}" dt="2025-07-09T13:58:22.122" v="387"/>
          <ac:spMkLst>
            <pc:docMk/>
            <pc:sldMk cId="2098371493" sldId="2147482205"/>
            <ac:spMk id="39" creationId="{7A1487DB-82BA-AF2D-3505-01E130BCFE84}"/>
          </ac:spMkLst>
        </pc:spChg>
        <pc:spChg chg="mod">
          <ac:chgData name="Kaytlin Faith Harrison" userId="S::omt3255@ads.northwestern.edu::3c157b3a-e72e-433b-bed5-e3ff3c40f3ed" providerId="AD" clId="Web-{BEA35F65-FA1D-C4BE-7EEA-944D2D28E948}" dt="2025-07-09T13:58:22.122" v="386"/>
          <ac:spMkLst>
            <pc:docMk/>
            <pc:sldMk cId="2098371493" sldId="2147482205"/>
            <ac:spMk id="40" creationId="{906D74BA-5D46-2AE7-2527-BC2680C83D75}"/>
          </ac:spMkLst>
        </pc:spChg>
        <pc:spChg chg="mod">
          <ac:chgData name="Kaytlin Faith Harrison" userId="S::omt3255@ads.northwestern.edu::3c157b3a-e72e-433b-bed5-e3ff3c40f3ed" providerId="AD" clId="Web-{BEA35F65-FA1D-C4BE-7EEA-944D2D28E948}" dt="2025-07-09T13:58:22.122" v="385"/>
          <ac:spMkLst>
            <pc:docMk/>
            <pc:sldMk cId="2098371493" sldId="2147482205"/>
            <ac:spMk id="41" creationId="{9FA9173A-80EE-75BE-084F-3543910FCDA2}"/>
          </ac:spMkLst>
        </pc:spChg>
        <pc:spChg chg="mod">
          <ac:chgData name="Kaytlin Faith Harrison" userId="S::omt3255@ads.northwestern.edu::3c157b3a-e72e-433b-bed5-e3ff3c40f3ed" providerId="AD" clId="Web-{BEA35F65-FA1D-C4BE-7EEA-944D2D28E948}" dt="2025-07-09T13:58:22.122" v="384"/>
          <ac:spMkLst>
            <pc:docMk/>
            <pc:sldMk cId="2098371493" sldId="2147482205"/>
            <ac:spMk id="57" creationId="{9C35B362-26DD-D780-48AE-6609659ADC9F}"/>
          </ac:spMkLst>
        </pc:spChg>
        <pc:spChg chg="mod">
          <ac:chgData name="Kaytlin Faith Harrison" userId="S::omt3255@ads.northwestern.edu::3c157b3a-e72e-433b-bed5-e3ff3c40f3ed" providerId="AD" clId="Web-{BEA35F65-FA1D-C4BE-7EEA-944D2D28E948}" dt="2025-07-09T13:58:22.106" v="383"/>
          <ac:spMkLst>
            <pc:docMk/>
            <pc:sldMk cId="2098371493" sldId="2147482205"/>
            <ac:spMk id="64" creationId="{25BC2E27-1EB7-3A4C-73AB-BEAA01D44231}"/>
          </ac:spMkLst>
        </pc:spChg>
        <pc:spChg chg="mod">
          <ac:chgData name="Kaytlin Faith Harrison" userId="S::omt3255@ads.northwestern.edu::3c157b3a-e72e-433b-bed5-e3ff3c40f3ed" providerId="AD" clId="Web-{BEA35F65-FA1D-C4BE-7EEA-944D2D28E948}" dt="2025-07-09T13:58:22.106" v="382"/>
          <ac:spMkLst>
            <pc:docMk/>
            <pc:sldMk cId="2098371493" sldId="2147482205"/>
            <ac:spMk id="66" creationId="{37BA3BB0-48DA-F25D-C09D-0D18FD45D8B4}"/>
          </ac:spMkLst>
        </pc:spChg>
        <pc:spChg chg="mod">
          <ac:chgData name="Kaytlin Faith Harrison" userId="S::omt3255@ads.northwestern.edu::3c157b3a-e72e-433b-bed5-e3ff3c40f3ed" providerId="AD" clId="Web-{BEA35F65-FA1D-C4BE-7EEA-944D2D28E948}" dt="2025-07-09T13:59:51.765" v="494"/>
          <ac:spMkLst>
            <pc:docMk/>
            <pc:sldMk cId="2098371493" sldId="2147482205"/>
            <ac:spMk id="71" creationId="{72EF52BB-F78B-EEF0-203F-50A950254828}"/>
          </ac:spMkLst>
        </pc:spChg>
        <pc:spChg chg="mod">
          <ac:chgData name="Kaytlin Faith Harrison" userId="S::omt3255@ads.northwestern.edu::3c157b3a-e72e-433b-bed5-e3ff3c40f3ed" providerId="AD" clId="Web-{BEA35F65-FA1D-C4BE-7EEA-944D2D28E948}" dt="2025-07-09T13:59:51.765" v="493"/>
          <ac:spMkLst>
            <pc:docMk/>
            <pc:sldMk cId="2098371493" sldId="2147482205"/>
            <ac:spMk id="72" creationId="{83B58974-17CF-1C7D-F70D-93A0A0525DAC}"/>
          </ac:spMkLst>
        </pc:spChg>
        <pc:grpChg chg="mod">
          <ac:chgData name="Kaytlin Faith Harrison" userId="S::omt3255@ads.northwestern.edu::3c157b3a-e72e-433b-bed5-e3ff3c40f3ed" providerId="AD" clId="Web-{BEA35F65-FA1D-C4BE-7EEA-944D2D28E948}" dt="2025-07-09T14:00:05.547" v="509" actId="1076"/>
          <ac:grpSpMkLst>
            <pc:docMk/>
            <pc:sldMk cId="2098371493" sldId="2147482205"/>
            <ac:grpSpMk id="27" creationId="{D8E5E6B0-E88D-C7D1-48FA-814CCABAA072}"/>
          </ac:grpSpMkLst>
        </pc:grpChg>
        <pc:picChg chg="add del mod">
          <ac:chgData name="Kaytlin Faith Harrison" userId="S::omt3255@ads.northwestern.edu::3c157b3a-e72e-433b-bed5-e3ff3c40f3ed" providerId="AD" clId="Web-{BEA35F65-FA1D-C4BE-7EEA-944D2D28E948}" dt="2025-07-09T14:13:01.027" v="579"/>
          <ac:picMkLst>
            <pc:docMk/>
            <pc:sldMk cId="2098371493" sldId="2147482205"/>
            <ac:picMk id="2" creationId="{78493C42-AFE3-A033-84A3-E121DE635674}"/>
          </ac:picMkLst>
        </pc:picChg>
        <pc:picChg chg="add del mod">
          <ac:chgData name="Kaytlin Faith Harrison" userId="S::omt3255@ads.northwestern.edu::3c157b3a-e72e-433b-bed5-e3ff3c40f3ed" providerId="AD" clId="Web-{BEA35F65-FA1D-C4BE-7EEA-944D2D28E948}" dt="2025-07-09T14:12:59.590" v="578"/>
          <ac:picMkLst>
            <pc:docMk/>
            <pc:sldMk cId="2098371493" sldId="2147482205"/>
            <ac:picMk id="3" creationId="{16638681-A7D4-5F07-1313-5636300A4B91}"/>
          </ac:picMkLst>
        </pc:picChg>
        <pc:cxnChg chg="mod">
          <ac:chgData name="Kaytlin Faith Harrison" userId="S::omt3255@ads.northwestern.edu::3c157b3a-e72e-433b-bed5-e3ff3c40f3ed" providerId="AD" clId="Web-{BEA35F65-FA1D-C4BE-7EEA-944D2D28E948}" dt="2025-07-09T13:58:22.122" v="412"/>
          <ac:cxnSpMkLst>
            <pc:docMk/>
            <pc:sldMk cId="2098371493" sldId="2147482205"/>
            <ac:cxnSpMk id="17" creationId="{A26DC6A4-EFC9-49EA-D5BC-9D5ADAFFA6F2}"/>
          </ac:cxnSpMkLst>
        </pc:cxnChg>
        <pc:cxnChg chg="mod">
          <ac:chgData name="Kaytlin Faith Harrison" userId="S::omt3255@ads.northwestern.edu::3c157b3a-e72e-433b-bed5-e3ff3c40f3ed" providerId="AD" clId="Web-{BEA35F65-FA1D-C4BE-7EEA-944D2D28E948}" dt="2025-07-09T13:58:22.122" v="411"/>
          <ac:cxnSpMkLst>
            <pc:docMk/>
            <pc:sldMk cId="2098371493" sldId="2147482205"/>
            <ac:cxnSpMk id="18" creationId="{B791B144-2CC9-C5B5-D3D6-985A2E638EA3}"/>
          </ac:cxnSpMkLst>
        </pc:cxnChg>
        <pc:cxnChg chg="mod">
          <ac:chgData name="Kaytlin Faith Harrison" userId="S::omt3255@ads.northwestern.edu::3c157b3a-e72e-433b-bed5-e3ff3c40f3ed" providerId="AD" clId="Web-{BEA35F65-FA1D-C4BE-7EEA-944D2D28E948}" dt="2025-07-09T13:58:22.122" v="410"/>
          <ac:cxnSpMkLst>
            <pc:docMk/>
            <pc:sldMk cId="2098371493" sldId="2147482205"/>
            <ac:cxnSpMk id="19" creationId="{CF26C91E-24A0-1186-971E-580D2457F2BF}"/>
          </ac:cxnSpMkLst>
        </pc:cxnChg>
        <pc:cxnChg chg="mod">
          <ac:chgData name="Kaytlin Faith Harrison" userId="S::omt3255@ads.northwestern.edu::3c157b3a-e72e-433b-bed5-e3ff3c40f3ed" providerId="AD" clId="Web-{BEA35F65-FA1D-C4BE-7EEA-944D2D28E948}" dt="2025-07-09T13:58:22.122" v="409"/>
          <ac:cxnSpMkLst>
            <pc:docMk/>
            <pc:sldMk cId="2098371493" sldId="2147482205"/>
            <ac:cxnSpMk id="20" creationId="{226572DC-1B8E-FC6D-03B6-B4E4261C9655}"/>
          </ac:cxnSpMkLst>
        </pc:cxnChg>
        <pc:cxnChg chg="mod">
          <ac:chgData name="Kaytlin Faith Harrison" userId="S::omt3255@ads.northwestern.edu::3c157b3a-e72e-433b-bed5-e3ff3c40f3ed" providerId="AD" clId="Web-{BEA35F65-FA1D-C4BE-7EEA-944D2D28E948}" dt="2025-07-09T13:58:22.122" v="408"/>
          <ac:cxnSpMkLst>
            <pc:docMk/>
            <pc:sldMk cId="2098371493" sldId="2147482205"/>
            <ac:cxnSpMk id="21" creationId="{D29E9ACF-5157-DD6D-B85A-2580C4B45919}"/>
          </ac:cxnSpMkLst>
        </pc:cxnChg>
        <pc:cxnChg chg="mod">
          <ac:chgData name="Kaytlin Faith Harrison" userId="S::omt3255@ads.northwestern.edu::3c157b3a-e72e-433b-bed5-e3ff3c40f3ed" providerId="AD" clId="Web-{BEA35F65-FA1D-C4BE-7EEA-944D2D28E948}" dt="2025-07-09T13:58:22.122" v="407"/>
          <ac:cxnSpMkLst>
            <pc:docMk/>
            <pc:sldMk cId="2098371493" sldId="2147482205"/>
            <ac:cxnSpMk id="22" creationId="{7273BE1A-905A-701D-8116-2D082C46B8CB}"/>
          </ac:cxnSpMkLst>
        </pc:cxnChg>
        <pc:cxnChg chg="mod">
          <ac:chgData name="Kaytlin Faith Harrison" userId="S::omt3255@ads.northwestern.edu::3c157b3a-e72e-433b-bed5-e3ff3c40f3ed" providerId="AD" clId="Web-{BEA35F65-FA1D-C4BE-7EEA-944D2D28E948}" dt="2025-07-09T13:58:22.122" v="406"/>
          <ac:cxnSpMkLst>
            <pc:docMk/>
            <pc:sldMk cId="2098371493" sldId="2147482205"/>
            <ac:cxnSpMk id="23" creationId="{262287A2-A970-E9AC-B5AF-50DEA5616176}"/>
          </ac:cxnSpMkLst>
        </pc:cxnChg>
        <pc:cxnChg chg="mod">
          <ac:chgData name="Kaytlin Faith Harrison" userId="S::omt3255@ads.northwestern.edu::3c157b3a-e72e-433b-bed5-e3ff3c40f3ed" providerId="AD" clId="Web-{BEA35F65-FA1D-C4BE-7EEA-944D2D28E948}" dt="2025-07-09T13:58:22.122" v="405"/>
          <ac:cxnSpMkLst>
            <pc:docMk/>
            <pc:sldMk cId="2098371493" sldId="2147482205"/>
            <ac:cxnSpMk id="24" creationId="{C036589D-7CB8-434A-9923-BD3716A49AD5}"/>
          </ac:cxnSpMkLst>
        </pc:cxnChg>
        <pc:cxnChg chg="mod">
          <ac:chgData name="Kaytlin Faith Harrison" userId="S::omt3255@ads.northwestern.edu::3c157b3a-e72e-433b-bed5-e3ff3c40f3ed" providerId="AD" clId="Web-{BEA35F65-FA1D-C4BE-7EEA-944D2D28E948}" dt="2025-07-09T13:58:22.122" v="404"/>
          <ac:cxnSpMkLst>
            <pc:docMk/>
            <pc:sldMk cId="2098371493" sldId="2147482205"/>
            <ac:cxnSpMk id="25" creationId="{EEB6E107-CC79-78B4-3959-D8B513A5DFF7}"/>
          </ac:cxnSpMkLst>
        </pc:cxnChg>
        <pc:cxnChg chg="mod">
          <ac:chgData name="Kaytlin Faith Harrison" userId="S::omt3255@ads.northwestern.edu::3c157b3a-e72e-433b-bed5-e3ff3c40f3ed" providerId="AD" clId="Web-{BEA35F65-FA1D-C4BE-7EEA-944D2D28E948}" dt="2025-07-09T13:58:22.122" v="403"/>
          <ac:cxnSpMkLst>
            <pc:docMk/>
            <pc:sldMk cId="2098371493" sldId="2147482205"/>
            <ac:cxnSpMk id="26" creationId="{4D2916EC-F787-34E0-5272-95198F16BD88}"/>
          </ac:cxnSpMkLst>
        </pc:cxnChg>
      </pc:sldChg>
      <pc:sldChg chg="addSp modSp new mod modClrScheme chgLayout">
        <pc:chgData name="Kaytlin Faith Harrison" userId="S::omt3255@ads.northwestern.edu::3c157b3a-e72e-433b-bed5-e3ff3c40f3ed" providerId="AD" clId="Web-{BEA35F65-FA1D-C4BE-7EEA-944D2D28E948}" dt="2025-07-09T14:08:02.173" v="554" actId="20577"/>
        <pc:sldMkLst>
          <pc:docMk/>
          <pc:sldMk cId="359142546" sldId="2147482206"/>
        </pc:sldMkLst>
        <pc:spChg chg="add mod">
          <ac:chgData name="Kaytlin Faith Harrison" userId="S::omt3255@ads.northwestern.edu::3c157b3a-e72e-433b-bed5-e3ff3c40f3ed" providerId="AD" clId="Web-{BEA35F65-FA1D-C4BE-7EEA-944D2D28E948}" dt="2025-07-09T14:08:02.173" v="554" actId="20577"/>
          <ac:spMkLst>
            <pc:docMk/>
            <pc:sldMk cId="359142546" sldId="2147482206"/>
            <ac:spMk id="2" creationId="{DD6EC280-A1BD-F45B-B413-7CAE555F39CC}"/>
          </ac:spMkLst>
        </pc:spChg>
        <pc:spChg chg="add mod">
          <ac:chgData name="Kaytlin Faith Harrison" userId="S::omt3255@ads.northwestern.edu::3c157b3a-e72e-433b-bed5-e3ff3c40f3ed" providerId="AD" clId="Web-{BEA35F65-FA1D-C4BE-7EEA-944D2D28E948}" dt="2025-07-09T14:05:48.262" v="532"/>
          <ac:spMkLst>
            <pc:docMk/>
            <pc:sldMk cId="359142546" sldId="2147482206"/>
            <ac:spMk id="3" creationId="{6E6A9728-D2EB-A063-D5D9-78C32B265DE3}"/>
          </ac:spMkLst>
        </pc:spChg>
        <pc:spChg chg="add mod">
          <ac:chgData name="Kaytlin Faith Harrison" userId="S::omt3255@ads.northwestern.edu::3c157b3a-e72e-433b-bed5-e3ff3c40f3ed" providerId="AD" clId="Web-{BEA35F65-FA1D-C4BE-7EEA-944D2D28E948}" dt="2025-07-09T14:05:48.262" v="532"/>
          <ac:spMkLst>
            <pc:docMk/>
            <pc:sldMk cId="359142546" sldId="2147482206"/>
            <ac:spMk id="4" creationId="{0DE88B85-F7B1-F0EE-1079-681AF86FC23C}"/>
          </ac:spMkLst>
        </pc:spChg>
        <pc:spChg chg="add mod">
          <ac:chgData name="Kaytlin Faith Harrison" userId="S::omt3255@ads.northwestern.edu::3c157b3a-e72e-433b-bed5-e3ff3c40f3ed" providerId="AD" clId="Web-{BEA35F65-FA1D-C4BE-7EEA-944D2D28E948}" dt="2025-07-09T14:05:48.262" v="532"/>
          <ac:spMkLst>
            <pc:docMk/>
            <pc:sldMk cId="359142546" sldId="2147482206"/>
            <ac:spMk id="5" creationId="{EBD5FF64-8234-8BA2-54AB-0F0F4FFA402E}"/>
          </ac:spMkLst>
        </pc:spChg>
        <pc:spChg chg="add mod">
          <ac:chgData name="Kaytlin Faith Harrison" userId="S::omt3255@ads.northwestern.edu::3c157b3a-e72e-433b-bed5-e3ff3c40f3ed" providerId="AD" clId="Web-{BEA35F65-FA1D-C4BE-7EEA-944D2D28E948}" dt="2025-07-09T14:05:48.262" v="532"/>
          <ac:spMkLst>
            <pc:docMk/>
            <pc:sldMk cId="359142546" sldId="2147482206"/>
            <ac:spMk id="6" creationId="{D7F95B8D-4409-B308-733C-E9A04B955E61}"/>
          </ac:spMkLst>
        </pc:spChg>
      </pc:sldChg>
      <pc:sldChg chg="new">
        <pc:chgData name="Kaytlin Faith Harrison" userId="S::omt3255@ads.northwestern.edu::3c157b3a-e72e-433b-bed5-e3ff3c40f3ed" providerId="AD" clId="Web-{BEA35F65-FA1D-C4BE-7EEA-944D2D28E948}" dt="2025-07-09T14:08:10.439" v="555"/>
        <pc:sldMkLst>
          <pc:docMk/>
          <pc:sldMk cId="932505219" sldId="2147482207"/>
        </pc:sldMkLst>
      </pc:sldChg>
      <pc:sldChg chg="modSp add">
        <pc:chgData name="Kaytlin Faith Harrison" userId="S::omt3255@ads.northwestern.edu::3c157b3a-e72e-433b-bed5-e3ff3c40f3ed" providerId="AD" clId="Web-{BEA35F65-FA1D-C4BE-7EEA-944D2D28E948}" dt="2025-07-09T14:27:58.980" v="830" actId="20577"/>
        <pc:sldMkLst>
          <pc:docMk/>
          <pc:sldMk cId="246143406" sldId="2147482210"/>
        </pc:sldMkLst>
        <pc:spChg chg="mod">
          <ac:chgData name="Kaytlin Faith Harrison" userId="S::omt3255@ads.northwestern.edu::3c157b3a-e72e-433b-bed5-e3ff3c40f3ed" providerId="AD" clId="Web-{BEA35F65-FA1D-C4BE-7EEA-944D2D28E948}" dt="2025-07-09T14:21:14.372" v="743" actId="20577"/>
          <ac:spMkLst>
            <pc:docMk/>
            <pc:sldMk cId="246143406" sldId="2147482210"/>
            <ac:spMk id="3" creationId="{0D0EDACF-500F-D665-57C1-41D564DD1033}"/>
          </ac:spMkLst>
        </pc:spChg>
        <pc:spChg chg="mod">
          <ac:chgData name="Kaytlin Faith Harrison" userId="S::omt3255@ads.northwestern.edu::3c157b3a-e72e-433b-bed5-e3ff3c40f3ed" providerId="AD" clId="Web-{BEA35F65-FA1D-C4BE-7EEA-944D2D28E948}" dt="2025-07-09T14:23:37.252" v="787" actId="20577"/>
          <ac:spMkLst>
            <pc:docMk/>
            <pc:sldMk cId="246143406" sldId="2147482210"/>
            <ac:spMk id="5" creationId="{B6F7AC54-5668-2BC9-6B7F-32C3D4FE814A}"/>
          </ac:spMkLst>
        </pc:spChg>
        <pc:spChg chg="mod">
          <ac:chgData name="Kaytlin Faith Harrison" userId="S::omt3255@ads.northwestern.edu::3c157b3a-e72e-433b-bed5-e3ff3c40f3ed" providerId="AD" clId="Web-{BEA35F65-FA1D-C4BE-7EEA-944D2D28E948}" dt="2025-07-09T14:27:41.214" v="829" actId="20577"/>
          <ac:spMkLst>
            <pc:docMk/>
            <pc:sldMk cId="246143406" sldId="2147482210"/>
            <ac:spMk id="6" creationId="{14AAA4A3-988B-FFE0-6B1F-C3D482C7D893}"/>
          </ac:spMkLst>
        </pc:spChg>
        <pc:spChg chg="mod">
          <ac:chgData name="Kaytlin Faith Harrison" userId="S::omt3255@ads.northwestern.edu::3c157b3a-e72e-433b-bed5-e3ff3c40f3ed" providerId="AD" clId="Web-{BEA35F65-FA1D-C4BE-7EEA-944D2D28E948}" dt="2025-07-09T14:27:58.980" v="830" actId="20577"/>
          <ac:spMkLst>
            <pc:docMk/>
            <pc:sldMk cId="246143406" sldId="2147482210"/>
            <ac:spMk id="17" creationId="{A0D6F17B-C051-5F6B-4C7F-2B9A74DD55EA}"/>
          </ac:spMkLst>
        </pc:spChg>
        <pc:spChg chg="mod">
          <ac:chgData name="Kaytlin Faith Harrison" userId="S::omt3255@ads.northwestern.edu::3c157b3a-e72e-433b-bed5-e3ff3c40f3ed" providerId="AD" clId="Web-{BEA35F65-FA1D-C4BE-7EEA-944D2D28E948}" dt="2025-07-09T14:14:46.968" v="633" actId="20577"/>
          <ac:spMkLst>
            <pc:docMk/>
            <pc:sldMk cId="246143406" sldId="2147482210"/>
            <ac:spMk id="18" creationId="{6189A901-C48D-9AC8-0DDB-E2F16A0E1AB3}"/>
          </ac:spMkLst>
        </pc:spChg>
        <pc:spChg chg="mod">
          <ac:chgData name="Kaytlin Faith Harrison" userId="S::omt3255@ads.northwestern.edu::3c157b3a-e72e-433b-bed5-e3ff3c40f3ed" providerId="AD" clId="Web-{BEA35F65-FA1D-C4BE-7EEA-944D2D28E948}" dt="2025-07-09T14:13:54.295" v="604" actId="20577"/>
          <ac:spMkLst>
            <pc:docMk/>
            <pc:sldMk cId="246143406" sldId="2147482210"/>
            <ac:spMk id="19" creationId="{2F0D3037-D83F-C8F5-2211-D2317B68DE71}"/>
          </ac:spMkLst>
        </pc:spChg>
        <pc:spChg chg="mod">
          <ac:chgData name="Kaytlin Faith Harrison" userId="S::omt3255@ads.northwestern.edu::3c157b3a-e72e-433b-bed5-e3ff3c40f3ed" providerId="AD" clId="Web-{BEA35F65-FA1D-C4BE-7EEA-944D2D28E948}" dt="2025-07-09T14:15:00.609" v="637" actId="20577"/>
          <ac:spMkLst>
            <pc:docMk/>
            <pc:sldMk cId="246143406" sldId="2147482210"/>
            <ac:spMk id="20" creationId="{B0D37ACC-4BE2-5E50-95C2-DE70097CD113}"/>
          </ac:spMkLst>
        </pc:spChg>
        <pc:picChg chg="mod">
          <ac:chgData name="Kaytlin Faith Harrison" userId="S::omt3255@ads.northwestern.edu::3c157b3a-e72e-433b-bed5-e3ff3c40f3ed" providerId="AD" clId="Web-{BEA35F65-FA1D-C4BE-7EEA-944D2D28E948}" dt="2025-07-09T14:25:57.101" v="793"/>
          <ac:picMkLst>
            <pc:docMk/>
            <pc:sldMk cId="246143406" sldId="2147482210"/>
            <ac:picMk id="14" creationId="{0DACBB37-0464-F33C-EF91-D67691E1397C}"/>
          </ac:picMkLst>
        </pc:picChg>
        <pc:picChg chg="mod">
          <ac:chgData name="Kaytlin Faith Harrison" userId="S::omt3255@ads.northwestern.edu::3c157b3a-e72e-433b-bed5-e3ff3c40f3ed" providerId="AD" clId="Web-{BEA35F65-FA1D-C4BE-7EEA-944D2D28E948}" dt="2025-07-09T14:25:24.287" v="792" actId="1076"/>
          <ac:picMkLst>
            <pc:docMk/>
            <pc:sldMk cId="246143406" sldId="2147482210"/>
            <ac:picMk id="15" creationId="{60B3A441-5E9D-A3FC-47D9-7DF508B3DC3C}"/>
          </ac:picMkLst>
        </pc:picChg>
        <pc:picChg chg="mod">
          <ac:chgData name="Kaytlin Faith Harrison" userId="S::omt3255@ads.northwestern.edu::3c157b3a-e72e-433b-bed5-e3ff3c40f3ed" providerId="AD" clId="Web-{BEA35F65-FA1D-C4BE-7EEA-944D2D28E948}" dt="2025-07-09T14:24:56.255" v="788"/>
          <ac:picMkLst>
            <pc:docMk/>
            <pc:sldMk cId="246143406" sldId="2147482210"/>
            <ac:picMk id="16" creationId="{BDD2746D-7718-950B-4179-ACA4D70831EA}"/>
          </ac:picMkLst>
        </pc:picChg>
      </pc:sldChg>
      <pc:sldMasterChg chg="addSldLayout">
        <pc:chgData name="Kaytlin Faith Harrison" userId="S::omt3255@ads.northwestern.edu::3c157b3a-e72e-433b-bed5-e3ff3c40f3ed" providerId="AD" clId="Web-{BEA35F65-FA1D-C4BE-7EEA-944D2D28E948}" dt="2025-07-09T13:56:38.102" v="179"/>
        <pc:sldMasterMkLst>
          <pc:docMk/>
          <pc:sldMasterMk cId="2460954070" sldId="2147483660"/>
        </pc:sldMasterMkLst>
        <pc:sldLayoutChg chg="add">
          <pc:chgData name="Kaytlin Faith Harrison" userId="S::omt3255@ads.northwestern.edu::3c157b3a-e72e-433b-bed5-e3ff3c40f3ed" providerId="AD" clId="Web-{BEA35F65-FA1D-C4BE-7EEA-944D2D28E948}" dt="2025-07-09T13:56:38.102" v="179"/>
          <pc:sldLayoutMkLst>
            <pc:docMk/>
            <pc:sldMasterMk cId="2460954070" sldId="2147483660"/>
            <pc:sldLayoutMk cId="995844130" sldId="2147483672"/>
          </pc:sldLayoutMkLst>
        </pc:sldLayoutChg>
      </pc:sldMasterChg>
      <pc:sldMasterChg chg="add addSldLayout">
        <pc:chgData name="Kaytlin Faith Harrison" userId="S::omt3255@ads.northwestern.edu::3c157b3a-e72e-433b-bed5-e3ff3c40f3ed" providerId="AD" clId="Web-{BEA35F65-FA1D-C4BE-7EEA-944D2D28E948}" dt="2025-07-09T13:57:35.182" v="183"/>
        <pc:sldMasterMkLst>
          <pc:docMk/>
          <pc:sldMasterMk cId="3669031262" sldId="2147483962"/>
        </pc:sldMasterMkLst>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3340209367" sldId="2147483692"/>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4152614004" sldId="2147483901"/>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2224878651" sldId="2147483904"/>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817174950" sldId="2147483905"/>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2314303940" sldId="2147483906"/>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3572839104" sldId="2147483907"/>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242206079" sldId="2147483908"/>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1471603199" sldId="2147483909"/>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1201808370" sldId="2147483910"/>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3447478196" sldId="2147483912"/>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3656111609" sldId="2147483913"/>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1083368050" sldId="2147483914"/>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3774764434" sldId="2147483915"/>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2380496384" sldId="2147483916"/>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3261313497" sldId="2147483917"/>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599707034" sldId="2147483919"/>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3553649678" sldId="2147483920"/>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4133412524" sldId="2147483921"/>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70433241" sldId="2147483922"/>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3457828484" sldId="2147483923"/>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3156056091" sldId="2147483924"/>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784512172" sldId="2147483925"/>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654205542" sldId="2147483926"/>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177170831" sldId="2147483927"/>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1559821703" sldId="2147483928"/>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1595899409" sldId="2147483929"/>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3874945124" sldId="2147483930"/>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2830154425" sldId="2147483932"/>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2327768506" sldId="2147483934"/>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4066270910" sldId="2147483935"/>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7694905" sldId="2147483936"/>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3224836230" sldId="2147483937"/>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2936719277" sldId="2147483938"/>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388229029" sldId="2147483939"/>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2186187956" sldId="2147483940"/>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4195384914" sldId="2147483941"/>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3152310234" sldId="2147483942"/>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209605039" sldId="2147483943"/>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4196795180" sldId="2147483944"/>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1698670438" sldId="2147483945"/>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2204956051" sldId="2147483948"/>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1629240754" sldId="2147483950"/>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1891810613" sldId="2147483953"/>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2954362297" sldId="2147483956"/>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171212167" sldId="2147483959"/>
          </pc:sldLayoutMkLst>
        </pc:sldLayoutChg>
        <pc:sldLayoutChg chg="add">
          <pc:chgData name="Kaytlin Faith Harrison" userId="S::omt3255@ads.northwestern.edu::3c157b3a-e72e-433b-bed5-e3ff3c40f3ed" providerId="AD" clId="Web-{BEA35F65-FA1D-C4BE-7EEA-944D2D28E948}" dt="2025-07-09T13:57:35.182" v="183"/>
          <pc:sldLayoutMkLst>
            <pc:docMk/>
            <pc:sldMasterMk cId="3669031262" sldId="2147483962"/>
            <pc:sldLayoutMk cId="19196161" sldId="2147483960"/>
          </pc:sldLayoutMkLst>
        </pc:sldLayoutChg>
      </pc:sldMasterChg>
    </pc:docChg>
  </pc:docChgLst>
  <pc:docChgLst>
    <pc:chgData name="Kaytlin Faith Harrison" userId="S::omt3255@ads.northwestern.edu::3c157b3a-e72e-433b-bed5-e3ff3c40f3ed" providerId="AD" clId="Web-{B52CCF87-2303-3342-56E1-CD64C54C11A5}"/>
    <pc:docChg chg="modSld">
      <pc:chgData name="Kaytlin Faith Harrison" userId="S::omt3255@ads.northwestern.edu::3c157b3a-e72e-433b-bed5-e3ff3c40f3ed" providerId="AD" clId="Web-{B52CCF87-2303-3342-56E1-CD64C54C11A5}" dt="2025-07-09T02:03:11.383" v="33" actId="1076"/>
      <pc:docMkLst>
        <pc:docMk/>
      </pc:docMkLst>
      <pc:sldChg chg="addSp delSp modSp">
        <pc:chgData name="Kaytlin Faith Harrison" userId="S::omt3255@ads.northwestern.edu::3c157b3a-e72e-433b-bed5-e3ff3c40f3ed" providerId="AD" clId="Web-{B52CCF87-2303-3342-56E1-CD64C54C11A5}" dt="2025-07-09T02:03:11.383" v="33" actId="1076"/>
        <pc:sldMkLst>
          <pc:docMk/>
          <pc:sldMk cId="1507536464" sldId="257"/>
        </pc:sldMkLst>
        <pc:spChg chg="mod">
          <ac:chgData name="Kaytlin Faith Harrison" userId="S::omt3255@ads.northwestern.edu::3c157b3a-e72e-433b-bed5-e3ff3c40f3ed" providerId="AD" clId="Web-{B52CCF87-2303-3342-56E1-CD64C54C11A5}" dt="2025-07-09T02:00:50.661" v="9" actId="1076"/>
          <ac:spMkLst>
            <pc:docMk/>
            <pc:sldMk cId="1507536464" sldId="257"/>
            <ac:spMk id="11" creationId="{468746D1-69B9-0BFD-12DC-5C347A547584}"/>
          </ac:spMkLst>
        </pc:spChg>
        <pc:spChg chg="mod">
          <ac:chgData name="Kaytlin Faith Harrison" userId="S::omt3255@ads.northwestern.edu::3c157b3a-e72e-433b-bed5-e3ff3c40f3ed" providerId="AD" clId="Web-{B52CCF87-2303-3342-56E1-CD64C54C11A5}" dt="2025-07-09T02:03:05.274" v="32" actId="1076"/>
          <ac:spMkLst>
            <pc:docMk/>
            <pc:sldMk cId="1507536464" sldId="257"/>
            <ac:spMk id="12" creationId="{FD159C6F-FD83-47BA-E41D-1DD638A88F26}"/>
          </ac:spMkLst>
        </pc:spChg>
        <pc:picChg chg="add mod">
          <ac:chgData name="Kaytlin Faith Harrison" userId="S::omt3255@ads.northwestern.edu::3c157b3a-e72e-433b-bed5-e3ff3c40f3ed" providerId="AD" clId="Web-{B52CCF87-2303-3342-56E1-CD64C54C11A5}" dt="2025-07-09T02:00:43.802" v="8" actId="1076"/>
          <ac:picMkLst>
            <pc:docMk/>
            <pc:sldMk cId="1507536464" sldId="257"/>
            <ac:picMk id="2" creationId="{9889D6EE-F569-5F6C-71E6-A0411D1231EB}"/>
          </ac:picMkLst>
        </pc:picChg>
        <pc:picChg chg="del">
          <ac:chgData name="Kaytlin Faith Harrison" userId="S::omt3255@ads.northwestern.edu::3c157b3a-e72e-433b-bed5-e3ff3c40f3ed" providerId="AD" clId="Web-{B52CCF87-2303-3342-56E1-CD64C54C11A5}" dt="2025-07-09T02:00:08.519" v="3"/>
          <ac:picMkLst>
            <pc:docMk/>
            <pc:sldMk cId="1507536464" sldId="257"/>
            <ac:picMk id="7" creationId="{7BAA3206-6A25-9262-94E5-DA43DCE7177D}"/>
          </ac:picMkLst>
        </pc:picChg>
        <pc:picChg chg="mod">
          <ac:chgData name="Kaytlin Faith Harrison" userId="S::omt3255@ads.northwestern.edu::3c157b3a-e72e-433b-bed5-e3ff3c40f3ed" providerId="AD" clId="Web-{B52CCF87-2303-3342-56E1-CD64C54C11A5}" dt="2025-07-09T02:03:11.383" v="33" actId="1076"/>
          <ac:picMkLst>
            <pc:docMk/>
            <pc:sldMk cId="1507536464" sldId="257"/>
            <ac:picMk id="8" creationId="{69E6AA8B-0D13-D8EE-D5E3-36638B7BE212}"/>
          </ac:picMkLst>
        </pc:picChg>
      </pc:sldChg>
    </pc:docChg>
  </pc:docChgLst>
  <pc:docChgLst>
    <pc:chgData name="Kaytlin Faith Harrison" userId="S::omt3255@ads.northwestern.edu::3c157b3a-e72e-433b-bed5-e3ff3c40f3ed" providerId="AD" clId="Web-{478E63A6-DDC6-0DB2-3019-EAEFDD9B6715}"/>
    <pc:docChg chg="addSld delSld modSld">
      <pc:chgData name="Kaytlin Faith Harrison" userId="S::omt3255@ads.northwestern.edu::3c157b3a-e72e-433b-bed5-e3ff3c40f3ed" providerId="AD" clId="Web-{478E63A6-DDC6-0DB2-3019-EAEFDD9B6715}" dt="2025-07-09T11:57:08.559" v="551" actId="20577"/>
      <pc:docMkLst>
        <pc:docMk/>
      </pc:docMkLst>
      <pc:sldChg chg="modSp">
        <pc:chgData name="Kaytlin Faith Harrison" userId="S::omt3255@ads.northwestern.edu::3c157b3a-e72e-433b-bed5-e3ff3c40f3ed" providerId="AD" clId="Web-{478E63A6-DDC6-0DB2-3019-EAEFDD9B6715}" dt="2025-07-09T03:25:56.352" v="0" actId="20577"/>
        <pc:sldMkLst>
          <pc:docMk/>
          <pc:sldMk cId="109857222" sldId="256"/>
        </pc:sldMkLst>
        <pc:spChg chg="mod">
          <ac:chgData name="Kaytlin Faith Harrison" userId="S::omt3255@ads.northwestern.edu::3c157b3a-e72e-433b-bed5-e3ff3c40f3ed" providerId="AD" clId="Web-{478E63A6-DDC6-0DB2-3019-EAEFDD9B6715}" dt="2025-07-09T03:25:56.352" v="0" actId="20577"/>
          <ac:spMkLst>
            <pc:docMk/>
            <pc:sldMk cId="109857222" sldId="256"/>
            <ac:spMk id="3" creationId="{00000000-0000-0000-0000-000000000000}"/>
          </ac:spMkLst>
        </pc:spChg>
      </pc:sldChg>
      <pc:sldChg chg="addSp delSp modSp del mod setBg modNotes">
        <pc:chgData name="Kaytlin Faith Harrison" userId="S::omt3255@ads.northwestern.edu::3c157b3a-e72e-433b-bed5-e3ff3c40f3ed" providerId="AD" clId="Web-{478E63A6-DDC6-0DB2-3019-EAEFDD9B6715}" dt="2025-07-09T11:46:17.252" v="384"/>
        <pc:sldMkLst>
          <pc:docMk/>
          <pc:sldMk cId="156747793" sldId="258"/>
        </pc:sldMkLst>
        <pc:spChg chg="add del mod">
          <ac:chgData name="Kaytlin Faith Harrison" userId="S::omt3255@ads.northwestern.edu::3c157b3a-e72e-433b-bed5-e3ff3c40f3ed" providerId="AD" clId="Web-{478E63A6-DDC6-0DB2-3019-EAEFDD9B6715}" dt="2025-07-09T03:37:28.140" v="287"/>
          <ac:spMkLst>
            <pc:docMk/>
            <pc:sldMk cId="156747793" sldId="258"/>
            <ac:spMk id="2" creationId="{F6532C35-00FF-8736-3954-59F6AC3927FD}"/>
          </ac:spMkLst>
        </pc:spChg>
        <pc:spChg chg="mod">
          <ac:chgData name="Kaytlin Faith Harrison" userId="S::omt3255@ads.northwestern.edu::3c157b3a-e72e-433b-bed5-e3ff3c40f3ed" providerId="AD" clId="Web-{478E63A6-DDC6-0DB2-3019-EAEFDD9B6715}" dt="2025-07-09T03:42:57.931" v="356" actId="20577"/>
          <ac:spMkLst>
            <pc:docMk/>
            <pc:sldMk cId="156747793" sldId="258"/>
            <ac:spMk id="2168" creationId="{5E245BBB-61B8-26E6-69A3-3AD800D5D71B}"/>
          </ac:spMkLst>
        </pc:spChg>
        <pc:spChg chg="add del">
          <ac:chgData name="Kaytlin Faith Harrison" userId="S::omt3255@ads.northwestern.edu::3c157b3a-e72e-433b-bed5-e3ff3c40f3ed" providerId="AD" clId="Web-{478E63A6-DDC6-0DB2-3019-EAEFDD9B6715}" dt="2025-07-09T03:39:57.675" v="350"/>
          <ac:spMkLst>
            <pc:docMk/>
            <pc:sldMk cId="156747793" sldId="258"/>
            <ac:spMk id="2173" creationId="{01A22726-DA03-BCB0-F12E-98258FB7E5C0}"/>
          </ac:spMkLst>
        </pc:spChg>
        <pc:spChg chg="add del">
          <ac:chgData name="Kaytlin Faith Harrison" userId="S::omt3255@ads.northwestern.edu::3c157b3a-e72e-433b-bed5-e3ff3c40f3ed" providerId="AD" clId="Web-{478E63A6-DDC6-0DB2-3019-EAEFDD9B6715}" dt="2025-07-09T03:40:17.410" v="352"/>
          <ac:spMkLst>
            <pc:docMk/>
            <pc:sldMk cId="156747793" sldId="258"/>
            <ac:spMk id="2175" creationId="{600DC1B0-7E1A-BD02-3F93-19E6B1B75075}"/>
          </ac:spMkLst>
        </pc:spChg>
        <pc:graphicFrameChg chg="add mod modGraphic">
          <ac:chgData name="Kaytlin Faith Harrison" userId="S::omt3255@ads.northwestern.edu::3c157b3a-e72e-433b-bed5-e3ff3c40f3ed" providerId="AD" clId="Web-{478E63A6-DDC6-0DB2-3019-EAEFDD9B6715}" dt="2025-07-09T03:40:17.410" v="352"/>
          <ac:graphicFrameMkLst>
            <pc:docMk/>
            <pc:sldMk cId="156747793" sldId="258"/>
            <ac:graphicFrameMk id="3" creationId="{750BA2BA-C8C0-6DCA-3C03-A77BA04DA01D}"/>
          </ac:graphicFrameMkLst>
        </pc:graphicFrameChg>
      </pc:sldChg>
      <pc:sldChg chg="addSp modSp">
        <pc:chgData name="Kaytlin Faith Harrison" userId="S::omt3255@ads.northwestern.edu::3c157b3a-e72e-433b-bed5-e3ff3c40f3ed" providerId="AD" clId="Web-{478E63A6-DDC6-0DB2-3019-EAEFDD9B6715}" dt="2025-07-09T11:57:08.559" v="551" actId="20577"/>
        <pc:sldMkLst>
          <pc:docMk/>
          <pc:sldMk cId="444951922" sldId="259"/>
        </pc:sldMkLst>
        <pc:spChg chg="mod">
          <ac:chgData name="Kaytlin Faith Harrison" userId="S::omt3255@ads.northwestern.edu::3c157b3a-e72e-433b-bed5-e3ff3c40f3ed" providerId="AD" clId="Web-{478E63A6-DDC6-0DB2-3019-EAEFDD9B6715}" dt="2025-07-09T11:57:08.559" v="551" actId="20577"/>
          <ac:spMkLst>
            <pc:docMk/>
            <pc:sldMk cId="444951922" sldId="259"/>
            <ac:spMk id="2" creationId="{10FA37C9-C3E7-6D84-BB4A-2444F1601E5C}"/>
          </ac:spMkLst>
        </pc:spChg>
        <pc:spChg chg="add mod">
          <ac:chgData name="Kaytlin Faith Harrison" userId="S::omt3255@ads.northwestern.edu::3c157b3a-e72e-433b-bed5-e3ff3c40f3ed" providerId="AD" clId="Web-{478E63A6-DDC6-0DB2-3019-EAEFDD9B6715}" dt="2025-07-09T11:53:28.233" v="431" actId="1076"/>
          <ac:spMkLst>
            <pc:docMk/>
            <pc:sldMk cId="444951922" sldId="259"/>
            <ac:spMk id="10" creationId="{EE8D2F4A-CE65-3A2C-98AB-C7EC6C533BAA}"/>
          </ac:spMkLst>
        </pc:spChg>
        <pc:graphicFrameChg chg="modGraphic">
          <ac:chgData name="Kaytlin Faith Harrison" userId="S::omt3255@ads.northwestern.edu::3c157b3a-e72e-433b-bed5-e3ff3c40f3ed" providerId="AD" clId="Web-{478E63A6-DDC6-0DB2-3019-EAEFDD9B6715}" dt="2025-07-09T03:26:30.321" v="1"/>
          <ac:graphicFrameMkLst>
            <pc:docMk/>
            <pc:sldMk cId="444951922" sldId="259"/>
            <ac:graphicFrameMk id="6" creationId="{382EC616-FEA3-F678-CC32-7F638D94E665}"/>
          </ac:graphicFrameMkLst>
        </pc:graphicFrameChg>
      </pc:sldChg>
      <pc:sldChg chg="del">
        <pc:chgData name="Kaytlin Faith Harrison" userId="S::omt3255@ads.northwestern.edu::3c157b3a-e72e-433b-bed5-e3ff3c40f3ed" providerId="AD" clId="Web-{478E63A6-DDC6-0DB2-3019-EAEFDD9B6715}" dt="2025-07-09T11:49:20.733" v="391"/>
        <pc:sldMkLst>
          <pc:docMk/>
          <pc:sldMk cId="4278419913" sldId="260"/>
        </pc:sldMkLst>
      </pc:sldChg>
      <pc:sldChg chg="addSp delSp modSp mod setBg">
        <pc:chgData name="Kaytlin Faith Harrison" userId="S::omt3255@ads.northwestern.edu::3c157b3a-e72e-433b-bed5-e3ff3c40f3ed" providerId="AD" clId="Web-{478E63A6-DDC6-0DB2-3019-EAEFDD9B6715}" dt="2025-07-09T11:57:05.028" v="550"/>
        <pc:sldMkLst>
          <pc:docMk/>
          <pc:sldMk cId="917543501" sldId="261"/>
        </pc:sldMkLst>
        <pc:spChg chg="del mod">
          <ac:chgData name="Kaytlin Faith Harrison" userId="S::omt3255@ads.northwestern.edu::3c157b3a-e72e-433b-bed5-e3ff3c40f3ed" providerId="AD" clId="Web-{478E63A6-DDC6-0DB2-3019-EAEFDD9B6715}" dt="2025-07-09T11:57:05.028" v="550"/>
          <ac:spMkLst>
            <pc:docMk/>
            <pc:sldMk cId="917543501" sldId="261"/>
            <ac:spMk id="2" creationId="{87F21CA7-1505-7210-A50A-3B53283B28A5}"/>
          </ac:spMkLst>
        </pc:spChg>
        <pc:spChg chg="add del mod">
          <ac:chgData name="Kaytlin Faith Harrison" userId="S::omt3255@ads.northwestern.edu::3c157b3a-e72e-433b-bed5-e3ff3c40f3ed" providerId="AD" clId="Web-{478E63A6-DDC6-0DB2-3019-EAEFDD9B6715}" dt="2025-07-09T11:55:28.834" v="525"/>
          <ac:spMkLst>
            <pc:docMk/>
            <pc:sldMk cId="917543501" sldId="261"/>
            <ac:spMk id="3" creationId="{D4FEB66C-53EF-BD90-261D-2B7F349C09A8}"/>
          </ac:spMkLst>
        </pc:spChg>
        <pc:spChg chg="del">
          <ac:chgData name="Kaytlin Faith Harrison" userId="S::omt3255@ads.northwestern.edu::3c157b3a-e72e-433b-bed5-e3ff3c40f3ed" providerId="AD" clId="Web-{478E63A6-DDC6-0DB2-3019-EAEFDD9B6715}" dt="2025-07-09T11:55:09.145" v="522"/>
          <ac:spMkLst>
            <pc:docMk/>
            <pc:sldMk cId="917543501" sldId="261"/>
            <ac:spMk id="4" creationId="{0EFB7CD2-A3CE-CE77-792C-29E81C6B0505}"/>
          </ac:spMkLst>
        </pc:spChg>
        <pc:spChg chg="add del">
          <ac:chgData name="Kaytlin Faith Harrison" userId="S::omt3255@ads.northwestern.edu::3c157b3a-e72e-433b-bed5-e3ff3c40f3ed" providerId="AD" clId="Web-{478E63A6-DDC6-0DB2-3019-EAEFDD9B6715}" dt="2025-07-09T11:56:04.196" v="531"/>
          <ac:spMkLst>
            <pc:docMk/>
            <pc:sldMk cId="917543501" sldId="261"/>
            <ac:spMk id="7" creationId="{D4FEB66C-53EF-BD90-261D-2B7F349C09A8}"/>
          </ac:spMkLst>
        </pc:spChg>
        <pc:spChg chg="add del">
          <ac:chgData name="Kaytlin Faith Harrison" userId="S::omt3255@ads.northwestern.edu::3c157b3a-e72e-433b-bed5-e3ff3c40f3ed" providerId="AD" clId="Web-{478E63A6-DDC6-0DB2-3019-EAEFDD9B6715}" dt="2025-07-09T11:56:04.196" v="531"/>
          <ac:spMkLst>
            <pc:docMk/>
            <pc:sldMk cId="917543501" sldId="261"/>
            <ac:spMk id="8" creationId="{604B8143-3907-5396-F19C-4EDBFE8DED3F}"/>
          </ac:spMkLst>
        </pc:spChg>
        <pc:spChg chg="add del">
          <ac:chgData name="Kaytlin Faith Harrison" userId="S::omt3255@ads.northwestern.edu::3c157b3a-e72e-433b-bed5-e3ff3c40f3ed" providerId="AD" clId="Web-{478E63A6-DDC6-0DB2-3019-EAEFDD9B6715}" dt="2025-07-09T11:57:03.184" v="549"/>
          <ac:spMkLst>
            <pc:docMk/>
            <pc:sldMk cId="917543501" sldId="261"/>
            <ac:spMk id="14" creationId="{01A22726-DA03-BCB0-F12E-98258FB7E5C0}"/>
          </ac:spMkLst>
        </pc:spChg>
        <pc:spChg chg="add mod">
          <ac:chgData name="Kaytlin Faith Harrison" userId="S::omt3255@ads.northwestern.edu::3c157b3a-e72e-433b-bed5-e3ff3c40f3ed" providerId="AD" clId="Web-{478E63A6-DDC6-0DB2-3019-EAEFDD9B6715}" dt="2025-07-09T11:57:00.168" v="547" actId="20577"/>
          <ac:spMkLst>
            <pc:docMk/>
            <pc:sldMk cId="917543501" sldId="261"/>
            <ac:spMk id="127" creationId="{36ABC797-326A-3771-7A5E-5B96AEEB98BC}"/>
          </ac:spMkLst>
        </pc:spChg>
        <pc:spChg chg="add mod">
          <ac:chgData name="Kaytlin Faith Harrison" userId="S::omt3255@ads.northwestern.edu::3c157b3a-e72e-433b-bed5-e3ff3c40f3ed" providerId="AD" clId="Web-{478E63A6-DDC6-0DB2-3019-EAEFDD9B6715}" dt="2025-07-09T11:57:05.028" v="550"/>
          <ac:spMkLst>
            <pc:docMk/>
            <pc:sldMk cId="917543501" sldId="261"/>
            <ac:spMk id="129" creationId="{ED734C2B-2D76-D1F1-1FFF-157A3431957C}"/>
          </ac:spMkLst>
        </pc:spChg>
        <pc:graphicFrameChg chg="add del">
          <ac:chgData name="Kaytlin Faith Harrison" userId="S::omt3255@ads.northwestern.edu::3c157b3a-e72e-433b-bed5-e3ff3c40f3ed" providerId="AD" clId="Web-{478E63A6-DDC6-0DB2-3019-EAEFDD9B6715}" dt="2025-07-09T11:55:28.819" v="524"/>
          <ac:graphicFrameMkLst>
            <pc:docMk/>
            <pc:sldMk cId="917543501" sldId="261"/>
            <ac:graphicFrameMk id="5" creationId="{487D915C-F009-476B-4616-3F6F8AD89C6E}"/>
          </ac:graphicFrameMkLst>
        </pc:graphicFrameChg>
        <pc:graphicFrameChg chg="add modGraphic">
          <ac:chgData name="Kaytlin Faith Harrison" userId="S::omt3255@ads.northwestern.edu::3c157b3a-e72e-433b-bed5-e3ff3c40f3ed" providerId="AD" clId="Web-{478E63A6-DDC6-0DB2-3019-EAEFDD9B6715}" dt="2025-07-09T11:56:40.823" v="541" actId="20577"/>
          <ac:graphicFrameMkLst>
            <pc:docMk/>
            <pc:sldMk cId="917543501" sldId="261"/>
            <ac:graphicFrameMk id="10" creationId="{3609F44D-1F66-9E5A-B377-7EE3E3678FA9}"/>
          </ac:graphicFrameMkLst>
        </pc:graphicFrameChg>
        <pc:graphicFrameChg chg="add del modGraphic">
          <ac:chgData name="Kaytlin Faith Harrison" userId="S::omt3255@ads.northwestern.edu::3c157b3a-e72e-433b-bed5-e3ff3c40f3ed" providerId="AD" clId="Web-{478E63A6-DDC6-0DB2-3019-EAEFDD9B6715}" dt="2025-07-09T11:56:00.805" v="530"/>
          <ac:graphicFrameMkLst>
            <pc:docMk/>
            <pc:sldMk cId="917543501" sldId="261"/>
            <ac:graphicFrameMk id="12" creationId="{FF324A29-0B7C-6537-971A-193F330F0E1D}"/>
          </ac:graphicFrameMkLst>
        </pc:graphicFrameChg>
      </pc:sldChg>
      <pc:sldChg chg="addSp modSp">
        <pc:chgData name="Kaytlin Faith Harrison" userId="S::omt3255@ads.northwestern.edu::3c157b3a-e72e-433b-bed5-e3ff3c40f3ed" providerId="AD" clId="Web-{478E63A6-DDC6-0DB2-3019-EAEFDD9B6715}" dt="2025-07-09T11:52:38.433" v="413" actId="14100"/>
        <pc:sldMkLst>
          <pc:docMk/>
          <pc:sldMk cId="803116407" sldId="263"/>
        </pc:sldMkLst>
        <pc:spChg chg="add mod">
          <ac:chgData name="Kaytlin Faith Harrison" userId="S::omt3255@ads.northwestern.edu::3c157b3a-e72e-433b-bed5-e3ff3c40f3ed" providerId="AD" clId="Web-{478E63A6-DDC6-0DB2-3019-EAEFDD9B6715}" dt="2025-07-09T11:52:38.433" v="413" actId="14100"/>
          <ac:spMkLst>
            <pc:docMk/>
            <pc:sldMk cId="803116407" sldId="263"/>
            <ac:spMk id="12" creationId="{E22F53FD-7EE3-12BF-BC05-36460DAE1591}"/>
          </ac:spMkLst>
        </pc:spChg>
      </pc:sldChg>
      <pc:sldChg chg="del">
        <pc:chgData name="Kaytlin Faith Harrison" userId="S::omt3255@ads.northwestern.edu::3c157b3a-e72e-433b-bed5-e3ff3c40f3ed" providerId="AD" clId="Web-{478E63A6-DDC6-0DB2-3019-EAEFDD9B6715}" dt="2025-07-09T03:28:50.826" v="2"/>
        <pc:sldMkLst>
          <pc:docMk/>
          <pc:sldMk cId="1479532004" sldId="264"/>
        </pc:sldMkLst>
      </pc:sldChg>
      <pc:sldChg chg="addSp delSp modSp new mod setBg addAnim delAnim modAnim">
        <pc:chgData name="Kaytlin Faith Harrison" userId="S::omt3255@ads.northwestern.edu::3c157b3a-e72e-433b-bed5-e3ff3c40f3ed" providerId="AD" clId="Web-{478E63A6-DDC6-0DB2-3019-EAEFDD9B6715}" dt="2025-07-09T11:47:01.317" v="390"/>
        <pc:sldMkLst>
          <pc:docMk/>
          <pc:sldMk cId="2931065779" sldId="264"/>
        </pc:sldMkLst>
        <pc:spChg chg="del">
          <ac:chgData name="Kaytlin Faith Harrison" userId="S::omt3255@ads.northwestern.edu::3c157b3a-e72e-433b-bed5-e3ff3c40f3ed" providerId="AD" clId="Web-{478E63A6-DDC6-0DB2-3019-EAEFDD9B6715}" dt="2025-07-09T03:49:45.896" v="368"/>
          <ac:spMkLst>
            <pc:docMk/>
            <pc:sldMk cId="2931065779" sldId="264"/>
            <ac:spMk id="2" creationId="{0AC37C0C-2D0B-43D6-9DC1-7D74465D111E}"/>
          </ac:spMkLst>
        </pc:spChg>
        <pc:spChg chg="del mod">
          <ac:chgData name="Kaytlin Faith Harrison" userId="S::omt3255@ads.northwestern.edu::3c157b3a-e72e-433b-bed5-e3ff3c40f3ed" providerId="AD" clId="Web-{478E63A6-DDC6-0DB2-3019-EAEFDD9B6715}" dt="2025-07-09T03:43:07.494" v="360"/>
          <ac:spMkLst>
            <pc:docMk/>
            <pc:sldMk cId="2931065779" sldId="264"/>
            <ac:spMk id="3" creationId="{16FA0CD7-4C65-5876-9823-3C682F401529}"/>
          </ac:spMkLst>
        </pc:spChg>
        <pc:spChg chg="del">
          <ac:chgData name="Kaytlin Faith Harrison" userId="S::omt3255@ads.northwestern.edu::3c157b3a-e72e-433b-bed5-e3ff3c40f3ed" providerId="AD" clId="Web-{478E63A6-DDC6-0DB2-3019-EAEFDD9B6715}" dt="2025-07-09T03:43:09.275" v="361"/>
          <ac:spMkLst>
            <pc:docMk/>
            <pc:sldMk cId="2931065779" sldId="264"/>
            <ac:spMk id="4" creationId="{5974922B-D3FA-DD81-5E3F-13C0AAFFB7B4}"/>
          </ac:spMkLst>
        </pc:spChg>
        <pc:spChg chg="add del mod">
          <ac:chgData name="Kaytlin Faith Harrison" userId="S::omt3255@ads.northwestern.edu::3c157b3a-e72e-433b-bed5-e3ff3c40f3ed" providerId="AD" clId="Web-{478E63A6-DDC6-0DB2-3019-EAEFDD9B6715}" dt="2025-07-09T03:45:42.827" v="365"/>
          <ac:spMkLst>
            <pc:docMk/>
            <pc:sldMk cId="2931065779" sldId="264"/>
            <ac:spMk id="5" creationId="{12FA0115-48DB-1DEF-7DC5-B932F25371E4}"/>
          </ac:spMkLst>
        </pc:spChg>
        <pc:spChg chg="add">
          <ac:chgData name="Kaytlin Faith Harrison" userId="S::omt3255@ads.northwestern.edu::3c157b3a-e72e-433b-bed5-e3ff3c40f3ed" providerId="AD" clId="Web-{478E63A6-DDC6-0DB2-3019-EAEFDD9B6715}" dt="2025-07-09T11:45:50.250" v="383"/>
          <ac:spMkLst>
            <pc:docMk/>
            <pc:sldMk cId="2931065779" sldId="264"/>
            <ac:spMk id="10" creationId="{42A4FC2C-047E-45A5-965D-8E1E3BF09BC6}"/>
          </ac:spMkLst>
        </pc:spChg>
        <pc:picChg chg="add mod">
          <ac:chgData name="Kaytlin Faith Harrison" userId="S::omt3255@ads.northwestern.edu::3c157b3a-e72e-433b-bed5-e3ff3c40f3ed" providerId="AD" clId="Web-{478E63A6-DDC6-0DB2-3019-EAEFDD9B6715}" dt="2025-07-09T11:45:50.250" v="383"/>
          <ac:picMkLst>
            <pc:docMk/>
            <pc:sldMk cId="2931065779" sldId="264"/>
            <ac:picMk id="2" creationId="{A7BF41C7-887F-390C-B5E9-260341C11C70}"/>
          </ac:picMkLst>
        </pc:picChg>
        <pc:picChg chg="add del mod">
          <ac:chgData name="Kaytlin Faith Harrison" userId="S::omt3255@ads.northwestern.edu::3c157b3a-e72e-433b-bed5-e3ff3c40f3ed" providerId="AD" clId="Web-{478E63A6-DDC6-0DB2-3019-EAEFDD9B6715}" dt="2025-07-09T03:50:24.226" v="371"/>
          <ac:picMkLst>
            <pc:docMk/>
            <pc:sldMk cId="2931065779" sldId="264"/>
            <ac:picMk id="6" creationId="{140AEE75-AFE2-FA3F-21E0-FDADD80E966C}"/>
          </ac:picMkLst>
        </pc:picChg>
        <pc:picChg chg="add del mod">
          <ac:chgData name="Kaytlin Faith Harrison" userId="S::omt3255@ads.northwestern.edu::3c157b3a-e72e-433b-bed5-e3ff3c40f3ed" providerId="AD" clId="Web-{478E63A6-DDC6-0DB2-3019-EAEFDD9B6715}" dt="2025-07-09T03:50:41.054" v="373"/>
          <ac:picMkLst>
            <pc:docMk/>
            <pc:sldMk cId="2931065779" sldId="264"/>
            <ac:picMk id="7" creationId="{FAB0CB28-9E75-486E-A53C-0BBCE7144238}"/>
          </ac:picMkLst>
        </pc:picChg>
        <pc:picChg chg="add del mod">
          <ac:chgData name="Kaytlin Faith Harrison" userId="S::omt3255@ads.northwestern.edu::3c157b3a-e72e-433b-bed5-e3ff3c40f3ed" providerId="AD" clId="Web-{478E63A6-DDC6-0DB2-3019-EAEFDD9B6715}" dt="2025-07-09T11:45:37.078" v="381"/>
          <ac:picMkLst>
            <pc:docMk/>
            <pc:sldMk cId="2931065779" sldId="264"/>
            <ac:picMk id="8" creationId="{7A8C0F26-3757-4ADA-06F0-0270ADA286C0}"/>
          </ac:picMkLst>
        </pc:picChg>
        <pc:picChg chg="add del mod">
          <ac:chgData name="Kaytlin Faith Harrison" userId="S::omt3255@ads.northwestern.edu::3c157b3a-e72e-433b-bed5-e3ff3c40f3ed" providerId="AD" clId="Web-{478E63A6-DDC6-0DB2-3019-EAEFDD9B6715}" dt="2025-07-09T11:45:34.218" v="380"/>
          <ac:picMkLst>
            <pc:docMk/>
            <pc:sldMk cId="2931065779" sldId="264"/>
            <ac:picMk id="9" creationId="{8CB93D3B-FCED-3510-EBA4-A15F52E564E2}"/>
          </ac:picMkLst>
        </pc:picChg>
      </pc:sldChg>
      <pc:sldChg chg="addSp delSp modSp new del">
        <pc:chgData name="Kaytlin Faith Harrison" userId="S::omt3255@ads.northwestern.edu::3c157b3a-e72e-433b-bed5-e3ff3c40f3ed" providerId="AD" clId="Web-{478E63A6-DDC6-0DB2-3019-EAEFDD9B6715}" dt="2025-07-09T11:46:23.831" v="385"/>
        <pc:sldMkLst>
          <pc:docMk/>
          <pc:sldMk cId="346088513" sldId="265"/>
        </pc:sldMkLst>
        <pc:spChg chg="del">
          <ac:chgData name="Kaytlin Faith Harrison" userId="S::omt3255@ads.northwestern.edu::3c157b3a-e72e-433b-bed5-e3ff3c40f3ed" providerId="AD" clId="Web-{478E63A6-DDC6-0DB2-3019-EAEFDD9B6715}" dt="2025-07-09T03:52:03.447" v="377"/>
          <ac:spMkLst>
            <pc:docMk/>
            <pc:sldMk cId="346088513" sldId="265"/>
            <ac:spMk id="3" creationId="{F3231CE1-CA23-58CA-A74C-E5E46B1E08BF}"/>
          </ac:spMkLst>
        </pc:spChg>
        <pc:picChg chg="add mod ord">
          <ac:chgData name="Kaytlin Faith Harrison" userId="S::omt3255@ads.northwestern.edu::3c157b3a-e72e-433b-bed5-e3ff3c40f3ed" providerId="AD" clId="Web-{478E63A6-DDC6-0DB2-3019-EAEFDD9B6715}" dt="2025-07-09T03:52:03.447" v="377"/>
          <ac:picMkLst>
            <pc:docMk/>
            <pc:sldMk cId="346088513" sldId="265"/>
            <ac:picMk id="5" creationId="{2B145395-DBCE-0386-44EE-43D010C68311}"/>
          </ac:picMkLst>
        </pc:pic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AF7DA22-FA7B-42A3-89E7-B074A89BA51C}" type="doc">
      <dgm:prSet loTypeId="urn:microsoft.com/office/officeart/2005/8/layout/hierarchy1" loCatId="hierarchy" qsTypeId="urn:microsoft.com/office/officeart/2005/8/quickstyle/simple1" qsCatId="simple" csTypeId="urn:microsoft.com/office/officeart/2005/8/colors/accent1_2" csCatId="accent1"/>
      <dgm:spPr/>
      <dgm:t>
        <a:bodyPr/>
        <a:lstStyle/>
        <a:p>
          <a:endParaRPr lang="en-US"/>
        </a:p>
      </dgm:t>
    </dgm:pt>
    <dgm:pt modelId="{3205709D-4917-4D64-BEB4-32182F290CEE}">
      <dgm:prSet phldr="0"/>
      <dgm:spPr/>
      <dgm:t>
        <a:bodyPr/>
        <a:lstStyle/>
        <a:p>
          <a:pPr rtl="0"/>
          <a:r>
            <a:rPr lang="en-US" b="1" dirty="0">
              <a:latin typeface="Aptos"/>
            </a:rPr>
            <a:t>Choose</a:t>
          </a:r>
          <a:r>
            <a:rPr lang="en-US" dirty="0">
              <a:latin typeface="Aptos"/>
            </a:rPr>
            <a:t> projects that progress  the goal</a:t>
          </a:r>
        </a:p>
      </dgm:t>
    </dgm:pt>
    <dgm:pt modelId="{F21F4345-A258-4289-BC14-D0D959116953}" type="parTrans" cxnId="{A94B3A34-361F-4261-82DF-5D2944A368A9}">
      <dgm:prSet/>
      <dgm:spPr/>
      <dgm:t>
        <a:bodyPr/>
        <a:lstStyle/>
        <a:p>
          <a:endParaRPr lang="en-US"/>
        </a:p>
      </dgm:t>
    </dgm:pt>
    <dgm:pt modelId="{864FA116-D533-43A2-9278-F9B994C94FEA}" type="sibTrans" cxnId="{A94B3A34-361F-4261-82DF-5D2944A368A9}">
      <dgm:prSet/>
      <dgm:spPr/>
      <dgm:t>
        <a:bodyPr/>
        <a:lstStyle/>
        <a:p>
          <a:endParaRPr lang="en-US"/>
        </a:p>
      </dgm:t>
    </dgm:pt>
    <dgm:pt modelId="{BE763CD4-0629-4436-A76D-281FB772FB0C}">
      <dgm:prSet/>
      <dgm:spPr/>
      <dgm:t>
        <a:bodyPr/>
        <a:lstStyle/>
        <a:p>
          <a:pPr rtl="0"/>
          <a:r>
            <a:rPr lang="en-US" b="1" dirty="0">
              <a:latin typeface="Aptos"/>
            </a:rPr>
            <a:t>Search</a:t>
          </a:r>
          <a:r>
            <a:rPr lang="en-US" dirty="0">
              <a:latin typeface="Aptos"/>
            </a:rPr>
            <a:t> for accessible opportunities</a:t>
          </a:r>
        </a:p>
      </dgm:t>
    </dgm:pt>
    <dgm:pt modelId="{785E0E49-3578-4861-91A7-75262C3BD5A7}" type="parTrans" cxnId="{0D4CF44B-B9DE-4AEF-BF07-B25662DDB05D}">
      <dgm:prSet/>
      <dgm:spPr/>
      <dgm:t>
        <a:bodyPr/>
        <a:lstStyle/>
        <a:p>
          <a:endParaRPr lang="en-US"/>
        </a:p>
      </dgm:t>
    </dgm:pt>
    <dgm:pt modelId="{36057048-10F6-45D0-8756-263085F1537F}" type="sibTrans" cxnId="{0D4CF44B-B9DE-4AEF-BF07-B25662DDB05D}">
      <dgm:prSet/>
      <dgm:spPr/>
      <dgm:t>
        <a:bodyPr/>
        <a:lstStyle/>
        <a:p>
          <a:endParaRPr lang="en-US"/>
        </a:p>
      </dgm:t>
    </dgm:pt>
    <dgm:pt modelId="{BD105D7E-8783-45B2-A412-9CDB0BED9692}">
      <dgm:prSet/>
      <dgm:spPr/>
      <dgm:t>
        <a:bodyPr/>
        <a:lstStyle/>
        <a:p>
          <a:pPr rtl="0"/>
          <a:r>
            <a:rPr lang="en-US" dirty="0">
              <a:latin typeface="Aptos"/>
            </a:rPr>
            <a:t> </a:t>
          </a:r>
          <a:r>
            <a:rPr lang="en-US" b="1" dirty="0">
              <a:latin typeface="Aptos"/>
            </a:rPr>
            <a:t>Look</a:t>
          </a:r>
          <a:r>
            <a:rPr lang="en-US" dirty="0">
              <a:latin typeface="Aptos"/>
            </a:rPr>
            <a:t> to be challenged, not overwhelmed</a:t>
          </a:r>
        </a:p>
      </dgm:t>
    </dgm:pt>
    <dgm:pt modelId="{F1771C18-D4D6-4A58-909C-27EE6F02B881}" type="parTrans" cxnId="{9D32A4C1-EAB9-48E5-A28D-EDEEA2FC7AAB}">
      <dgm:prSet/>
      <dgm:spPr/>
      <dgm:t>
        <a:bodyPr/>
        <a:lstStyle/>
        <a:p>
          <a:endParaRPr lang="en-US"/>
        </a:p>
      </dgm:t>
    </dgm:pt>
    <dgm:pt modelId="{A8105A0F-A076-417F-BB15-53A3671EB91C}" type="sibTrans" cxnId="{9D32A4C1-EAB9-48E5-A28D-EDEEA2FC7AAB}">
      <dgm:prSet/>
      <dgm:spPr/>
      <dgm:t>
        <a:bodyPr/>
        <a:lstStyle/>
        <a:p>
          <a:endParaRPr lang="en-US"/>
        </a:p>
      </dgm:t>
    </dgm:pt>
    <dgm:pt modelId="{474DFB95-9D40-465E-9D07-23A47A7A3CCF}" type="pres">
      <dgm:prSet presAssocID="{6AF7DA22-FA7B-42A3-89E7-B074A89BA51C}" presName="hierChild1" presStyleCnt="0">
        <dgm:presLayoutVars>
          <dgm:chPref val="1"/>
          <dgm:dir/>
          <dgm:animOne val="branch"/>
          <dgm:animLvl val="lvl"/>
          <dgm:resizeHandles/>
        </dgm:presLayoutVars>
      </dgm:prSet>
      <dgm:spPr/>
    </dgm:pt>
    <dgm:pt modelId="{696096E2-24E5-4157-8FA2-F768B4FEDEEB}" type="pres">
      <dgm:prSet presAssocID="{3205709D-4917-4D64-BEB4-32182F290CEE}" presName="hierRoot1" presStyleCnt="0"/>
      <dgm:spPr/>
    </dgm:pt>
    <dgm:pt modelId="{3A5BA85D-D80A-49FC-883B-E9B276676BFC}" type="pres">
      <dgm:prSet presAssocID="{3205709D-4917-4D64-BEB4-32182F290CEE}" presName="composite" presStyleCnt="0"/>
      <dgm:spPr/>
    </dgm:pt>
    <dgm:pt modelId="{220A4FD2-B64B-48EF-AD7B-95F1050586C7}" type="pres">
      <dgm:prSet presAssocID="{3205709D-4917-4D64-BEB4-32182F290CEE}" presName="background" presStyleLbl="node0" presStyleIdx="0" presStyleCnt="3"/>
      <dgm:spPr/>
    </dgm:pt>
    <dgm:pt modelId="{A6FA1C3A-61B9-4E38-B018-E3DEEA2BAB2C}" type="pres">
      <dgm:prSet presAssocID="{3205709D-4917-4D64-BEB4-32182F290CEE}" presName="text" presStyleLbl="fgAcc0" presStyleIdx="0" presStyleCnt="3">
        <dgm:presLayoutVars>
          <dgm:chPref val="3"/>
        </dgm:presLayoutVars>
      </dgm:prSet>
      <dgm:spPr/>
    </dgm:pt>
    <dgm:pt modelId="{2D42DDCB-A15B-4841-9301-8E15AB6E8E56}" type="pres">
      <dgm:prSet presAssocID="{3205709D-4917-4D64-BEB4-32182F290CEE}" presName="hierChild2" presStyleCnt="0"/>
      <dgm:spPr/>
    </dgm:pt>
    <dgm:pt modelId="{815BA213-0562-43D4-947C-1AF22AFC022A}" type="pres">
      <dgm:prSet presAssocID="{BE763CD4-0629-4436-A76D-281FB772FB0C}" presName="hierRoot1" presStyleCnt="0"/>
      <dgm:spPr/>
    </dgm:pt>
    <dgm:pt modelId="{621D0C8F-974D-48A3-8990-3CBDA4C1A76F}" type="pres">
      <dgm:prSet presAssocID="{BE763CD4-0629-4436-A76D-281FB772FB0C}" presName="composite" presStyleCnt="0"/>
      <dgm:spPr/>
    </dgm:pt>
    <dgm:pt modelId="{A147B5EC-F0C3-4993-886B-CA3237C9F384}" type="pres">
      <dgm:prSet presAssocID="{BE763CD4-0629-4436-A76D-281FB772FB0C}" presName="background" presStyleLbl="node0" presStyleIdx="1" presStyleCnt="3"/>
      <dgm:spPr/>
    </dgm:pt>
    <dgm:pt modelId="{F3524DA0-6203-4FF7-A22C-896B5E8AD9ED}" type="pres">
      <dgm:prSet presAssocID="{BE763CD4-0629-4436-A76D-281FB772FB0C}" presName="text" presStyleLbl="fgAcc0" presStyleIdx="1" presStyleCnt="3">
        <dgm:presLayoutVars>
          <dgm:chPref val="3"/>
        </dgm:presLayoutVars>
      </dgm:prSet>
      <dgm:spPr/>
    </dgm:pt>
    <dgm:pt modelId="{C4E30B7D-2D9A-4B7D-A383-B5FE83E62996}" type="pres">
      <dgm:prSet presAssocID="{BE763CD4-0629-4436-A76D-281FB772FB0C}" presName="hierChild2" presStyleCnt="0"/>
      <dgm:spPr/>
    </dgm:pt>
    <dgm:pt modelId="{A110FDF9-2BED-4401-BB99-61D6B680ADCD}" type="pres">
      <dgm:prSet presAssocID="{BD105D7E-8783-45B2-A412-9CDB0BED9692}" presName="hierRoot1" presStyleCnt="0"/>
      <dgm:spPr/>
    </dgm:pt>
    <dgm:pt modelId="{16C57E2D-F898-494E-8813-9D69DFC7D51B}" type="pres">
      <dgm:prSet presAssocID="{BD105D7E-8783-45B2-A412-9CDB0BED9692}" presName="composite" presStyleCnt="0"/>
      <dgm:spPr/>
    </dgm:pt>
    <dgm:pt modelId="{C14CE37D-D76F-41DB-ADF9-EE3F6D71DD9C}" type="pres">
      <dgm:prSet presAssocID="{BD105D7E-8783-45B2-A412-9CDB0BED9692}" presName="background" presStyleLbl="node0" presStyleIdx="2" presStyleCnt="3"/>
      <dgm:spPr/>
    </dgm:pt>
    <dgm:pt modelId="{0917DDA1-DBF3-47AB-9783-10BB651E7A25}" type="pres">
      <dgm:prSet presAssocID="{BD105D7E-8783-45B2-A412-9CDB0BED9692}" presName="text" presStyleLbl="fgAcc0" presStyleIdx="2" presStyleCnt="3">
        <dgm:presLayoutVars>
          <dgm:chPref val="3"/>
        </dgm:presLayoutVars>
      </dgm:prSet>
      <dgm:spPr/>
    </dgm:pt>
    <dgm:pt modelId="{2AC0DD96-6C77-4F73-89DA-1136509B081B}" type="pres">
      <dgm:prSet presAssocID="{BD105D7E-8783-45B2-A412-9CDB0BED9692}" presName="hierChild2" presStyleCnt="0"/>
      <dgm:spPr/>
    </dgm:pt>
  </dgm:ptLst>
  <dgm:cxnLst>
    <dgm:cxn modelId="{A94B3A34-361F-4261-82DF-5D2944A368A9}" srcId="{6AF7DA22-FA7B-42A3-89E7-B074A89BA51C}" destId="{3205709D-4917-4D64-BEB4-32182F290CEE}" srcOrd="0" destOrd="0" parTransId="{F21F4345-A258-4289-BC14-D0D959116953}" sibTransId="{864FA116-D533-43A2-9278-F9B994C94FEA}"/>
    <dgm:cxn modelId="{0D4CF44B-B9DE-4AEF-BF07-B25662DDB05D}" srcId="{6AF7DA22-FA7B-42A3-89E7-B074A89BA51C}" destId="{BE763CD4-0629-4436-A76D-281FB772FB0C}" srcOrd="1" destOrd="0" parTransId="{785E0E49-3578-4861-91A7-75262C3BD5A7}" sibTransId="{36057048-10F6-45D0-8756-263085F1537F}"/>
    <dgm:cxn modelId="{2AE7CA5A-82B6-4DDD-99A3-525A899EDD80}" type="presOf" srcId="{BD105D7E-8783-45B2-A412-9CDB0BED9692}" destId="{0917DDA1-DBF3-47AB-9783-10BB651E7A25}" srcOrd="0" destOrd="0" presId="urn:microsoft.com/office/officeart/2005/8/layout/hierarchy1"/>
    <dgm:cxn modelId="{5484AB5D-4B8D-4F3E-9E6D-092C8990EF9F}" type="presOf" srcId="{6AF7DA22-FA7B-42A3-89E7-B074A89BA51C}" destId="{474DFB95-9D40-465E-9D07-23A47A7A3CCF}" srcOrd="0" destOrd="0" presId="urn:microsoft.com/office/officeart/2005/8/layout/hierarchy1"/>
    <dgm:cxn modelId="{9D32A4C1-EAB9-48E5-A28D-EDEEA2FC7AAB}" srcId="{6AF7DA22-FA7B-42A3-89E7-B074A89BA51C}" destId="{BD105D7E-8783-45B2-A412-9CDB0BED9692}" srcOrd="2" destOrd="0" parTransId="{F1771C18-D4D6-4A58-909C-27EE6F02B881}" sibTransId="{A8105A0F-A076-417F-BB15-53A3671EB91C}"/>
    <dgm:cxn modelId="{F5FF4EC8-439D-455D-9AE6-9FC5930B8C16}" type="presOf" srcId="{BE763CD4-0629-4436-A76D-281FB772FB0C}" destId="{F3524DA0-6203-4FF7-A22C-896B5E8AD9ED}" srcOrd="0" destOrd="0" presId="urn:microsoft.com/office/officeart/2005/8/layout/hierarchy1"/>
    <dgm:cxn modelId="{EF619CF6-4232-4131-B9C3-18EFAE8F06EC}" type="presOf" srcId="{3205709D-4917-4D64-BEB4-32182F290CEE}" destId="{A6FA1C3A-61B9-4E38-B018-E3DEEA2BAB2C}" srcOrd="0" destOrd="0" presId="urn:microsoft.com/office/officeart/2005/8/layout/hierarchy1"/>
    <dgm:cxn modelId="{6EC5DD8D-D66D-4A8B-9A09-0F43BFAA545B}" type="presParOf" srcId="{474DFB95-9D40-465E-9D07-23A47A7A3CCF}" destId="{696096E2-24E5-4157-8FA2-F768B4FEDEEB}" srcOrd="0" destOrd="0" presId="urn:microsoft.com/office/officeart/2005/8/layout/hierarchy1"/>
    <dgm:cxn modelId="{6D94F416-B586-472C-ABFF-652FD0DACF68}" type="presParOf" srcId="{696096E2-24E5-4157-8FA2-F768B4FEDEEB}" destId="{3A5BA85D-D80A-49FC-883B-E9B276676BFC}" srcOrd="0" destOrd="0" presId="urn:microsoft.com/office/officeart/2005/8/layout/hierarchy1"/>
    <dgm:cxn modelId="{8E13DCBB-914F-4E1E-9F78-BB0FD6E709EA}" type="presParOf" srcId="{3A5BA85D-D80A-49FC-883B-E9B276676BFC}" destId="{220A4FD2-B64B-48EF-AD7B-95F1050586C7}" srcOrd="0" destOrd="0" presId="urn:microsoft.com/office/officeart/2005/8/layout/hierarchy1"/>
    <dgm:cxn modelId="{D4B5CD4E-0DA2-4741-8571-4FDCEC5ACD56}" type="presParOf" srcId="{3A5BA85D-D80A-49FC-883B-E9B276676BFC}" destId="{A6FA1C3A-61B9-4E38-B018-E3DEEA2BAB2C}" srcOrd="1" destOrd="0" presId="urn:microsoft.com/office/officeart/2005/8/layout/hierarchy1"/>
    <dgm:cxn modelId="{6DFFB72C-8CA5-479D-96D8-FC3B06DFB348}" type="presParOf" srcId="{696096E2-24E5-4157-8FA2-F768B4FEDEEB}" destId="{2D42DDCB-A15B-4841-9301-8E15AB6E8E56}" srcOrd="1" destOrd="0" presId="urn:microsoft.com/office/officeart/2005/8/layout/hierarchy1"/>
    <dgm:cxn modelId="{E79D1C6B-4C43-4922-AD7D-68132D4E5881}" type="presParOf" srcId="{474DFB95-9D40-465E-9D07-23A47A7A3CCF}" destId="{815BA213-0562-43D4-947C-1AF22AFC022A}" srcOrd="1" destOrd="0" presId="urn:microsoft.com/office/officeart/2005/8/layout/hierarchy1"/>
    <dgm:cxn modelId="{F6D22C10-E09D-4F7B-BF62-BE60679E0E52}" type="presParOf" srcId="{815BA213-0562-43D4-947C-1AF22AFC022A}" destId="{621D0C8F-974D-48A3-8990-3CBDA4C1A76F}" srcOrd="0" destOrd="0" presId="urn:microsoft.com/office/officeart/2005/8/layout/hierarchy1"/>
    <dgm:cxn modelId="{6F0021F3-A044-4DB4-A058-6DC9124BD85D}" type="presParOf" srcId="{621D0C8F-974D-48A3-8990-3CBDA4C1A76F}" destId="{A147B5EC-F0C3-4993-886B-CA3237C9F384}" srcOrd="0" destOrd="0" presId="urn:microsoft.com/office/officeart/2005/8/layout/hierarchy1"/>
    <dgm:cxn modelId="{4697BFC6-4E6D-4CCB-8C80-508AAFB2B2D0}" type="presParOf" srcId="{621D0C8F-974D-48A3-8990-3CBDA4C1A76F}" destId="{F3524DA0-6203-4FF7-A22C-896B5E8AD9ED}" srcOrd="1" destOrd="0" presId="urn:microsoft.com/office/officeart/2005/8/layout/hierarchy1"/>
    <dgm:cxn modelId="{D68464D2-9679-46F6-8143-97357CEBD64A}" type="presParOf" srcId="{815BA213-0562-43D4-947C-1AF22AFC022A}" destId="{C4E30B7D-2D9A-4B7D-A383-B5FE83E62996}" srcOrd="1" destOrd="0" presId="urn:microsoft.com/office/officeart/2005/8/layout/hierarchy1"/>
    <dgm:cxn modelId="{1FA7939C-074C-450F-82EB-934EEBF85D3F}" type="presParOf" srcId="{474DFB95-9D40-465E-9D07-23A47A7A3CCF}" destId="{A110FDF9-2BED-4401-BB99-61D6B680ADCD}" srcOrd="2" destOrd="0" presId="urn:microsoft.com/office/officeart/2005/8/layout/hierarchy1"/>
    <dgm:cxn modelId="{1B8C4B96-C4B9-450D-96C8-C4C483E03D2A}" type="presParOf" srcId="{A110FDF9-2BED-4401-BB99-61D6B680ADCD}" destId="{16C57E2D-F898-494E-8813-9D69DFC7D51B}" srcOrd="0" destOrd="0" presId="urn:microsoft.com/office/officeart/2005/8/layout/hierarchy1"/>
    <dgm:cxn modelId="{1E71A174-DFC7-42B4-9F40-D5DB29AFFA32}" type="presParOf" srcId="{16C57E2D-F898-494E-8813-9D69DFC7D51B}" destId="{C14CE37D-D76F-41DB-ADF9-EE3F6D71DD9C}" srcOrd="0" destOrd="0" presId="urn:microsoft.com/office/officeart/2005/8/layout/hierarchy1"/>
    <dgm:cxn modelId="{E627E982-047C-4683-AF33-EA099ECB8C2D}" type="presParOf" srcId="{16C57E2D-F898-494E-8813-9D69DFC7D51B}" destId="{0917DDA1-DBF3-47AB-9783-10BB651E7A25}" srcOrd="1" destOrd="0" presId="urn:microsoft.com/office/officeart/2005/8/layout/hierarchy1"/>
    <dgm:cxn modelId="{2C743A7D-F5EF-422F-A279-38B5FEE8D060}" type="presParOf" srcId="{A110FDF9-2BED-4401-BB99-61D6B680ADCD}" destId="{2AC0DD96-6C77-4F73-89DA-1136509B081B}"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AF7DA22-FA7B-42A3-89E7-B074A89BA51C}"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3205709D-4917-4D64-BEB4-32182F290CEE}">
      <dgm:prSet/>
      <dgm:spPr/>
      <dgm:t>
        <a:bodyPr/>
        <a:lstStyle/>
        <a:p>
          <a:pPr algn="l" rtl="0">
            <a:lnSpc>
              <a:spcPct val="90000"/>
            </a:lnSpc>
          </a:pPr>
          <a:r>
            <a:rPr lang="en-US" b="1" dirty="0">
              <a:latin typeface="Aptos"/>
            </a:rPr>
            <a:t>Be proactive</a:t>
          </a:r>
          <a:r>
            <a:rPr lang="en-US" dirty="0">
              <a:latin typeface="Aptos"/>
            </a:rPr>
            <a:t>; find people who will help you </a:t>
          </a:r>
        </a:p>
      </dgm:t>
    </dgm:pt>
    <dgm:pt modelId="{F21F4345-A258-4289-BC14-D0D959116953}" type="parTrans" cxnId="{A94B3A34-361F-4261-82DF-5D2944A368A9}">
      <dgm:prSet/>
      <dgm:spPr/>
      <dgm:t>
        <a:bodyPr/>
        <a:lstStyle/>
        <a:p>
          <a:endParaRPr lang="en-US"/>
        </a:p>
      </dgm:t>
    </dgm:pt>
    <dgm:pt modelId="{864FA116-D533-43A2-9278-F9B994C94FEA}" type="sibTrans" cxnId="{A94B3A34-361F-4261-82DF-5D2944A368A9}">
      <dgm:prSet/>
      <dgm:spPr/>
      <dgm:t>
        <a:bodyPr/>
        <a:lstStyle/>
        <a:p>
          <a:endParaRPr lang="en-US"/>
        </a:p>
      </dgm:t>
    </dgm:pt>
    <dgm:pt modelId="{BD105D7E-8783-45B2-A412-9CDB0BED9692}">
      <dgm:prSet/>
      <dgm:spPr/>
      <dgm:t>
        <a:bodyPr/>
        <a:lstStyle/>
        <a:p>
          <a:pPr algn="l" rtl="0">
            <a:lnSpc>
              <a:spcPct val="90000"/>
            </a:lnSpc>
          </a:pPr>
          <a:r>
            <a:rPr lang="en-US" b="1" dirty="0">
              <a:latin typeface="Aptos"/>
            </a:rPr>
            <a:t>Own up </a:t>
          </a:r>
          <a:r>
            <a:rPr lang="en-US" b="0" dirty="0">
              <a:latin typeface="Aptos"/>
            </a:rPr>
            <a:t>if you don't understand;</a:t>
          </a:r>
          <a:r>
            <a:rPr lang="en-US" dirty="0">
              <a:latin typeface="Aptos"/>
            </a:rPr>
            <a:t> people who act smart get less help</a:t>
          </a:r>
        </a:p>
      </dgm:t>
    </dgm:pt>
    <dgm:pt modelId="{F1771C18-D4D6-4A58-909C-27EE6F02B881}" type="parTrans" cxnId="{9D32A4C1-EAB9-48E5-A28D-EDEEA2FC7AAB}">
      <dgm:prSet/>
      <dgm:spPr/>
      <dgm:t>
        <a:bodyPr/>
        <a:lstStyle/>
        <a:p>
          <a:endParaRPr lang="en-US"/>
        </a:p>
      </dgm:t>
    </dgm:pt>
    <dgm:pt modelId="{A8105A0F-A076-417F-BB15-53A3671EB91C}" type="sibTrans" cxnId="{9D32A4C1-EAB9-48E5-A28D-EDEEA2FC7AAB}">
      <dgm:prSet/>
      <dgm:spPr/>
      <dgm:t>
        <a:bodyPr/>
        <a:lstStyle/>
        <a:p>
          <a:endParaRPr lang="en-US"/>
        </a:p>
      </dgm:t>
    </dgm:pt>
    <dgm:pt modelId="{9AF556A3-512B-4069-8C3D-F0765BB71D57}" type="pres">
      <dgm:prSet presAssocID="{6AF7DA22-FA7B-42A3-89E7-B074A89BA51C}" presName="hierChild1" presStyleCnt="0">
        <dgm:presLayoutVars>
          <dgm:chPref val="1"/>
          <dgm:dir/>
          <dgm:animOne val="branch"/>
          <dgm:animLvl val="lvl"/>
          <dgm:resizeHandles/>
        </dgm:presLayoutVars>
      </dgm:prSet>
      <dgm:spPr/>
    </dgm:pt>
    <dgm:pt modelId="{78E33FBC-16F7-48BD-A527-FB191ACFC1AD}" type="pres">
      <dgm:prSet presAssocID="{3205709D-4917-4D64-BEB4-32182F290CEE}" presName="hierRoot1" presStyleCnt="0"/>
      <dgm:spPr/>
    </dgm:pt>
    <dgm:pt modelId="{C9839700-E2CD-42F5-B7BE-48F140D7AC5A}" type="pres">
      <dgm:prSet presAssocID="{3205709D-4917-4D64-BEB4-32182F290CEE}" presName="composite" presStyleCnt="0"/>
      <dgm:spPr/>
    </dgm:pt>
    <dgm:pt modelId="{AD47BFD4-A3F9-4BF6-99FB-2AA02DBCF656}" type="pres">
      <dgm:prSet presAssocID="{3205709D-4917-4D64-BEB4-32182F290CEE}" presName="background" presStyleLbl="node0" presStyleIdx="0" presStyleCnt="2"/>
      <dgm:spPr/>
    </dgm:pt>
    <dgm:pt modelId="{1635EDA2-22BB-47E7-8510-DB221A2A87E8}" type="pres">
      <dgm:prSet presAssocID="{3205709D-4917-4D64-BEB4-32182F290CEE}" presName="text" presStyleLbl="fgAcc0" presStyleIdx="0" presStyleCnt="2">
        <dgm:presLayoutVars>
          <dgm:chPref val="3"/>
        </dgm:presLayoutVars>
      </dgm:prSet>
      <dgm:spPr/>
    </dgm:pt>
    <dgm:pt modelId="{12BD78A8-67E6-4F8B-80C9-977C7CD84631}" type="pres">
      <dgm:prSet presAssocID="{3205709D-4917-4D64-BEB4-32182F290CEE}" presName="hierChild2" presStyleCnt="0"/>
      <dgm:spPr/>
    </dgm:pt>
    <dgm:pt modelId="{D5F05D0E-5E20-4788-93D5-1C7FA8210D2F}" type="pres">
      <dgm:prSet presAssocID="{BD105D7E-8783-45B2-A412-9CDB0BED9692}" presName="hierRoot1" presStyleCnt="0"/>
      <dgm:spPr/>
    </dgm:pt>
    <dgm:pt modelId="{FA9BFE04-0BE2-4077-BF12-FEEBC9323B65}" type="pres">
      <dgm:prSet presAssocID="{BD105D7E-8783-45B2-A412-9CDB0BED9692}" presName="composite" presStyleCnt="0"/>
      <dgm:spPr/>
    </dgm:pt>
    <dgm:pt modelId="{5DF6C975-DFAF-432F-8D46-78560A29ACA8}" type="pres">
      <dgm:prSet presAssocID="{BD105D7E-8783-45B2-A412-9CDB0BED9692}" presName="background" presStyleLbl="node0" presStyleIdx="1" presStyleCnt="2"/>
      <dgm:spPr/>
    </dgm:pt>
    <dgm:pt modelId="{6859634C-E0B1-4D87-BBD8-61D8F7BCA0E7}" type="pres">
      <dgm:prSet presAssocID="{BD105D7E-8783-45B2-A412-9CDB0BED9692}" presName="text" presStyleLbl="fgAcc0" presStyleIdx="1" presStyleCnt="2">
        <dgm:presLayoutVars>
          <dgm:chPref val="3"/>
        </dgm:presLayoutVars>
      </dgm:prSet>
      <dgm:spPr/>
    </dgm:pt>
    <dgm:pt modelId="{2C0EA091-7E1F-43EC-80AF-26C48F74C67B}" type="pres">
      <dgm:prSet presAssocID="{BD105D7E-8783-45B2-A412-9CDB0BED9692}" presName="hierChild2" presStyleCnt="0"/>
      <dgm:spPr/>
    </dgm:pt>
  </dgm:ptLst>
  <dgm:cxnLst>
    <dgm:cxn modelId="{CA04CE1D-354D-4950-92C4-665A85588412}" type="presOf" srcId="{BD105D7E-8783-45B2-A412-9CDB0BED9692}" destId="{6859634C-E0B1-4D87-BBD8-61D8F7BCA0E7}" srcOrd="0" destOrd="0" presId="urn:microsoft.com/office/officeart/2005/8/layout/hierarchy1"/>
    <dgm:cxn modelId="{A94B3A34-361F-4261-82DF-5D2944A368A9}" srcId="{6AF7DA22-FA7B-42A3-89E7-B074A89BA51C}" destId="{3205709D-4917-4D64-BEB4-32182F290CEE}" srcOrd="0" destOrd="0" parTransId="{F21F4345-A258-4289-BC14-D0D959116953}" sibTransId="{864FA116-D533-43A2-9278-F9B994C94FEA}"/>
    <dgm:cxn modelId="{2CAB8069-1579-4D3A-B97F-1C557FB3C2A1}" type="presOf" srcId="{6AF7DA22-FA7B-42A3-89E7-B074A89BA51C}" destId="{9AF556A3-512B-4069-8C3D-F0765BB71D57}" srcOrd="0" destOrd="0" presId="urn:microsoft.com/office/officeart/2005/8/layout/hierarchy1"/>
    <dgm:cxn modelId="{C7AEA99F-36E0-44D1-BD9A-4A7D42EF217A}" type="presOf" srcId="{3205709D-4917-4D64-BEB4-32182F290CEE}" destId="{1635EDA2-22BB-47E7-8510-DB221A2A87E8}" srcOrd="0" destOrd="0" presId="urn:microsoft.com/office/officeart/2005/8/layout/hierarchy1"/>
    <dgm:cxn modelId="{9D32A4C1-EAB9-48E5-A28D-EDEEA2FC7AAB}" srcId="{6AF7DA22-FA7B-42A3-89E7-B074A89BA51C}" destId="{BD105D7E-8783-45B2-A412-9CDB0BED9692}" srcOrd="1" destOrd="0" parTransId="{F1771C18-D4D6-4A58-909C-27EE6F02B881}" sibTransId="{A8105A0F-A076-417F-BB15-53A3671EB91C}"/>
    <dgm:cxn modelId="{82DF0439-0CD6-41A9-B274-801F6C9F5425}" type="presParOf" srcId="{9AF556A3-512B-4069-8C3D-F0765BB71D57}" destId="{78E33FBC-16F7-48BD-A527-FB191ACFC1AD}" srcOrd="0" destOrd="0" presId="urn:microsoft.com/office/officeart/2005/8/layout/hierarchy1"/>
    <dgm:cxn modelId="{07E054DC-EF8D-4865-9121-4DAAD8A11512}" type="presParOf" srcId="{78E33FBC-16F7-48BD-A527-FB191ACFC1AD}" destId="{C9839700-E2CD-42F5-B7BE-48F140D7AC5A}" srcOrd="0" destOrd="0" presId="urn:microsoft.com/office/officeart/2005/8/layout/hierarchy1"/>
    <dgm:cxn modelId="{6AEFA52A-BA72-4D41-A4E3-12B2B67CC726}" type="presParOf" srcId="{C9839700-E2CD-42F5-B7BE-48F140D7AC5A}" destId="{AD47BFD4-A3F9-4BF6-99FB-2AA02DBCF656}" srcOrd="0" destOrd="0" presId="urn:microsoft.com/office/officeart/2005/8/layout/hierarchy1"/>
    <dgm:cxn modelId="{C38FED8D-5EB7-400D-ACB2-F9D50EEDD268}" type="presParOf" srcId="{C9839700-E2CD-42F5-B7BE-48F140D7AC5A}" destId="{1635EDA2-22BB-47E7-8510-DB221A2A87E8}" srcOrd="1" destOrd="0" presId="urn:microsoft.com/office/officeart/2005/8/layout/hierarchy1"/>
    <dgm:cxn modelId="{7142857A-F3D7-4DDF-9360-A3343262BF48}" type="presParOf" srcId="{78E33FBC-16F7-48BD-A527-FB191ACFC1AD}" destId="{12BD78A8-67E6-4F8B-80C9-977C7CD84631}" srcOrd="1" destOrd="0" presId="urn:microsoft.com/office/officeart/2005/8/layout/hierarchy1"/>
    <dgm:cxn modelId="{97B2554B-4EA7-42E7-AB08-D694113EEA88}" type="presParOf" srcId="{9AF556A3-512B-4069-8C3D-F0765BB71D57}" destId="{D5F05D0E-5E20-4788-93D5-1C7FA8210D2F}" srcOrd="1" destOrd="0" presId="urn:microsoft.com/office/officeart/2005/8/layout/hierarchy1"/>
    <dgm:cxn modelId="{C94A9719-FEBA-43D6-AF88-08216F2285A5}" type="presParOf" srcId="{D5F05D0E-5E20-4788-93D5-1C7FA8210D2F}" destId="{FA9BFE04-0BE2-4077-BF12-FEEBC9323B65}" srcOrd="0" destOrd="0" presId="urn:microsoft.com/office/officeart/2005/8/layout/hierarchy1"/>
    <dgm:cxn modelId="{B6F82140-0CD5-4E3F-8795-5460C9543C3E}" type="presParOf" srcId="{FA9BFE04-0BE2-4077-BF12-FEEBC9323B65}" destId="{5DF6C975-DFAF-432F-8D46-78560A29ACA8}" srcOrd="0" destOrd="0" presId="urn:microsoft.com/office/officeart/2005/8/layout/hierarchy1"/>
    <dgm:cxn modelId="{B726284A-9F86-4FD0-A5DC-78D81579BB5A}" type="presParOf" srcId="{FA9BFE04-0BE2-4077-BF12-FEEBC9323B65}" destId="{6859634C-E0B1-4D87-BBD8-61D8F7BCA0E7}" srcOrd="1" destOrd="0" presId="urn:microsoft.com/office/officeart/2005/8/layout/hierarchy1"/>
    <dgm:cxn modelId="{D83E059D-8DC5-48E8-A7DE-80C50DA7C034}" type="presParOf" srcId="{D5F05D0E-5E20-4788-93D5-1C7FA8210D2F}" destId="{2C0EA091-7E1F-43EC-80AF-26C48F74C67B}"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ADEFEC49-210A-4B22-8C29-5E50E2794D7A}" type="doc">
      <dgm:prSet loTypeId="urn:microsoft.com/office/officeart/2005/8/layout/hierarchy1" loCatId="hierarchy" qsTypeId="urn:microsoft.com/office/officeart/2005/8/quickstyle/simple1" qsCatId="simple" csTypeId="urn:microsoft.com/office/officeart/2005/8/colors/accent1_2" csCatId="accent1"/>
      <dgm:spPr/>
      <dgm:t>
        <a:bodyPr/>
        <a:lstStyle/>
        <a:p>
          <a:endParaRPr lang="en-US"/>
        </a:p>
      </dgm:t>
    </dgm:pt>
    <dgm:pt modelId="{B8F6E146-D5FC-4848-9CA5-12B9D30B7D4E}">
      <dgm:prSet/>
      <dgm:spPr/>
      <dgm:t>
        <a:bodyPr/>
        <a:lstStyle/>
        <a:p>
          <a:pPr rtl="0"/>
          <a:r>
            <a:rPr lang="en-US" dirty="0"/>
            <a:t>Come with questions about </a:t>
          </a:r>
          <a:r>
            <a:rPr lang="en-US" dirty="0">
              <a:latin typeface="Aptos Display" panose="020F0302020204030204"/>
            </a:rPr>
            <a:t>their research</a:t>
          </a:r>
          <a:endParaRPr lang="en-US" dirty="0"/>
        </a:p>
      </dgm:t>
    </dgm:pt>
    <dgm:pt modelId="{5EB67C7D-BEA1-413C-A412-69D85BEF1445}" type="parTrans" cxnId="{8C5B424F-2B25-4C8D-9381-12796A538E99}">
      <dgm:prSet/>
      <dgm:spPr/>
      <dgm:t>
        <a:bodyPr/>
        <a:lstStyle/>
        <a:p>
          <a:endParaRPr lang="en-US"/>
        </a:p>
      </dgm:t>
    </dgm:pt>
    <dgm:pt modelId="{B97B12F8-20E0-4E1B-A398-44A58D69187C}" type="sibTrans" cxnId="{8C5B424F-2B25-4C8D-9381-12796A538E99}">
      <dgm:prSet/>
      <dgm:spPr/>
      <dgm:t>
        <a:bodyPr/>
        <a:lstStyle/>
        <a:p>
          <a:endParaRPr lang="en-US"/>
        </a:p>
      </dgm:t>
    </dgm:pt>
    <dgm:pt modelId="{72424E25-49BA-46CE-A053-1FB0F988A317}">
      <dgm:prSet/>
      <dgm:spPr/>
      <dgm:t>
        <a:bodyPr/>
        <a:lstStyle/>
        <a:p>
          <a:r>
            <a:rPr lang="en-US" dirty="0"/>
            <a:t>Memorize your elevator pitch</a:t>
          </a:r>
        </a:p>
      </dgm:t>
    </dgm:pt>
    <dgm:pt modelId="{4985853D-1236-4188-B96B-C1EC756377E7}" type="parTrans" cxnId="{99FD6AF4-4FF0-4E32-94D1-822A671448EC}">
      <dgm:prSet/>
      <dgm:spPr/>
      <dgm:t>
        <a:bodyPr/>
        <a:lstStyle/>
        <a:p>
          <a:endParaRPr lang="en-US"/>
        </a:p>
      </dgm:t>
    </dgm:pt>
    <dgm:pt modelId="{24DBA827-3166-4354-8C9A-433A95CB3AFF}" type="sibTrans" cxnId="{99FD6AF4-4FF0-4E32-94D1-822A671448EC}">
      <dgm:prSet/>
      <dgm:spPr/>
      <dgm:t>
        <a:bodyPr/>
        <a:lstStyle/>
        <a:p>
          <a:endParaRPr lang="en-US"/>
        </a:p>
      </dgm:t>
    </dgm:pt>
    <dgm:pt modelId="{18C50668-9FEA-42BC-98B5-E18FC6875863}">
      <dgm:prSet/>
      <dgm:spPr/>
      <dgm:t>
        <a:bodyPr/>
        <a:lstStyle/>
        <a:p>
          <a:r>
            <a:rPr lang="en-US" dirty="0"/>
            <a:t>Scout and research people you want to talk with</a:t>
          </a:r>
        </a:p>
      </dgm:t>
    </dgm:pt>
    <dgm:pt modelId="{230D7EE3-BD1F-4093-BDF5-549E9D43E7A2}" type="parTrans" cxnId="{E8547CD9-789A-4FFD-A628-663FDC1DD914}">
      <dgm:prSet/>
      <dgm:spPr/>
      <dgm:t>
        <a:bodyPr/>
        <a:lstStyle/>
        <a:p>
          <a:endParaRPr lang="en-US"/>
        </a:p>
      </dgm:t>
    </dgm:pt>
    <dgm:pt modelId="{6B6201B9-A09B-4616-A03B-A240E08381B4}" type="sibTrans" cxnId="{E8547CD9-789A-4FFD-A628-663FDC1DD914}">
      <dgm:prSet/>
      <dgm:spPr/>
      <dgm:t>
        <a:bodyPr/>
        <a:lstStyle/>
        <a:p>
          <a:endParaRPr lang="en-US"/>
        </a:p>
      </dgm:t>
    </dgm:pt>
    <dgm:pt modelId="{BA4E8895-BDC2-4516-85C5-D66677623343}">
      <dgm:prSet/>
      <dgm:spPr/>
      <dgm:t>
        <a:bodyPr/>
        <a:lstStyle/>
        <a:p>
          <a:r>
            <a:rPr lang="en-US" dirty="0"/>
            <a:t>Follow up</a:t>
          </a:r>
        </a:p>
      </dgm:t>
    </dgm:pt>
    <dgm:pt modelId="{CBB1BEB7-A16D-45DE-B284-68828337686A}" type="parTrans" cxnId="{C6846652-BFDD-452E-9C28-14DE89A77364}">
      <dgm:prSet/>
      <dgm:spPr/>
      <dgm:t>
        <a:bodyPr/>
        <a:lstStyle/>
        <a:p>
          <a:endParaRPr lang="en-US"/>
        </a:p>
      </dgm:t>
    </dgm:pt>
    <dgm:pt modelId="{60D793BF-FFDA-4C63-B42A-9B0707B80975}" type="sibTrans" cxnId="{C6846652-BFDD-452E-9C28-14DE89A77364}">
      <dgm:prSet/>
      <dgm:spPr/>
      <dgm:t>
        <a:bodyPr/>
        <a:lstStyle/>
        <a:p>
          <a:endParaRPr lang="en-US"/>
        </a:p>
      </dgm:t>
    </dgm:pt>
    <dgm:pt modelId="{9FA4D479-C07F-4A2D-AAA5-8C16FB2188AD}" type="pres">
      <dgm:prSet presAssocID="{ADEFEC49-210A-4B22-8C29-5E50E2794D7A}" presName="hierChild1" presStyleCnt="0">
        <dgm:presLayoutVars>
          <dgm:chPref val="1"/>
          <dgm:dir/>
          <dgm:animOne val="branch"/>
          <dgm:animLvl val="lvl"/>
          <dgm:resizeHandles/>
        </dgm:presLayoutVars>
      </dgm:prSet>
      <dgm:spPr/>
    </dgm:pt>
    <dgm:pt modelId="{1E30992B-8230-4F02-BF29-09B0CFBD93DD}" type="pres">
      <dgm:prSet presAssocID="{B8F6E146-D5FC-4848-9CA5-12B9D30B7D4E}" presName="hierRoot1" presStyleCnt="0"/>
      <dgm:spPr/>
    </dgm:pt>
    <dgm:pt modelId="{5FF3AE04-7E61-492A-9A35-10F3A354FB58}" type="pres">
      <dgm:prSet presAssocID="{B8F6E146-D5FC-4848-9CA5-12B9D30B7D4E}" presName="composite" presStyleCnt="0"/>
      <dgm:spPr/>
    </dgm:pt>
    <dgm:pt modelId="{FC420C8B-DD97-4CEF-8C7C-2BD47E2ABDE3}" type="pres">
      <dgm:prSet presAssocID="{B8F6E146-D5FC-4848-9CA5-12B9D30B7D4E}" presName="background" presStyleLbl="node0" presStyleIdx="0" presStyleCnt="4"/>
      <dgm:spPr/>
    </dgm:pt>
    <dgm:pt modelId="{2F23D016-3249-496B-AD70-0646AD6B7459}" type="pres">
      <dgm:prSet presAssocID="{B8F6E146-D5FC-4848-9CA5-12B9D30B7D4E}" presName="text" presStyleLbl="fgAcc0" presStyleIdx="0" presStyleCnt="4">
        <dgm:presLayoutVars>
          <dgm:chPref val="3"/>
        </dgm:presLayoutVars>
      </dgm:prSet>
      <dgm:spPr/>
    </dgm:pt>
    <dgm:pt modelId="{3B0EF46E-7BB6-4330-9528-4C0989481CC4}" type="pres">
      <dgm:prSet presAssocID="{B8F6E146-D5FC-4848-9CA5-12B9D30B7D4E}" presName="hierChild2" presStyleCnt="0"/>
      <dgm:spPr/>
    </dgm:pt>
    <dgm:pt modelId="{02281785-0670-4414-935C-A24CBB7EF0FE}" type="pres">
      <dgm:prSet presAssocID="{72424E25-49BA-46CE-A053-1FB0F988A317}" presName="hierRoot1" presStyleCnt="0"/>
      <dgm:spPr/>
    </dgm:pt>
    <dgm:pt modelId="{4E910DAF-79FF-4A26-AB18-DCBFFBAF0C0F}" type="pres">
      <dgm:prSet presAssocID="{72424E25-49BA-46CE-A053-1FB0F988A317}" presName="composite" presStyleCnt="0"/>
      <dgm:spPr/>
    </dgm:pt>
    <dgm:pt modelId="{E31E7093-7EC6-408C-8268-51ED7675F518}" type="pres">
      <dgm:prSet presAssocID="{72424E25-49BA-46CE-A053-1FB0F988A317}" presName="background" presStyleLbl="node0" presStyleIdx="1" presStyleCnt="4"/>
      <dgm:spPr/>
    </dgm:pt>
    <dgm:pt modelId="{8DB609E2-BD54-408D-B589-A198234628B7}" type="pres">
      <dgm:prSet presAssocID="{72424E25-49BA-46CE-A053-1FB0F988A317}" presName="text" presStyleLbl="fgAcc0" presStyleIdx="1" presStyleCnt="4">
        <dgm:presLayoutVars>
          <dgm:chPref val="3"/>
        </dgm:presLayoutVars>
      </dgm:prSet>
      <dgm:spPr/>
    </dgm:pt>
    <dgm:pt modelId="{164799E4-11CD-4D00-9598-572F94E014A0}" type="pres">
      <dgm:prSet presAssocID="{72424E25-49BA-46CE-A053-1FB0F988A317}" presName="hierChild2" presStyleCnt="0"/>
      <dgm:spPr/>
    </dgm:pt>
    <dgm:pt modelId="{42E7CE7F-1019-4106-B81F-5C99EC7EEC2D}" type="pres">
      <dgm:prSet presAssocID="{18C50668-9FEA-42BC-98B5-E18FC6875863}" presName="hierRoot1" presStyleCnt="0"/>
      <dgm:spPr/>
    </dgm:pt>
    <dgm:pt modelId="{30C3FD1B-20CF-43EF-9E23-376C9F067A5C}" type="pres">
      <dgm:prSet presAssocID="{18C50668-9FEA-42BC-98B5-E18FC6875863}" presName="composite" presStyleCnt="0"/>
      <dgm:spPr/>
    </dgm:pt>
    <dgm:pt modelId="{647B73F3-8BB3-4FDF-B3BB-8C815AE53D91}" type="pres">
      <dgm:prSet presAssocID="{18C50668-9FEA-42BC-98B5-E18FC6875863}" presName="background" presStyleLbl="node0" presStyleIdx="2" presStyleCnt="4"/>
      <dgm:spPr/>
    </dgm:pt>
    <dgm:pt modelId="{855910B8-B58D-45F5-B73D-539795206D04}" type="pres">
      <dgm:prSet presAssocID="{18C50668-9FEA-42BC-98B5-E18FC6875863}" presName="text" presStyleLbl="fgAcc0" presStyleIdx="2" presStyleCnt="4">
        <dgm:presLayoutVars>
          <dgm:chPref val="3"/>
        </dgm:presLayoutVars>
      </dgm:prSet>
      <dgm:spPr/>
    </dgm:pt>
    <dgm:pt modelId="{B7BDC131-15CF-4B58-B716-CAEBB922BB00}" type="pres">
      <dgm:prSet presAssocID="{18C50668-9FEA-42BC-98B5-E18FC6875863}" presName="hierChild2" presStyleCnt="0"/>
      <dgm:spPr/>
    </dgm:pt>
    <dgm:pt modelId="{4E109E00-C06C-4A03-BF19-175737FA2110}" type="pres">
      <dgm:prSet presAssocID="{BA4E8895-BDC2-4516-85C5-D66677623343}" presName="hierRoot1" presStyleCnt="0"/>
      <dgm:spPr/>
    </dgm:pt>
    <dgm:pt modelId="{02AA6B86-734E-485D-A25F-05EC2A1A478E}" type="pres">
      <dgm:prSet presAssocID="{BA4E8895-BDC2-4516-85C5-D66677623343}" presName="composite" presStyleCnt="0"/>
      <dgm:spPr/>
    </dgm:pt>
    <dgm:pt modelId="{AD32779A-BF37-4736-B59D-1E5F0216AB8D}" type="pres">
      <dgm:prSet presAssocID="{BA4E8895-BDC2-4516-85C5-D66677623343}" presName="background" presStyleLbl="node0" presStyleIdx="3" presStyleCnt="4"/>
      <dgm:spPr/>
    </dgm:pt>
    <dgm:pt modelId="{F80128FB-947F-42A5-96D2-834ABFC617F3}" type="pres">
      <dgm:prSet presAssocID="{BA4E8895-BDC2-4516-85C5-D66677623343}" presName="text" presStyleLbl="fgAcc0" presStyleIdx="3" presStyleCnt="4">
        <dgm:presLayoutVars>
          <dgm:chPref val="3"/>
        </dgm:presLayoutVars>
      </dgm:prSet>
      <dgm:spPr/>
    </dgm:pt>
    <dgm:pt modelId="{120966CF-382A-4C35-922D-878AA180DAED}" type="pres">
      <dgm:prSet presAssocID="{BA4E8895-BDC2-4516-85C5-D66677623343}" presName="hierChild2" presStyleCnt="0"/>
      <dgm:spPr/>
    </dgm:pt>
  </dgm:ptLst>
  <dgm:cxnLst>
    <dgm:cxn modelId="{8C5B424F-2B25-4C8D-9381-12796A538E99}" srcId="{ADEFEC49-210A-4B22-8C29-5E50E2794D7A}" destId="{B8F6E146-D5FC-4848-9CA5-12B9D30B7D4E}" srcOrd="0" destOrd="0" parTransId="{5EB67C7D-BEA1-413C-A412-69D85BEF1445}" sibTransId="{B97B12F8-20E0-4E1B-A398-44A58D69187C}"/>
    <dgm:cxn modelId="{C6846652-BFDD-452E-9C28-14DE89A77364}" srcId="{ADEFEC49-210A-4B22-8C29-5E50E2794D7A}" destId="{BA4E8895-BDC2-4516-85C5-D66677623343}" srcOrd="3" destOrd="0" parTransId="{CBB1BEB7-A16D-45DE-B284-68828337686A}" sibTransId="{60D793BF-FFDA-4C63-B42A-9B0707B80975}"/>
    <dgm:cxn modelId="{84E8636C-C004-442A-B3EC-7C67A9B0B61A}" type="presOf" srcId="{ADEFEC49-210A-4B22-8C29-5E50E2794D7A}" destId="{9FA4D479-C07F-4A2D-AAA5-8C16FB2188AD}" srcOrd="0" destOrd="0" presId="urn:microsoft.com/office/officeart/2005/8/layout/hierarchy1"/>
    <dgm:cxn modelId="{2D1DEF93-BE38-487B-9E0D-59D1ABB7B656}" type="presOf" srcId="{B8F6E146-D5FC-4848-9CA5-12B9D30B7D4E}" destId="{2F23D016-3249-496B-AD70-0646AD6B7459}" srcOrd="0" destOrd="0" presId="urn:microsoft.com/office/officeart/2005/8/layout/hierarchy1"/>
    <dgm:cxn modelId="{C1F7F5AC-B2B2-491D-9506-09270058A289}" type="presOf" srcId="{18C50668-9FEA-42BC-98B5-E18FC6875863}" destId="{855910B8-B58D-45F5-B73D-539795206D04}" srcOrd="0" destOrd="0" presId="urn:microsoft.com/office/officeart/2005/8/layout/hierarchy1"/>
    <dgm:cxn modelId="{74F5C3CD-EDBD-431B-B65B-4EFBB40EB4DB}" type="presOf" srcId="{BA4E8895-BDC2-4516-85C5-D66677623343}" destId="{F80128FB-947F-42A5-96D2-834ABFC617F3}" srcOrd="0" destOrd="0" presId="urn:microsoft.com/office/officeart/2005/8/layout/hierarchy1"/>
    <dgm:cxn modelId="{E8547CD9-789A-4FFD-A628-663FDC1DD914}" srcId="{ADEFEC49-210A-4B22-8C29-5E50E2794D7A}" destId="{18C50668-9FEA-42BC-98B5-E18FC6875863}" srcOrd="2" destOrd="0" parTransId="{230D7EE3-BD1F-4093-BDF5-549E9D43E7A2}" sibTransId="{6B6201B9-A09B-4616-A03B-A240E08381B4}"/>
    <dgm:cxn modelId="{00BCD1DE-06F4-4E81-912F-0B8E6FBE8E3B}" type="presOf" srcId="{72424E25-49BA-46CE-A053-1FB0F988A317}" destId="{8DB609E2-BD54-408D-B589-A198234628B7}" srcOrd="0" destOrd="0" presId="urn:microsoft.com/office/officeart/2005/8/layout/hierarchy1"/>
    <dgm:cxn modelId="{99FD6AF4-4FF0-4E32-94D1-822A671448EC}" srcId="{ADEFEC49-210A-4B22-8C29-5E50E2794D7A}" destId="{72424E25-49BA-46CE-A053-1FB0F988A317}" srcOrd="1" destOrd="0" parTransId="{4985853D-1236-4188-B96B-C1EC756377E7}" sibTransId="{24DBA827-3166-4354-8C9A-433A95CB3AFF}"/>
    <dgm:cxn modelId="{5BF850B2-827B-4693-8818-61E8F5A4E8E9}" type="presParOf" srcId="{9FA4D479-C07F-4A2D-AAA5-8C16FB2188AD}" destId="{1E30992B-8230-4F02-BF29-09B0CFBD93DD}" srcOrd="0" destOrd="0" presId="urn:microsoft.com/office/officeart/2005/8/layout/hierarchy1"/>
    <dgm:cxn modelId="{EE5617EE-C38F-4937-BF0C-EE264785DF76}" type="presParOf" srcId="{1E30992B-8230-4F02-BF29-09B0CFBD93DD}" destId="{5FF3AE04-7E61-492A-9A35-10F3A354FB58}" srcOrd="0" destOrd="0" presId="urn:microsoft.com/office/officeart/2005/8/layout/hierarchy1"/>
    <dgm:cxn modelId="{CBD306C0-57F1-40A3-B8F7-53A23AEC4BAF}" type="presParOf" srcId="{5FF3AE04-7E61-492A-9A35-10F3A354FB58}" destId="{FC420C8B-DD97-4CEF-8C7C-2BD47E2ABDE3}" srcOrd="0" destOrd="0" presId="urn:microsoft.com/office/officeart/2005/8/layout/hierarchy1"/>
    <dgm:cxn modelId="{3D585380-D939-44A9-A5E1-5F27A7E7A6A5}" type="presParOf" srcId="{5FF3AE04-7E61-492A-9A35-10F3A354FB58}" destId="{2F23D016-3249-496B-AD70-0646AD6B7459}" srcOrd="1" destOrd="0" presId="urn:microsoft.com/office/officeart/2005/8/layout/hierarchy1"/>
    <dgm:cxn modelId="{75302FBC-AEA9-49AB-8B06-424C8B2AD49B}" type="presParOf" srcId="{1E30992B-8230-4F02-BF29-09B0CFBD93DD}" destId="{3B0EF46E-7BB6-4330-9528-4C0989481CC4}" srcOrd="1" destOrd="0" presId="urn:microsoft.com/office/officeart/2005/8/layout/hierarchy1"/>
    <dgm:cxn modelId="{79CEAAA0-3BB6-4B38-BDDE-C80BBE816294}" type="presParOf" srcId="{9FA4D479-C07F-4A2D-AAA5-8C16FB2188AD}" destId="{02281785-0670-4414-935C-A24CBB7EF0FE}" srcOrd="1" destOrd="0" presId="urn:microsoft.com/office/officeart/2005/8/layout/hierarchy1"/>
    <dgm:cxn modelId="{A7B45F5E-9FC5-4176-859F-C3326334990A}" type="presParOf" srcId="{02281785-0670-4414-935C-A24CBB7EF0FE}" destId="{4E910DAF-79FF-4A26-AB18-DCBFFBAF0C0F}" srcOrd="0" destOrd="0" presId="urn:microsoft.com/office/officeart/2005/8/layout/hierarchy1"/>
    <dgm:cxn modelId="{56C170C2-2CE4-42A2-8F77-FDA2343A4BEC}" type="presParOf" srcId="{4E910DAF-79FF-4A26-AB18-DCBFFBAF0C0F}" destId="{E31E7093-7EC6-408C-8268-51ED7675F518}" srcOrd="0" destOrd="0" presId="urn:microsoft.com/office/officeart/2005/8/layout/hierarchy1"/>
    <dgm:cxn modelId="{7181933C-954A-438F-B381-8304104CF1E8}" type="presParOf" srcId="{4E910DAF-79FF-4A26-AB18-DCBFFBAF0C0F}" destId="{8DB609E2-BD54-408D-B589-A198234628B7}" srcOrd="1" destOrd="0" presId="urn:microsoft.com/office/officeart/2005/8/layout/hierarchy1"/>
    <dgm:cxn modelId="{D7281C85-1FA7-45AD-AA0D-8490984FE9A3}" type="presParOf" srcId="{02281785-0670-4414-935C-A24CBB7EF0FE}" destId="{164799E4-11CD-4D00-9598-572F94E014A0}" srcOrd="1" destOrd="0" presId="urn:microsoft.com/office/officeart/2005/8/layout/hierarchy1"/>
    <dgm:cxn modelId="{97919382-AD57-471C-B723-D73620D5286E}" type="presParOf" srcId="{9FA4D479-C07F-4A2D-AAA5-8C16FB2188AD}" destId="{42E7CE7F-1019-4106-B81F-5C99EC7EEC2D}" srcOrd="2" destOrd="0" presId="urn:microsoft.com/office/officeart/2005/8/layout/hierarchy1"/>
    <dgm:cxn modelId="{9E0C6FA9-D367-417B-B04F-911C8A6A18C7}" type="presParOf" srcId="{42E7CE7F-1019-4106-B81F-5C99EC7EEC2D}" destId="{30C3FD1B-20CF-43EF-9E23-376C9F067A5C}" srcOrd="0" destOrd="0" presId="urn:microsoft.com/office/officeart/2005/8/layout/hierarchy1"/>
    <dgm:cxn modelId="{848CF05A-5FC3-4EAD-A391-B6929B3881C3}" type="presParOf" srcId="{30C3FD1B-20CF-43EF-9E23-376C9F067A5C}" destId="{647B73F3-8BB3-4FDF-B3BB-8C815AE53D91}" srcOrd="0" destOrd="0" presId="urn:microsoft.com/office/officeart/2005/8/layout/hierarchy1"/>
    <dgm:cxn modelId="{9F6054E7-3277-4231-8995-B2B110243FE6}" type="presParOf" srcId="{30C3FD1B-20CF-43EF-9E23-376C9F067A5C}" destId="{855910B8-B58D-45F5-B73D-539795206D04}" srcOrd="1" destOrd="0" presId="urn:microsoft.com/office/officeart/2005/8/layout/hierarchy1"/>
    <dgm:cxn modelId="{E68FF0BB-1E04-460E-BD3D-0A3BBD55CFAD}" type="presParOf" srcId="{42E7CE7F-1019-4106-B81F-5C99EC7EEC2D}" destId="{B7BDC131-15CF-4B58-B716-CAEBB922BB00}" srcOrd="1" destOrd="0" presId="urn:microsoft.com/office/officeart/2005/8/layout/hierarchy1"/>
    <dgm:cxn modelId="{C4E22365-F4A1-45D1-9C8B-4A3C9067AEB8}" type="presParOf" srcId="{9FA4D479-C07F-4A2D-AAA5-8C16FB2188AD}" destId="{4E109E00-C06C-4A03-BF19-175737FA2110}" srcOrd="3" destOrd="0" presId="urn:microsoft.com/office/officeart/2005/8/layout/hierarchy1"/>
    <dgm:cxn modelId="{E79F2CBF-2382-4BAD-868D-2B686DA1730E}" type="presParOf" srcId="{4E109E00-C06C-4A03-BF19-175737FA2110}" destId="{02AA6B86-734E-485D-A25F-05EC2A1A478E}" srcOrd="0" destOrd="0" presId="urn:microsoft.com/office/officeart/2005/8/layout/hierarchy1"/>
    <dgm:cxn modelId="{06BCD963-5F8E-4B9E-B1C7-4BA44A0D14CB}" type="presParOf" srcId="{02AA6B86-734E-485D-A25F-05EC2A1A478E}" destId="{AD32779A-BF37-4736-B59D-1E5F0216AB8D}" srcOrd="0" destOrd="0" presId="urn:microsoft.com/office/officeart/2005/8/layout/hierarchy1"/>
    <dgm:cxn modelId="{964B6EB0-3013-4C97-BB02-965AA8AE1AFA}" type="presParOf" srcId="{02AA6B86-734E-485D-A25F-05EC2A1A478E}" destId="{F80128FB-947F-42A5-96D2-834ABFC617F3}" srcOrd="1" destOrd="0" presId="urn:microsoft.com/office/officeart/2005/8/layout/hierarchy1"/>
    <dgm:cxn modelId="{E575C242-F8C8-4A84-987F-D711D536EE55}" type="presParOf" srcId="{4E109E00-C06C-4A03-BF19-175737FA2110}" destId="{120966CF-382A-4C35-922D-878AA180DAED}"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20A4FD2-B64B-48EF-AD7B-95F1050586C7}">
      <dsp:nvSpPr>
        <dsp:cNvPr id="0" name=""/>
        <dsp:cNvSpPr/>
      </dsp:nvSpPr>
      <dsp:spPr>
        <a:xfrm>
          <a:off x="0" y="956885"/>
          <a:ext cx="2906817" cy="1845828"/>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6FA1C3A-61B9-4E38-B018-E3DEEA2BAB2C}">
      <dsp:nvSpPr>
        <dsp:cNvPr id="0" name=""/>
        <dsp:cNvSpPr/>
      </dsp:nvSpPr>
      <dsp:spPr>
        <a:xfrm>
          <a:off x="322979" y="1263716"/>
          <a:ext cx="2906817" cy="1845828"/>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2870" tIns="102870" rIns="102870" bIns="102870" numCol="1" spcCol="1270" anchor="ctr" anchorCtr="0">
          <a:noAutofit/>
        </a:bodyPr>
        <a:lstStyle/>
        <a:p>
          <a:pPr marL="0" lvl="0" indent="0" algn="ctr" defTabSz="1200150" rtl="0">
            <a:lnSpc>
              <a:spcPct val="90000"/>
            </a:lnSpc>
            <a:spcBef>
              <a:spcPct val="0"/>
            </a:spcBef>
            <a:spcAft>
              <a:spcPct val="35000"/>
            </a:spcAft>
            <a:buNone/>
          </a:pPr>
          <a:r>
            <a:rPr lang="en-US" sz="2700" b="1" kern="1200" dirty="0">
              <a:latin typeface="Aptos"/>
            </a:rPr>
            <a:t>Choose</a:t>
          </a:r>
          <a:r>
            <a:rPr lang="en-US" sz="2700" kern="1200" dirty="0">
              <a:latin typeface="Aptos"/>
            </a:rPr>
            <a:t> projects that progress  the goal</a:t>
          </a:r>
        </a:p>
      </dsp:txBody>
      <dsp:txXfrm>
        <a:off x="377041" y="1317778"/>
        <a:ext cx="2798693" cy="1737704"/>
      </dsp:txXfrm>
    </dsp:sp>
    <dsp:sp modelId="{A147B5EC-F0C3-4993-886B-CA3237C9F384}">
      <dsp:nvSpPr>
        <dsp:cNvPr id="0" name=""/>
        <dsp:cNvSpPr/>
      </dsp:nvSpPr>
      <dsp:spPr>
        <a:xfrm>
          <a:off x="3552776" y="956885"/>
          <a:ext cx="2906817" cy="1845828"/>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3524DA0-6203-4FF7-A22C-896B5E8AD9ED}">
      <dsp:nvSpPr>
        <dsp:cNvPr id="0" name=""/>
        <dsp:cNvSpPr/>
      </dsp:nvSpPr>
      <dsp:spPr>
        <a:xfrm>
          <a:off x="3875756" y="1263716"/>
          <a:ext cx="2906817" cy="1845828"/>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2870" tIns="102870" rIns="102870" bIns="102870" numCol="1" spcCol="1270" anchor="ctr" anchorCtr="0">
          <a:noAutofit/>
        </a:bodyPr>
        <a:lstStyle/>
        <a:p>
          <a:pPr marL="0" lvl="0" indent="0" algn="ctr" defTabSz="1200150" rtl="0">
            <a:lnSpc>
              <a:spcPct val="90000"/>
            </a:lnSpc>
            <a:spcBef>
              <a:spcPct val="0"/>
            </a:spcBef>
            <a:spcAft>
              <a:spcPct val="35000"/>
            </a:spcAft>
            <a:buNone/>
          </a:pPr>
          <a:r>
            <a:rPr lang="en-US" sz="2700" b="1" kern="1200" dirty="0">
              <a:latin typeface="Aptos"/>
            </a:rPr>
            <a:t>Search</a:t>
          </a:r>
          <a:r>
            <a:rPr lang="en-US" sz="2700" kern="1200" dirty="0">
              <a:latin typeface="Aptos"/>
            </a:rPr>
            <a:t> for accessible opportunities</a:t>
          </a:r>
        </a:p>
      </dsp:txBody>
      <dsp:txXfrm>
        <a:off x="3929818" y="1317778"/>
        <a:ext cx="2798693" cy="1737704"/>
      </dsp:txXfrm>
    </dsp:sp>
    <dsp:sp modelId="{C14CE37D-D76F-41DB-ADF9-EE3F6D71DD9C}">
      <dsp:nvSpPr>
        <dsp:cNvPr id="0" name=""/>
        <dsp:cNvSpPr/>
      </dsp:nvSpPr>
      <dsp:spPr>
        <a:xfrm>
          <a:off x="7105553" y="956885"/>
          <a:ext cx="2906817" cy="1845828"/>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917DDA1-DBF3-47AB-9783-10BB651E7A25}">
      <dsp:nvSpPr>
        <dsp:cNvPr id="0" name=""/>
        <dsp:cNvSpPr/>
      </dsp:nvSpPr>
      <dsp:spPr>
        <a:xfrm>
          <a:off x="7428532" y="1263716"/>
          <a:ext cx="2906817" cy="1845828"/>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2870" tIns="102870" rIns="102870" bIns="102870" numCol="1" spcCol="1270" anchor="ctr" anchorCtr="0">
          <a:noAutofit/>
        </a:bodyPr>
        <a:lstStyle/>
        <a:p>
          <a:pPr marL="0" lvl="0" indent="0" algn="ctr" defTabSz="1200150" rtl="0">
            <a:lnSpc>
              <a:spcPct val="90000"/>
            </a:lnSpc>
            <a:spcBef>
              <a:spcPct val="0"/>
            </a:spcBef>
            <a:spcAft>
              <a:spcPct val="35000"/>
            </a:spcAft>
            <a:buNone/>
          </a:pPr>
          <a:r>
            <a:rPr lang="en-US" sz="2700" kern="1200" dirty="0">
              <a:latin typeface="Aptos"/>
            </a:rPr>
            <a:t> </a:t>
          </a:r>
          <a:r>
            <a:rPr lang="en-US" sz="2700" b="1" kern="1200" dirty="0">
              <a:latin typeface="Aptos"/>
            </a:rPr>
            <a:t>Look</a:t>
          </a:r>
          <a:r>
            <a:rPr lang="en-US" sz="2700" kern="1200" dirty="0">
              <a:latin typeface="Aptos"/>
            </a:rPr>
            <a:t> to be challenged, not overwhelmed</a:t>
          </a:r>
        </a:p>
      </dsp:txBody>
      <dsp:txXfrm>
        <a:off x="7482594" y="1317778"/>
        <a:ext cx="2798693" cy="173770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D47BFD4-A3F9-4BF6-99FB-2AA02DBCF656}">
      <dsp:nvSpPr>
        <dsp:cNvPr id="0" name=""/>
        <dsp:cNvSpPr/>
      </dsp:nvSpPr>
      <dsp:spPr>
        <a:xfrm>
          <a:off x="832" y="686360"/>
          <a:ext cx="2922865" cy="1856019"/>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635EDA2-22BB-47E7-8510-DB221A2A87E8}">
      <dsp:nvSpPr>
        <dsp:cNvPr id="0" name=""/>
        <dsp:cNvSpPr/>
      </dsp:nvSpPr>
      <dsp:spPr>
        <a:xfrm>
          <a:off x="325595" y="994884"/>
          <a:ext cx="2922865" cy="1856019"/>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1440" tIns="91440" rIns="91440" bIns="91440" numCol="1" spcCol="1270" anchor="ctr" anchorCtr="0">
          <a:noAutofit/>
        </a:bodyPr>
        <a:lstStyle/>
        <a:p>
          <a:pPr marL="0" lvl="0" indent="0" algn="l" defTabSz="1066800" rtl="0">
            <a:lnSpc>
              <a:spcPct val="90000"/>
            </a:lnSpc>
            <a:spcBef>
              <a:spcPct val="0"/>
            </a:spcBef>
            <a:spcAft>
              <a:spcPct val="35000"/>
            </a:spcAft>
            <a:buNone/>
          </a:pPr>
          <a:r>
            <a:rPr lang="en-US" sz="2400" b="1" kern="1200" dirty="0">
              <a:latin typeface="Aptos"/>
            </a:rPr>
            <a:t>Be proactive</a:t>
          </a:r>
          <a:r>
            <a:rPr lang="en-US" sz="2400" kern="1200" dirty="0">
              <a:latin typeface="Aptos"/>
            </a:rPr>
            <a:t>; find people who will help you </a:t>
          </a:r>
        </a:p>
      </dsp:txBody>
      <dsp:txXfrm>
        <a:off x="379956" y="1049245"/>
        <a:ext cx="2814143" cy="1747297"/>
      </dsp:txXfrm>
    </dsp:sp>
    <dsp:sp modelId="{5DF6C975-DFAF-432F-8D46-78560A29ACA8}">
      <dsp:nvSpPr>
        <dsp:cNvPr id="0" name=""/>
        <dsp:cNvSpPr/>
      </dsp:nvSpPr>
      <dsp:spPr>
        <a:xfrm>
          <a:off x="3573223" y="686360"/>
          <a:ext cx="2922865" cy="1856019"/>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859634C-E0B1-4D87-BBD8-61D8F7BCA0E7}">
      <dsp:nvSpPr>
        <dsp:cNvPr id="0" name=""/>
        <dsp:cNvSpPr/>
      </dsp:nvSpPr>
      <dsp:spPr>
        <a:xfrm>
          <a:off x="3897986" y="994884"/>
          <a:ext cx="2922865" cy="1856019"/>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1440" tIns="91440" rIns="91440" bIns="91440" numCol="1" spcCol="1270" anchor="ctr" anchorCtr="0">
          <a:noAutofit/>
        </a:bodyPr>
        <a:lstStyle/>
        <a:p>
          <a:pPr marL="0" lvl="0" indent="0" algn="l" defTabSz="1066800" rtl="0">
            <a:lnSpc>
              <a:spcPct val="90000"/>
            </a:lnSpc>
            <a:spcBef>
              <a:spcPct val="0"/>
            </a:spcBef>
            <a:spcAft>
              <a:spcPct val="35000"/>
            </a:spcAft>
            <a:buNone/>
          </a:pPr>
          <a:r>
            <a:rPr lang="en-US" sz="2400" b="1" kern="1200" dirty="0">
              <a:latin typeface="Aptos"/>
            </a:rPr>
            <a:t>Own up </a:t>
          </a:r>
          <a:r>
            <a:rPr lang="en-US" sz="2400" b="0" kern="1200" dirty="0">
              <a:latin typeface="Aptos"/>
            </a:rPr>
            <a:t>if you don't understand;</a:t>
          </a:r>
          <a:r>
            <a:rPr lang="en-US" sz="2400" kern="1200" dirty="0">
              <a:latin typeface="Aptos"/>
            </a:rPr>
            <a:t> people who act smart get less help</a:t>
          </a:r>
        </a:p>
      </dsp:txBody>
      <dsp:txXfrm>
        <a:off x="3952347" y="1049245"/>
        <a:ext cx="2814143" cy="174729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420C8B-DD97-4CEF-8C7C-2BD47E2ABDE3}">
      <dsp:nvSpPr>
        <dsp:cNvPr id="0" name=""/>
        <dsp:cNvSpPr/>
      </dsp:nvSpPr>
      <dsp:spPr>
        <a:xfrm>
          <a:off x="3027" y="1232695"/>
          <a:ext cx="2161945" cy="137283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F23D016-3249-496B-AD70-0646AD6B7459}">
      <dsp:nvSpPr>
        <dsp:cNvPr id="0" name=""/>
        <dsp:cNvSpPr/>
      </dsp:nvSpPr>
      <dsp:spPr>
        <a:xfrm>
          <a:off x="243244" y="1460900"/>
          <a:ext cx="2161945" cy="137283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rtl="0">
            <a:lnSpc>
              <a:spcPct val="90000"/>
            </a:lnSpc>
            <a:spcBef>
              <a:spcPct val="0"/>
            </a:spcBef>
            <a:spcAft>
              <a:spcPct val="35000"/>
            </a:spcAft>
            <a:buNone/>
          </a:pPr>
          <a:r>
            <a:rPr lang="en-US" sz="2000" kern="1200" dirty="0"/>
            <a:t>Come with questions about </a:t>
          </a:r>
          <a:r>
            <a:rPr lang="en-US" sz="2000" kern="1200" dirty="0">
              <a:latin typeface="Aptos Display" panose="020F0302020204030204"/>
            </a:rPr>
            <a:t>their research</a:t>
          </a:r>
          <a:endParaRPr lang="en-US" sz="2000" kern="1200" dirty="0"/>
        </a:p>
      </dsp:txBody>
      <dsp:txXfrm>
        <a:off x="283453" y="1501109"/>
        <a:ext cx="2081527" cy="1292417"/>
      </dsp:txXfrm>
    </dsp:sp>
    <dsp:sp modelId="{E31E7093-7EC6-408C-8268-51ED7675F518}">
      <dsp:nvSpPr>
        <dsp:cNvPr id="0" name=""/>
        <dsp:cNvSpPr/>
      </dsp:nvSpPr>
      <dsp:spPr>
        <a:xfrm>
          <a:off x="2645405" y="1232695"/>
          <a:ext cx="2161945" cy="137283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DB609E2-BD54-408D-B589-A198234628B7}">
      <dsp:nvSpPr>
        <dsp:cNvPr id="0" name=""/>
        <dsp:cNvSpPr/>
      </dsp:nvSpPr>
      <dsp:spPr>
        <a:xfrm>
          <a:off x="2885621" y="1460900"/>
          <a:ext cx="2161945" cy="137283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t>Memorize your elevator pitch</a:t>
          </a:r>
        </a:p>
      </dsp:txBody>
      <dsp:txXfrm>
        <a:off x="2925830" y="1501109"/>
        <a:ext cx="2081527" cy="1292417"/>
      </dsp:txXfrm>
    </dsp:sp>
    <dsp:sp modelId="{647B73F3-8BB3-4FDF-B3BB-8C815AE53D91}">
      <dsp:nvSpPr>
        <dsp:cNvPr id="0" name=""/>
        <dsp:cNvSpPr/>
      </dsp:nvSpPr>
      <dsp:spPr>
        <a:xfrm>
          <a:off x="5287783" y="1232695"/>
          <a:ext cx="2161945" cy="137283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55910B8-B58D-45F5-B73D-539795206D04}">
      <dsp:nvSpPr>
        <dsp:cNvPr id="0" name=""/>
        <dsp:cNvSpPr/>
      </dsp:nvSpPr>
      <dsp:spPr>
        <a:xfrm>
          <a:off x="5527999" y="1460900"/>
          <a:ext cx="2161945" cy="137283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t>Scout and research people you want to talk with</a:t>
          </a:r>
        </a:p>
      </dsp:txBody>
      <dsp:txXfrm>
        <a:off x="5568208" y="1501109"/>
        <a:ext cx="2081527" cy="1292417"/>
      </dsp:txXfrm>
    </dsp:sp>
    <dsp:sp modelId="{AD32779A-BF37-4736-B59D-1E5F0216AB8D}">
      <dsp:nvSpPr>
        <dsp:cNvPr id="0" name=""/>
        <dsp:cNvSpPr/>
      </dsp:nvSpPr>
      <dsp:spPr>
        <a:xfrm>
          <a:off x="7930160" y="1232695"/>
          <a:ext cx="2161945" cy="137283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80128FB-947F-42A5-96D2-834ABFC617F3}">
      <dsp:nvSpPr>
        <dsp:cNvPr id="0" name=""/>
        <dsp:cNvSpPr/>
      </dsp:nvSpPr>
      <dsp:spPr>
        <a:xfrm>
          <a:off x="8170376" y="1460900"/>
          <a:ext cx="2161945" cy="137283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t>Follow up</a:t>
          </a:r>
        </a:p>
      </dsp:txBody>
      <dsp:txXfrm>
        <a:off x="8210585" y="1501109"/>
        <a:ext cx="2081527" cy="1292417"/>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37A6319-7755-4529-B90F-1D1536930D05}" type="datetimeFigureOut">
              <a:t>9/15/25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8047E1-2DAF-4663-A3CB-5BBF8C8825BC}" type="slidenum">
              <a:t>‹#›</a:t>
            </a:fld>
            <a:endParaRPr lang="en-US"/>
          </a:p>
        </p:txBody>
      </p:sp>
    </p:spTree>
    <p:extLst>
      <p:ext uri="{BB962C8B-B14F-4D97-AF65-F5344CB8AC3E}">
        <p14:creationId xmlns:p14="http://schemas.microsoft.com/office/powerpoint/2010/main" val="32259582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a typeface="Calibri"/>
                <a:cs typeface="Calibri"/>
              </a:rPr>
              <a:t>Thank you Dave for that kind introduction, </a:t>
            </a:r>
          </a:p>
          <a:p>
            <a:endParaRPr lang="en-US" dirty="0">
              <a:ea typeface="Calibri"/>
              <a:cs typeface="Calibri"/>
            </a:endParaRPr>
          </a:p>
          <a:p>
            <a:r>
              <a:rPr lang="en-US" dirty="0">
                <a:ea typeface="Calibri"/>
                <a:cs typeface="Calibri"/>
              </a:rPr>
              <a:t>Hello everyone, I'm here to tell you a little bit about my journey through the field of quantum physics.</a:t>
            </a:r>
          </a:p>
          <a:p>
            <a:endParaRPr lang="en-US" dirty="0">
              <a:ea typeface="Calibri"/>
              <a:cs typeface="Calibri"/>
            </a:endParaRPr>
          </a:p>
          <a:p>
            <a:r>
              <a:rPr lang="en-US" dirty="0">
                <a:ea typeface="Calibri"/>
                <a:cs typeface="Calibri"/>
              </a:rPr>
              <a:t>( Because Admittedly, it's a bit odd and at times unexpected.)</a:t>
            </a:r>
            <a:endParaRPr lang="en-US" dirty="0"/>
          </a:p>
          <a:p>
            <a:endParaRPr lang="en-US" dirty="0">
              <a:ea typeface="Calibri"/>
              <a:cs typeface="Calibri"/>
            </a:endParaRPr>
          </a:p>
          <a:p>
            <a:r>
              <a:rPr lang="en-US" dirty="0">
                <a:ea typeface="Calibri"/>
                <a:cs typeface="Calibri"/>
              </a:rPr>
              <a:t>My hope is that by sharing a bit of myself, someone hear today will gain the confidence to try their own way of doing things, and find they're happy "pace" as you continue in your own journey through Quantum physics</a:t>
            </a:r>
          </a:p>
        </p:txBody>
      </p:sp>
      <p:sp>
        <p:nvSpPr>
          <p:cNvPr id="4" name="Slide Number Placeholder 3"/>
          <p:cNvSpPr>
            <a:spLocks noGrp="1"/>
          </p:cNvSpPr>
          <p:nvPr>
            <p:ph type="sldNum" sz="quarter" idx="5"/>
          </p:nvPr>
        </p:nvSpPr>
        <p:spPr/>
        <p:txBody>
          <a:bodyPr/>
          <a:lstStyle/>
          <a:p>
            <a:fld id="{1A8047E1-2DAF-4663-A3CB-5BBF8C8825BC}" type="slidenum">
              <a:t>1</a:t>
            </a:fld>
            <a:endParaRPr lang="en-US"/>
          </a:p>
        </p:txBody>
      </p:sp>
    </p:spTree>
    <p:extLst>
      <p:ext uri="{BB962C8B-B14F-4D97-AF65-F5344CB8AC3E}">
        <p14:creationId xmlns:p14="http://schemas.microsoft.com/office/powerpoint/2010/main" val="24076150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a typeface="Calibri"/>
                <a:cs typeface="Calibri"/>
              </a:rPr>
              <a:t>A little bit about me,</a:t>
            </a:r>
          </a:p>
          <a:p>
            <a:endParaRPr lang="en-US" dirty="0">
              <a:ea typeface="Calibri"/>
              <a:cs typeface="Calibri"/>
            </a:endParaRPr>
          </a:p>
          <a:p>
            <a:r>
              <a:rPr lang="en-US" dirty="0">
                <a:ea typeface="Calibri"/>
                <a:cs typeface="Calibri"/>
              </a:rPr>
              <a:t>I am first generation college student, which just means my parents didn't go to college</a:t>
            </a:r>
            <a:endParaRPr lang="en-US"/>
          </a:p>
          <a:p>
            <a:r>
              <a:rPr lang="en-US">
                <a:ea typeface="Calibri"/>
                <a:cs typeface="Calibri"/>
              </a:rPr>
              <a:t>My first year of college I spent at a community college </a:t>
            </a:r>
            <a:endParaRPr lang="en-US" dirty="0">
              <a:ea typeface="Calibri"/>
              <a:cs typeface="Calibri"/>
            </a:endParaRPr>
          </a:p>
        </p:txBody>
      </p:sp>
      <p:sp>
        <p:nvSpPr>
          <p:cNvPr id="4" name="Slide Number Placeholder 3"/>
          <p:cNvSpPr>
            <a:spLocks noGrp="1"/>
          </p:cNvSpPr>
          <p:nvPr>
            <p:ph type="sldNum" sz="quarter" idx="5"/>
          </p:nvPr>
        </p:nvSpPr>
        <p:spPr/>
        <p:txBody>
          <a:bodyPr/>
          <a:lstStyle/>
          <a:p>
            <a:fld id="{1A8047E1-2DAF-4663-A3CB-5BBF8C8825BC}" type="slidenum">
              <a:rPr lang="en-US"/>
              <a:t>2</a:t>
            </a:fld>
            <a:endParaRPr lang="en-US"/>
          </a:p>
        </p:txBody>
      </p:sp>
    </p:spTree>
    <p:extLst>
      <p:ext uri="{BB962C8B-B14F-4D97-AF65-F5344CB8AC3E}">
        <p14:creationId xmlns:p14="http://schemas.microsoft.com/office/powerpoint/2010/main" val="30770805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06375" y="228600"/>
            <a:ext cx="6419850" cy="3611563"/>
          </a:xfrm>
        </p:spPr>
      </p:sp>
      <p:sp>
        <p:nvSpPr>
          <p:cNvPr id="3" name="Notes Placeholder 2"/>
          <p:cNvSpPr>
            <a:spLocks noGrp="1"/>
          </p:cNvSpPr>
          <p:nvPr>
            <p:ph type="body" idx="1"/>
          </p:nvPr>
        </p:nvSpPr>
        <p:spPr/>
        <p:txBody>
          <a:bodyPr/>
          <a:lstStyle/>
          <a:p>
            <a:r>
              <a:rPr lang="en-US" dirty="0">
                <a:latin typeface="IBM Plex Sans Light"/>
              </a:rPr>
              <a:t>As I talk about my </a:t>
            </a:r>
            <a:r>
              <a:rPr lang="en-US" dirty="0" err="1">
                <a:latin typeface="IBM Plex Sans Light"/>
              </a:rPr>
              <a:t>joureny</a:t>
            </a:r>
            <a:r>
              <a:rPr lang="en-US" dirty="0">
                <a:latin typeface="IBM Plex Sans Light"/>
              </a:rPr>
              <a:t> through quantum, I going to cover 4 mentalities that have </a:t>
            </a:r>
            <a:r>
              <a:rPr lang="en-US" dirty="0"/>
              <a:t>increased my chances of success. We'll look at one mentality and then I'll share an example of how I applied it in my life. I'll save a lot of time for questions at the end so that my time is tailored to what you all want to talk about.</a:t>
            </a:r>
          </a:p>
          <a:p>
            <a:endParaRPr lang="en-US" dirty="0">
              <a:latin typeface="IBM Plex Sans Light"/>
            </a:endParaRPr>
          </a:p>
        </p:txBody>
      </p:sp>
      <p:sp>
        <p:nvSpPr>
          <p:cNvPr id="4" name="Slide Number Placeholder 3"/>
          <p:cNvSpPr>
            <a:spLocks noGrp="1"/>
          </p:cNvSpPr>
          <p:nvPr>
            <p:ph type="sldNum" sz="quarter" idx="5"/>
          </p:nvPr>
        </p:nvSpPr>
        <p:spPr/>
        <p:txBody>
          <a:bodyPr/>
          <a:lstStyle/>
          <a:p>
            <a:fld id="{6E2E38B8-B0B4-AD41-AC6E-B781F46A9FD3}" type="slidenum">
              <a:rPr lang="en-US" smtClean="0"/>
              <a:pPr/>
              <a:t>3</a:t>
            </a:fld>
            <a:endParaRPr lang="en-US"/>
          </a:p>
        </p:txBody>
      </p:sp>
      <p:sp>
        <p:nvSpPr>
          <p:cNvPr id="5" name="Footer Placeholder 4"/>
          <p:cNvSpPr>
            <a:spLocks noGrp="1"/>
          </p:cNvSpPr>
          <p:nvPr>
            <p:ph type="ftr" sz="quarter" idx="4"/>
          </p:nvPr>
        </p:nvSpPr>
        <p:spPr/>
        <p:txBody>
          <a:bodyPr/>
          <a:lstStyle/>
          <a:p>
            <a:r>
              <a:rPr lang="en-US"/>
              <a:t>Footer</a:t>
            </a:r>
          </a:p>
        </p:txBody>
      </p:sp>
    </p:spTree>
    <p:extLst>
      <p:ext uri="{BB962C8B-B14F-4D97-AF65-F5344CB8AC3E}">
        <p14:creationId xmlns:p14="http://schemas.microsoft.com/office/powerpoint/2010/main" val="383429825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574365-D7E1-E4E5-E2C6-D65E5046E1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9A66EC-27A1-6CDB-0EA7-1A995BDCD8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E84981-C833-4DB3-A9D2-B5C600CEEE83}"/>
              </a:ext>
            </a:extLst>
          </p:cNvPr>
          <p:cNvSpPr>
            <a:spLocks noGrp="1"/>
          </p:cNvSpPr>
          <p:nvPr>
            <p:ph type="body" idx="1"/>
          </p:nvPr>
        </p:nvSpPr>
        <p:spPr/>
        <p:txBody>
          <a:bodyPr/>
          <a:lstStyle/>
          <a:p>
            <a:pPr>
              <a:lnSpc>
                <a:spcPct val="90000"/>
              </a:lnSpc>
              <a:spcBef>
                <a:spcPts val="1000"/>
              </a:spcBef>
            </a:pPr>
            <a:r>
              <a:rPr lang="en-US" dirty="0"/>
              <a:t>Starting point: Program Administrator for the CQE (non Technical role adjacent to quantum)</a:t>
            </a:r>
          </a:p>
          <a:p>
            <a:pPr>
              <a:lnSpc>
                <a:spcPct val="90000"/>
              </a:lnSpc>
              <a:spcBef>
                <a:spcPts val="1000"/>
              </a:spcBef>
            </a:pPr>
            <a:br>
              <a:rPr lang="en-US" dirty="0"/>
            </a:br>
            <a:r>
              <a:rPr lang="en-US" dirty="0"/>
              <a:t>?</a:t>
            </a:r>
          </a:p>
          <a:p>
            <a:pPr>
              <a:lnSpc>
                <a:spcPct val="90000"/>
              </a:lnSpc>
              <a:spcBef>
                <a:spcPts val="1000"/>
              </a:spcBef>
            </a:pPr>
            <a:r>
              <a:rPr lang="en-US" dirty="0"/>
              <a:t>End Goal: Graduate student researching Quantum computing</a:t>
            </a:r>
          </a:p>
          <a:p>
            <a:pPr>
              <a:lnSpc>
                <a:spcPct val="90000"/>
              </a:lnSpc>
              <a:spcBef>
                <a:spcPts val="1000"/>
              </a:spcBef>
            </a:pPr>
            <a:endParaRPr lang="en-US" dirty="0"/>
          </a:p>
          <a:p>
            <a:pPr>
              <a:lnSpc>
                <a:spcPct val="90000"/>
              </a:lnSpc>
              <a:spcBef>
                <a:spcPts val="1000"/>
              </a:spcBef>
            </a:pPr>
            <a:endParaRPr lang="en-US" dirty="0"/>
          </a:p>
          <a:p>
            <a:pPr>
              <a:lnSpc>
                <a:spcPct val="90000"/>
              </a:lnSpc>
              <a:spcBef>
                <a:spcPts val="1000"/>
              </a:spcBef>
            </a:pPr>
            <a:endParaRPr lang="en-US" dirty="0"/>
          </a:p>
          <a:p>
            <a:pPr>
              <a:lnSpc>
                <a:spcPct val="90000"/>
              </a:lnSpc>
              <a:spcBef>
                <a:spcPts val="1000"/>
              </a:spcBef>
            </a:pPr>
            <a:endParaRPr lang="en-US" dirty="0"/>
          </a:p>
          <a:p>
            <a:pPr>
              <a:lnSpc>
                <a:spcPct val="90000"/>
              </a:lnSpc>
              <a:spcBef>
                <a:spcPts val="1000"/>
              </a:spcBef>
            </a:pPr>
            <a:endParaRPr lang="en-US" dirty="0"/>
          </a:p>
          <a:p>
            <a:endParaRPr lang="en-US" dirty="0">
              <a:ea typeface="Calibri"/>
              <a:cs typeface="Calibri"/>
            </a:endParaRPr>
          </a:p>
        </p:txBody>
      </p:sp>
      <p:sp>
        <p:nvSpPr>
          <p:cNvPr id="4" name="Slide Number Placeholder 3">
            <a:extLst>
              <a:ext uri="{FF2B5EF4-FFF2-40B4-BE49-F238E27FC236}">
                <a16:creationId xmlns:a16="http://schemas.microsoft.com/office/drawing/2014/main" id="{BD57EE3F-BEE0-CA5B-D53C-8B43EF38B13D}"/>
              </a:ext>
            </a:extLst>
          </p:cNvPr>
          <p:cNvSpPr>
            <a:spLocks noGrp="1"/>
          </p:cNvSpPr>
          <p:nvPr>
            <p:ph type="sldNum" sz="quarter" idx="5"/>
          </p:nvPr>
        </p:nvSpPr>
        <p:spPr/>
        <p:txBody>
          <a:bodyPr/>
          <a:lstStyle/>
          <a:p>
            <a:fld id="{1A8047E1-2DAF-4663-A3CB-5BBF8C8825BC}" type="slidenum">
              <a:rPr lang="en-US"/>
              <a:t>4</a:t>
            </a:fld>
            <a:endParaRPr lang="en-US"/>
          </a:p>
        </p:txBody>
      </p:sp>
    </p:spTree>
    <p:extLst>
      <p:ext uri="{BB962C8B-B14F-4D97-AF65-F5344CB8AC3E}">
        <p14:creationId xmlns:p14="http://schemas.microsoft.com/office/powerpoint/2010/main" val="33906820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A012B-760A-0148-EF0C-1FD11E7530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445E3A-1318-F0E6-1EBA-30EA83515BB3}"/>
              </a:ext>
            </a:extLst>
          </p:cNvPr>
          <p:cNvSpPr>
            <a:spLocks noGrp="1" noRot="1" noChangeAspect="1"/>
          </p:cNvSpPr>
          <p:nvPr>
            <p:ph type="sldImg"/>
          </p:nvPr>
        </p:nvSpPr>
        <p:spPr>
          <a:xfrm>
            <a:off x="206375" y="228600"/>
            <a:ext cx="6419850" cy="3611563"/>
          </a:xfrm>
        </p:spPr>
      </p:sp>
      <p:sp>
        <p:nvSpPr>
          <p:cNvPr id="3" name="Notes Placeholder 2">
            <a:extLst>
              <a:ext uri="{FF2B5EF4-FFF2-40B4-BE49-F238E27FC236}">
                <a16:creationId xmlns:a16="http://schemas.microsoft.com/office/drawing/2014/main" id="{63918A7F-D7F8-2BD3-CFF3-1B2E479A5E4A}"/>
              </a:ext>
            </a:extLst>
          </p:cNvPr>
          <p:cNvSpPr>
            <a:spLocks noGrp="1"/>
          </p:cNvSpPr>
          <p:nvPr>
            <p:ph type="body" idx="1"/>
          </p:nvPr>
        </p:nvSpPr>
        <p:spPr/>
        <p:txBody>
          <a:bodyPr/>
          <a:lstStyle/>
          <a:p>
            <a:r>
              <a:rPr lang="en-US" dirty="0"/>
              <a:t>1. Got rejected from all grad programs I applied to </a:t>
            </a:r>
          </a:p>
          <a:p>
            <a:r>
              <a:rPr lang="en-US" dirty="0"/>
              <a:t>2. Thought I would never again be allowed to work a technical job</a:t>
            </a:r>
          </a:p>
          <a:p>
            <a:r>
              <a:rPr lang="en-US" dirty="0"/>
              <a:t>3. Wanted to do research but didn’t think I was smart enough</a:t>
            </a:r>
          </a:p>
          <a:p>
            <a:r>
              <a:rPr lang="en-US" dirty="0"/>
              <a:t>4. Seriously wondered if any of the work I was doing would get me anywhere</a:t>
            </a:r>
          </a:p>
          <a:p>
            <a:r>
              <a:rPr lang="en-US" dirty="0"/>
              <a:t>5. Quit my full time job for an underpaid internship, hoping it would help me get into grad school</a:t>
            </a:r>
          </a:p>
          <a:p>
            <a:r>
              <a:rPr lang="en-US" dirty="0"/>
              <a:t>6. Got rejected from the GRFP award</a:t>
            </a:r>
          </a:p>
          <a:p>
            <a:r>
              <a:rPr lang="en-US" dirty="0"/>
              <a:t>7. Lost the GEM fellowship because of Northwestern funding</a:t>
            </a:r>
          </a:p>
          <a:p>
            <a:endParaRPr lang="en-US" dirty="0"/>
          </a:p>
        </p:txBody>
      </p:sp>
      <p:sp>
        <p:nvSpPr>
          <p:cNvPr id="4" name="Slide Number Placeholder 3">
            <a:extLst>
              <a:ext uri="{FF2B5EF4-FFF2-40B4-BE49-F238E27FC236}">
                <a16:creationId xmlns:a16="http://schemas.microsoft.com/office/drawing/2014/main" id="{988FEE42-E9E6-3024-DD5B-F49A71C468FF}"/>
              </a:ext>
            </a:extLst>
          </p:cNvPr>
          <p:cNvSpPr>
            <a:spLocks noGrp="1"/>
          </p:cNvSpPr>
          <p:nvPr>
            <p:ph type="sldNum" sz="quarter" idx="5"/>
          </p:nvPr>
        </p:nvSpPr>
        <p:spPr/>
        <p:txBody>
          <a:bodyPr/>
          <a:lstStyle/>
          <a:p>
            <a:fld id="{6E2E38B8-B0B4-AD41-AC6E-B781F46A9FD3}" type="slidenum">
              <a:rPr lang="en-US" smtClean="0"/>
              <a:pPr/>
              <a:t>5</a:t>
            </a:fld>
            <a:endParaRPr lang="en-US"/>
          </a:p>
        </p:txBody>
      </p:sp>
      <p:sp>
        <p:nvSpPr>
          <p:cNvPr id="5" name="Footer Placeholder 4">
            <a:extLst>
              <a:ext uri="{FF2B5EF4-FFF2-40B4-BE49-F238E27FC236}">
                <a16:creationId xmlns:a16="http://schemas.microsoft.com/office/drawing/2014/main" id="{0426FE7F-55D6-1CAE-5476-75DE124704B3}"/>
              </a:ext>
            </a:extLst>
          </p:cNvPr>
          <p:cNvSpPr>
            <a:spLocks noGrp="1"/>
          </p:cNvSpPr>
          <p:nvPr>
            <p:ph type="ftr" sz="quarter" idx="4"/>
          </p:nvPr>
        </p:nvSpPr>
        <p:spPr/>
        <p:txBody>
          <a:bodyPr/>
          <a:lstStyle/>
          <a:p>
            <a:r>
              <a:rPr lang="en-US"/>
              <a:t>Footer</a:t>
            </a:r>
          </a:p>
        </p:txBody>
      </p:sp>
    </p:spTree>
    <p:extLst>
      <p:ext uri="{BB962C8B-B14F-4D97-AF65-F5344CB8AC3E}">
        <p14:creationId xmlns:p14="http://schemas.microsoft.com/office/powerpoint/2010/main" val="33080502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82059-3AF3-15B1-0E7B-39CB739F25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07F18B-424F-F85B-4F6F-C35CBE095633}"/>
              </a:ext>
            </a:extLst>
          </p:cNvPr>
          <p:cNvSpPr>
            <a:spLocks noGrp="1" noRot="1" noChangeAspect="1"/>
          </p:cNvSpPr>
          <p:nvPr>
            <p:ph type="sldImg"/>
          </p:nvPr>
        </p:nvSpPr>
        <p:spPr>
          <a:xfrm>
            <a:off x="206375" y="228600"/>
            <a:ext cx="6419850" cy="3611563"/>
          </a:xfrm>
        </p:spPr>
      </p:sp>
      <p:sp>
        <p:nvSpPr>
          <p:cNvPr id="3" name="Notes Placeholder 2">
            <a:extLst>
              <a:ext uri="{FF2B5EF4-FFF2-40B4-BE49-F238E27FC236}">
                <a16:creationId xmlns:a16="http://schemas.microsoft.com/office/drawing/2014/main" id="{7004749D-3F83-7CD7-3744-ECE9BC45A7AB}"/>
              </a:ext>
            </a:extLst>
          </p:cNvPr>
          <p:cNvSpPr>
            <a:spLocks noGrp="1"/>
          </p:cNvSpPr>
          <p:nvPr>
            <p:ph type="body" idx="1"/>
          </p:nvPr>
        </p:nvSpPr>
        <p:spPr/>
        <p:txBody>
          <a:bodyPr/>
          <a:lstStyle/>
          <a:p>
            <a:r>
              <a:rPr lang="en-US" dirty="0"/>
              <a:t>1. Got rejected from all grad programs I applied to </a:t>
            </a:r>
          </a:p>
          <a:p>
            <a:r>
              <a:rPr lang="en-US" dirty="0"/>
              <a:t>2. Thought I would never again be allowed to work a technical job</a:t>
            </a:r>
          </a:p>
          <a:p>
            <a:r>
              <a:rPr lang="en-US" dirty="0"/>
              <a:t>3. Wanted to do research but didn’t think I was smart enough</a:t>
            </a:r>
          </a:p>
          <a:p>
            <a:r>
              <a:rPr lang="en-US" dirty="0"/>
              <a:t>4. Seriously wondered if any of the work I was doing would get me anywhere</a:t>
            </a:r>
          </a:p>
          <a:p>
            <a:r>
              <a:rPr lang="en-US" dirty="0"/>
              <a:t>5. Quit my full time job for an underpaid internship, hoping it would help me get into grad school</a:t>
            </a:r>
          </a:p>
          <a:p>
            <a:r>
              <a:rPr lang="en-US" dirty="0"/>
              <a:t>6. Got rejected from the GRFP award</a:t>
            </a:r>
          </a:p>
          <a:p>
            <a:r>
              <a:rPr lang="en-US" dirty="0"/>
              <a:t>7. Lost the GEM fellowship because of Northwestern funding</a:t>
            </a:r>
          </a:p>
          <a:p>
            <a:endParaRPr lang="en-US" dirty="0"/>
          </a:p>
        </p:txBody>
      </p:sp>
      <p:sp>
        <p:nvSpPr>
          <p:cNvPr id="4" name="Slide Number Placeholder 3">
            <a:extLst>
              <a:ext uri="{FF2B5EF4-FFF2-40B4-BE49-F238E27FC236}">
                <a16:creationId xmlns:a16="http://schemas.microsoft.com/office/drawing/2014/main" id="{A9151D87-1ABD-1D04-90F9-A68A5A030E6D}"/>
              </a:ext>
            </a:extLst>
          </p:cNvPr>
          <p:cNvSpPr>
            <a:spLocks noGrp="1"/>
          </p:cNvSpPr>
          <p:nvPr>
            <p:ph type="sldNum" sz="quarter" idx="5"/>
          </p:nvPr>
        </p:nvSpPr>
        <p:spPr/>
        <p:txBody>
          <a:bodyPr/>
          <a:lstStyle/>
          <a:p>
            <a:fld id="{6E2E38B8-B0B4-AD41-AC6E-B781F46A9FD3}" type="slidenum">
              <a:rPr lang="en-US" smtClean="0"/>
              <a:pPr/>
              <a:t>7</a:t>
            </a:fld>
            <a:endParaRPr lang="en-US"/>
          </a:p>
        </p:txBody>
      </p:sp>
      <p:sp>
        <p:nvSpPr>
          <p:cNvPr id="5" name="Footer Placeholder 4">
            <a:extLst>
              <a:ext uri="{FF2B5EF4-FFF2-40B4-BE49-F238E27FC236}">
                <a16:creationId xmlns:a16="http://schemas.microsoft.com/office/drawing/2014/main" id="{CBA08AFF-BAEB-6943-6021-C954074CB0C9}"/>
              </a:ext>
            </a:extLst>
          </p:cNvPr>
          <p:cNvSpPr>
            <a:spLocks noGrp="1"/>
          </p:cNvSpPr>
          <p:nvPr>
            <p:ph type="ftr" sz="quarter" idx="4"/>
          </p:nvPr>
        </p:nvSpPr>
        <p:spPr/>
        <p:txBody>
          <a:bodyPr/>
          <a:lstStyle/>
          <a:p>
            <a:r>
              <a:rPr lang="en-US"/>
              <a:t>Footer</a:t>
            </a:r>
          </a:p>
        </p:txBody>
      </p:sp>
    </p:spTree>
    <p:extLst>
      <p:ext uri="{BB962C8B-B14F-4D97-AF65-F5344CB8AC3E}">
        <p14:creationId xmlns:p14="http://schemas.microsoft.com/office/powerpoint/2010/main" val="414297493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Scout BEFORE making eye contact</a:t>
            </a:r>
          </a:p>
          <a:p>
            <a:endParaRPr lang="en-US" b="1" dirty="0">
              <a:ea typeface="Calibri"/>
              <a:cs typeface="Calibri"/>
            </a:endParaRPr>
          </a:p>
          <a:p>
            <a:r>
              <a:rPr lang="en-US" dirty="0"/>
              <a:t>society for industrial and applied mathematics</a:t>
            </a:r>
            <a:endParaRPr lang="en-US" dirty="0">
              <a:ea typeface="Calibri"/>
              <a:cs typeface="Calibri"/>
            </a:endParaRPr>
          </a:p>
        </p:txBody>
      </p:sp>
      <p:sp>
        <p:nvSpPr>
          <p:cNvPr id="4" name="Slide Number Placeholder 3"/>
          <p:cNvSpPr>
            <a:spLocks noGrp="1"/>
          </p:cNvSpPr>
          <p:nvPr>
            <p:ph type="sldNum" sz="quarter" idx="5"/>
          </p:nvPr>
        </p:nvSpPr>
        <p:spPr/>
        <p:txBody>
          <a:bodyPr/>
          <a:lstStyle/>
          <a:p>
            <a:fld id="{1A8047E1-2DAF-4663-A3CB-5BBF8C8825BC}" type="slidenum">
              <a:rPr lang="en-US"/>
              <a:t>8</a:t>
            </a:fld>
            <a:endParaRPr lang="en-US"/>
          </a:p>
        </p:txBody>
      </p:sp>
    </p:spTree>
    <p:extLst>
      <p:ext uri="{BB962C8B-B14F-4D97-AF65-F5344CB8AC3E}">
        <p14:creationId xmlns:p14="http://schemas.microsoft.com/office/powerpoint/2010/main" val="11585180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5E18B6-DE12-4F29-F2BE-C496A3D980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A0D935-EFBF-C13F-93CD-CCE41820C2FC}"/>
              </a:ext>
            </a:extLst>
          </p:cNvPr>
          <p:cNvSpPr>
            <a:spLocks noGrp="1" noRot="1" noChangeAspect="1"/>
          </p:cNvSpPr>
          <p:nvPr>
            <p:ph type="sldImg"/>
          </p:nvPr>
        </p:nvSpPr>
        <p:spPr>
          <a:xfrm>
            <a:off x="206375" y="228600"/>
            <a:ext cx="6419850" cy="3611563"/>
          </a:xfrm>
        </p:spPr>
      </p:sp>
      <p:sp>
        <p:nvSpPr>
          <p:cNvPr id="3" name="Notes Placeholder 2">
            <a:extLst>
              <a:ext uri="{FF2B5EF4-FFF2-40B4-BE49-F238E27FC236}">
                <a16:creationId xmlns:a16="http://schemas.microsoft.com/office/drawing/2014/main" id="{2D0F8566-F5E6-E12B-709B-9CF6725AFB81}"/>
              </a:ext>
            </a:extLst>
          </p:cNvPr>
          <p:cNvSpPr>
            <a:spLocks noGrp="1"/>
          </p:cNvSpPr>
          <p:nvPr>
            <p:ph type="body" idx="1"/>
          </p:nvPr>
        </p:nvSpPr>
        <p:spPr/>
        <p:txBody>
          <a:bodyPr/>
          <a:lstStyle/>
          <a:p>
            <a:r>
              <a:rPr lang="en-US" dirty="0"/>
              <a:t>1. Got rejected from all grad programs I applied to </a:t>
            </a:r>
          </a:p>
          <a:p>
            <a:r>
              <a:rPr lang="en-US" dirty="0"/>
              <a:t>2. Thought I would never again be allowed to work a technical job</a:t>
            </a:r>
          </a:p>
          <a:p>
            <a:r>
              <a:rPr lang="en-US" dirty="0"/>
              <a:t>3. Wanted to do research but didn’t think I was smart enough</a:t>
            </a:r>
          </a:p>
          <a:p>
            <a:r>
              <a:rPr lang="en-US" dirty="0"/>
              <a:t>4. Seriously wondered if any of the work I was doing would get me anywhere</a:t>
            </a:r>
          </a:p>
          <a:p>
            <a:r>
              <a:rPr lang="en-US" dirty="0"/>
              <a:t>5. Quit my full time job for an underpaid internship, hoping it would help me get into grad school</a:t>
            </a:r>
          </a:p>
          <a:p>
            <a:r>
              <a:rPr lang="en-US" dirty="0"/>
              <a:t>6. Got rejected from the GRFP award</a:t>
            </a:r>
          </a:p>
          <a:p>
            <a:r>
              <a:rPr lang="en-US" dirty="0"/>
              <a:t>7. Lost the GEM fellowship because of Northwestern funding</a:t>
            </a:r>
          </a:p>
          <a:p>
            <a:endParaRPr lang="en-US" dirty="0"/>
          </a:p>
        </p:txBody>
      </p:sp>
      <p:sp>
        <p:nvSpPr>
          <p:cNvPr id="4" name="Slide Number Placeholder 3">
            <a:extLst>
              <a:ext uri="{FF2B5EF4-FFF2-40B4-BE49-F238E27FC236}">
                <a16:creationId xmlns:a16="http://schemas.microsoft.com/office/drawing/2014/main" id="{D28BC7D4-B75E-A942-1E27-93D75D220612}"/>
              </a:ext>
            </a:extLst>
          </p:cNvPr>
          <p:cNvSpPr>
            <a:spLocks noGrp="1"/>
          </p:cNvSpPr>
          <p:nvPr>
            <p:ph type="sldNum" sz="quarter" idx="5"/>
          </p:nvPr>
        </p:nvSpPr>
        <p:spPr/>
        <p:txBody>
          <a:bodyPr/>
          <a:lstStyle/>
          <a:p>
            <a:fld id="{6E2E38B8-B0B4-AD41-AC6E-B781F46A9FD3}" type="slidenum">
              <a:rPr lang="en-US" smtClean="0"/>
              <a:pPr/>
              <a:t>9</a:t>
            </a:fld>
            <a:endParaRPr lang="en-US"/>
          </a:p>
        </p:txBody>
      </p:sp>
      <p:sp>
        <p:nvSpPr>
          <p:cNvPr id="5" name="Footer Placeholder 4">
            <a:extLst>
              <a:ext uri="{FF2B5EF4-FFF2-40B4-BE49-F238E27FC236}">
                <a16:creationId xmlns:a16="http://schemas.microsoft.com/office/drawing/2014/main" id="{60D571DB-613A-223F-2BC0-8174FEF962AB}"/>
              </a:ext>
            </a:extLst>
          </p:cNvPr>
          <p:cNvSpPr>
            <a:spLocks noGrp="1"/>
          </p:cNvSpPr>
          <p:nvPr>
            <p:ph type="ftr" sz="quarter" idx="4"/>
          </p:nvPr>
        </p:nvSpPr>
        <p:spPr/>
        <p:txBody>
          <a:bodyPr/>
          <a:lstStyle/>
          <a:p>
            <a:r>
              <a:rPr lang="en-US"/>
              <a:t>Footer</a:t>
            </a:r>
          </a:p>
        </p:txBody>
      </p:sp>
    </p:spTree>
    <p:extLst>
      <p:ext uri="{BB962C8B-B14F-4D97-AF65-F5344CB8AC3E}">
        <p14:creationId xmlns:p14="http://schemas.microsoft.com/office/powerpoint/2010/main" val="37540934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06375" y="228600"/>
            <a:ext cx="6419850" cy="3611563"/>
          </a:xfrm>
        </p:spPr>
      </p:sp>
      <p:sp>
        <p:nvSpPr>
          <p:cNvPr id="3" name="Notes Placeholder 2"/>
          <p:cNvSpPr>
            <a:spLocks noGrp="1"/>
          </p:cNvSpPr>
          <p:nvPr>
            <p:ph type="body" idx="1"/>
          </p:nvPr>
        </p:nvSpPr>
        <p:spPr/>
        <p:txBody>
          <a:bodyPr/>
          <a:lstStyle/>
          <a:p>
            <a:r>
              <a:rPr lang="en-US" dirty="0"/>
              <a:t>1. Got rejected from all grad programs I applied to </a:t>
            </a:r>
          </a:p>
          <a:p>
            <a:r>
              <a:rPr lang="en-US" dirty="0"/>
              <a:t>2. Thought I would never again be allowed to work a technical job</a:t>
            </a:r>
          </a:p>
          <a:p>
            <a:r>
              <a:rPr lang="en-US" dirty="0"/>
              <a:t>3. Wanted to do research but didn’t think I was smart enough</a:t>
            </a:r>
          </a:p>
          <a:p>
            <a:r>
              <a:rPr lang="en-US" dirty="0"/>
              <a:t>4. Seriously wondered if any of the work I was doing would get me anywhere</a:t>
            </a:r>
          </a:p>
          <a:p>
            <a:r>
              <a:rPr lang="en-US" dirty="0"/>
              <a:t>5. Quit my full time job for an underpaid internship, hoping it would help me get into grad school</a:t>
            </a:r>
          </a:p>
          <a:p>
            <a:r>
              <a:rPr lang="en-US" dirty="0"/>
              <a:t>6. Got rejected from the GRFP award</a:t>
            </a:r>
          </a:p>
          <a:p>
            <a:r>
              <a:rPr lang="en-US" dirty="0"/>
              <a:t>7. Lost the GEM fellowship because of Northwestern funding cuts</a:t>
            </a:r>
            <a:br>
              <a:rPr lang="en-US" dirty="0"/>
            </a:br>
            <a:endParaRPr lang="en-US" dirty="0">
              <a:ea typeface="Calibri"/>
              <a:cs typeface="Calibri"/>
            </a:endParaRPr>
          </a:p>
          <a:p>
            <a:br>
              <a:rPr lang="en-US" dirty="0">
                <a:ea typeface="Calibri"/>
                <a:cs typeface="+mn-lt"/>
              </a:rPr>
            </a:br>
            <a:r>
              <a:rPr lang="en-US" dirty="0">
                <a:ea typeface="Calibri"/>
                <a:cs typeface="Calibri"/>
              </a:rPr>
              <a:t>All that to say, sometimes your </a:t>
            </a:r>
            <a:r>
              <a:rPr lang="en-US" dirty="0" err="1">
                <a:ea typeface="Calibri"/>
                <a:cs typeface="Calibri"/>
              </a:rPr>
              <a:t>jounrey</a:t>
            </a:r>
            <a:r>
              <a:rPr lang="en-US" dirty="0">
                <a:ea typeface="Calibri"/>
                <a:cs typeface="Calibri"/>
              </a:rPr>
              <a:t> will take you up hills and </a:t>
            </a:r>
            <a:r>
              <a:rPr lang="en-US" dirty="0" err="1">
                <a:ea typeface="Calibri"/>
                <a:cs typeface="Calibri"/>
              </a:rPr>
              <a:t>maintaing</a:t>
            </a:r>
            <a:r>
              <a:rPr lang="en-US" dirty="0">
                <a:ea typeface="Calibri"/>
                <a:cs typeface="Calibri"/>
              </a:rPr>
              <a:t> your happy “pace” will get much harder, but if you're starting where you can, asking for help, and prepared, the sucks will be worth the yes!</a:t>
            </a:r>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6E2E38B8-B0B4-AD41-AC6E-B781F46A9FD3}" type="slidenum">
              <a:rPr lang="en-US" smtClean="0"/>
              <a:pPr/>
              <a:t>11</a:t>
            </a:fld>
            <a:endParaRPr lang="en-US"/>
          </a:p>
        </p:txBody>
      </p:sp>
      <p:sp>
        <p:nvSpPr>
          <p:cNvPr id="5" name="Footer Placeholder 4"/>
          <p:cNvSpPr>
            <a:spLocks noGrp="1"/>
          </p:cNvSpPr>
          <p:nvPr>
            <p:ph type="ftr" sz="quarter" idx="4"/>
          </p:nvPr>
        </p:nvSpPr>
        <p:spPr/>
        <p:txBody>
          <a:bodyPr/>
          <a:lstStyle/>
          <a:p>
            <a:r>
              <a:rPr lang="en-US"/>
              <a:t>Footer</a:t>
            </a:r>
          </a:p>
        </p:txBody>
      </p:sp>
    </p:spTree>
    <p:extLst>
      <p:ext uri="{BB962C8B-B14F-4D97-AF65-F5344CB8AC3E}">
        <p14:creationId xmlns:p14="http://schemas.microsoft.com/office/powerpoint/2010/main" val="20879935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9/15/25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9/15/25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US" smtClean="0"/>
              <a:t>9/15/25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46CE7D5-CF57-46EF-B807-FDD0502418D4}" type="datetimeFigureOut">
              <a:rPr lang="en-US" smtClean="0"/>
              <a:t>9/15/25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46CE7D5-CF57-46EF-B807-FDD0502418D4}" type="datetimeFigureOut">
              <a:rPr lang="en-US" smtClean="0"/>
              <a:t>9/15/25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46CE7D5-CF57-46EF-B807-FDD0502418D4}" type="datetimeFigureOut">
              <a:rPr lang="en-US" smtClean="0"/>
              <a:t>9/15/25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US" smtClean="0"/>
              <a:t>9/15/25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9/15/25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9/15/25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9/15/25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9/15/25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4794456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Blank slid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D0BFE-82FD-94B0-E6D9-A9096777C842}"/>
              </a:ext>
            </a:extLst>
          </p:cNvPr>
          <p:cNvSpPr>
            <a:spLocks noGrp="1"/>
          </p:cNvSpPr>
          <p:nvPr>
            <p:ph type="title"/>
          </p:nvPr>
        </p:nvSpPr>
        <p:spPr>
          <a:xfrm>
            <a:off x="287999" y="288036"/>
            <a:ext cx="2474590" cy="763524"/>
          </a:xfrm>
        </p:spPr>
        <p:txBody>
          <a:bodyPr/>
          <a:lstStyle>
            <a:lvl1pPr>
              <a:lnSpc>
                <a:spcPct val="110000"/>
              </a:lnSpc>
              <a:defRPr sz="1400">
                <a:solidFill>
                  <a:schemeClr val="tx2"/>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9559113-A66F-B148-0A73-FD8B5C2B023D}"/>
              </a:ext>
            </a:extLst>
          </p:cNvPr>
          <p:cNvSpPr>
            <a:spLocks noGrp="1"/>
          </p:cNvSpPr>
          <p:nvPr>
            <p:ph type="ftr" sz="quarter" idx="12"/>
          </p:nvPr>
        </p:nvSpPr>
        <p:spPr/>
        <p:txBody>
          <a:bodyPr/>
          <a:lstStyle/>
          <a:p>
            <a:r>
              <a:rPr lang="en-US"/>
              <a:t>IBM Quantum Summit 2023</a:t>
            </a:r>
          </a:p>
        </p:txBody>
      </p:sp>
      <p:sp>
        <p:nvSpPr>
          <p:cNvPr id="5" name="Slide Number">
            <a:extLst>
              <a:ext uri="{FF2B5EF4-FFF2-40B4-BE49-F238E27FC236}">
                <a16:creationId xmlns:a16="http://schemas.microsoft.com/office/drawing/2014/main" id="{BAFC9C6E-79FD-9BB8-F74D-EAA013319C68}"/>
              </a:ext>
            </a:extLst>
          </p:cNvPr>
          <p:cNvSpPr txBox="1">
            <a:spLocks noGrp="1"/>
          </p:cNvSpPr>
          <p:nvPr>
            <p:ph type="sldNum" sz="quarter" idx="4"/>
          </p:nvPr>
        </p:nvSpPr>
        <p:spPr>
          <a:xfrm>
            <a:off x="11769264" y="6469419"/>
            <a:ext cx="135436" cy="123111"/>
          </a:xfrm>
          <a:prstGeom prst="rect">
            <a:avLst/>
          </a:prstGeom>
          <a:ln w="12700">
            <a:miter lim="400000"/>
          </a:ln>
        </p:spPr>
        <p:txBody>
          <a:bodyPr wrap="squar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995844130"/>
      </p:ext>
    </p:extLst>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ver, imagery">
    <p:spTree>
      <p:nvGrpSpPr>
        <p:cNvPr id="1" name=""/>
        <p:cNvGrpSpPr/>
        <p:nvPr/>
      </p:nvGrpSpPr>
      <p:grpSpPr>
        <a:xfrm>
          <a:off x="0" y="0"/>
          <a:ext cx="0" cy="0"/>
          <a:chOff x="0" y="0"/>
          <a:chExt cx="0" cy="0"/>
        </a:xfrm>
      </p:grpSpPr>
      <p:sp>
        <p:nvSpPr>
          <p:cNvPr id="5" name="Picture Placeholder 4" descr="Place imagery here">
            <a:extLst>
              <a:ext uri="{FF2B5EF4-FFF2-40B4-BE49-F238E27FC236}">
                <a16:creationId xmlns:a16="http://schemas.microsoft.com/office/drawing/2014/main" id="{EA7055A2-0B5C-73F2-C2DB-FC7245A7AB38}"/>
              </a:ext>
            </a:extLst>
          </p:cNvPr>
          <p:cNvSpPr>
            <a:spLocks noGrp="1"/>
          </p:cNvSpPr>
          <p:nvPr>
            <p:ph type="pic" sz="quarter" idx="11" hasCustomPrompt="1"/>
          </p:nvPr>
        </p:nvSpPr>
        <p:spPr>
          <a:xfrm>
            <a:off x="0" y="0"/>
            <a:ext cx="12192000" cy="6000750"/>
          </a:xfrm>
          <a:prstGeom prst="rect">
            <a:avLst/>
          </a:prstGeom>
          <a:solidFill>
            <a:srgbClr val="E0E0E0"/>
          </a:solidFill>
        </p:spPr>
        <p:txBody>
          <a:bodyPr anchor="ctr"/>
          <a:lstStyle>
            <a:lvl1pPr algn="ctr">
              <a:defRPr>
                <a:solidFill>
                  <a:schemeClr val="accent5"/>
                </a:solidFill>
              </a:defRPr>
            </a:lvl1pPr>
          </a:lstStyle>
          <a:p>
            <a:r>
              <a:rPr lang="en-US"/>
              <a:t>Place imagery here</a:t>
            </a:r>
          </a:p>
        </p:txBody>
      </p:sp>
      <p:sp>
        <p:nvSpPr>
          <p:cNvPr id="2" name="Title 1">
            <a:extLst>
              <a:ext uri="{FF2B5EF4-FFF2-40B4-BE49-F238E27FC236}">
                <a16:creationId xmlns:a16="http://schemas.microsoft.com/office/drawing/2014/main" id="{20B36957-63E4-1587-AB6D-C18AE4E04D8D}"/>
              </a:ext>
            </a:extLst>
          </p:cNvPr>
          <p:cNvSpPr>
            <a:spLocks noGrp="1"/>
          </p:cNvSpPr>
          <p:nvPr>
            <p:ph type="title"/>
          </p:nvPr>
        </p:nvSpPr>
        <p:spPr>
          <a:xfrm>
            <a:off x="287998" y="192024"/>
            <a:ext cx="5524575" cy="3144044"/>
          </a:xfrm>
        </p:spPr>
        <p:txBody>
          <a:bodyPr/>
          <a:lstStyle>
            <a:lvl1pPr>
              <a:lnSpc>
                <a:spcPct val="100000"/>
              </a:lnSpc>
              <a:defRPr sz="4299">
                <a:solidFill>
                  <a:schemeClr val="tx2"/>
                </a:solidFill>
              </a:defRPr>
            </a:lvl1pPr>
          </a:lstStyle>
          <a:p>
            <a:r>
              <a:rPr lang="en-US"/>
              <a:t>Click to edit Master title style</a:t>
            </a:r>
            <a:endParaRPr lang="en-US" dirty="0"/>
          </a:p>
        </p:txBody>
      </p:sp>
      <p:sp>
        <p:nvSpPr>
          <p:cNvPr id="7" name="Text Placeholder 6">
            <a:extLst>
              <a:ext uri="{FF2B5EF4-FFF2-40B4-BE49-F238E27FC236}">
                <a16:creationId xmlns:a16="http://schemas.microsoft.com/office/drawing/2014/main" id="{D404A9AD-5866-6BA4-C928-31A5F88EF1E5}"/>
              </a:ext>
            </a:extLst>
          </p:cNvPr>
          <p:cNvSpPr>
            <a:spLocks noGrp="1"/>
          </p:cNvSpPr>
          <p:nvPr>
            <p:ph type="body" sz="quarter" idx="12"/>
          </p:nvPr>
        </p:nvSpPr>
        <p:spPr>
          <a:xfrm>
            <a:off x="287999" y="6044184"/>
            <a:ext cx="2468622" cy="571500"/>
          </a:xfrm>
          <a:prstGeom prst="rect">
            <a:avLst/>
          </a:prstGeom>
        </p:spPr>
        <p:txBody>
          <a:bodyPr anchor="b"/>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Text Placeholder 5">
            <a:extLst>
              <a:ext uri="{FF2B5EF4-FFF2-40B4-BE49-F238E27FC236}">
                <a16:creationId xmlns:a16="http://schemas.microsoft.com/office/drawing/2014/main" id="{7D4A8A02-E5FB-018D-1574-2015680C3A07}"/>
              </a:ext>
            </a:extLst>
          </p:cNvPr>
          <p:cNvSpPr>
            <a:spLocks noGrp="1"/>
          </p:cNvSpPr>
          <p:nvPr>
            <p:ph type="body" sz="quarter" idx="13"/>
          </p:nvPr>
        </p:nvSpPr>
        <p:spPr>
          <a:xfrm>
            <a:off x="3335316" y="6042370"/>
            <a:ext cx="2468622" cy="571500"/>
          </a:xfrm>
          <a:prstGeom prst="rect">
            <a:avLst/>
          </a:prstGeom>
        </p:spPr>
        <p:txBody>
          <a:bodyPr anchor="b"/>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pic>
        <p:nvPicPr>
          <p:cNvPr id="3" name="Picture 2">
            <a:extLst>
              <a:ext uri="{FF2B5EF4-FFF2-40B4-BE49-F238E27FC236}">
                <a16:creationId xmlns:a16="http://schemas.microsoft.com/office/drawing/2014/main" id="{16494AD8-421E-30FB-A493-6DEC892C12C2}"/>
              </a:ext>
            </a:extLst>
          </p:cNvPr>
          <p:cNvPicPr>
            <a:picLocks noChangeAspect="1"/>
          </p:cNvPicPr>
          <p:nvPr userDrawn="1"/>
        </p:nvPicPr>
        <p:blipFill>
          <a:blip r:embed="rId2"/>
          <a:stretch>
            <a:fillRect/>
          </a:stretch>
        </p:blipFill>
        <p:spPr>
          <a:xfrm>
            <a:off x="10049571" y="6007522"/>
            <a:ext cx="2071403" cy="795947"/>
          </a:xfrm>
          <a:prstGeom prst="rect">
            <a:avLst/>
          </a:prstGeom>
        </p:spPr>
      </p:pic>
    </p:spTree>
    <p:extLst>
      <p:ext uri="{BB962C8B-B14F-4D97-AF65-F5344CB8AC3E}">
        <p14:creationId xmlns:p14="http://schemas.microsoft.com/office/powerpoint/2010/main" val="4196795180"/>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ver, cyan">
    <p:spTree>
      <p:nvGrpSpPr>
        <p:cNvPr id="1" name=""/>
        <p:cNvGrpSpPr/>
        <p:nvPr/>
      </p:nvGrpSpPr>
      <p:grpSpPr>
        <a:xfrm>
          <a:off x="0" y="0"/>
          <a:ext cx="0" cy="0"/>
          <a:chOff x="0" y="0"/>
          <a:chExt cx="0" cy="0"/>
        </a:xfrm>
      </p:grpSpPr>
      <p:sp>
        <p:nvSpPr>
          <p:cNvPr id="3" name="Rectangle 2" descr="Blue 10 full slide background ">
            <a:extLst>
              <a:ext uri="{FF2B5EF4-FFF2-40B4-BE49-F238E27FC236}">
                <a16:creationId xmlns:a16="http://schemas.microsoft.com/office/drawing/2014/main" id="{8D23798D-A03E-2BC6-136A-14C1E387E723}"/>
              </a:ext>
            </a:extLst>
          </p:cNvPr>
          <p:cNvSpPr/>
          <p:nvPr userDrawn="1"/>
        </p:nvSpPr>
        <p:spPr bwMode="auto">
          <a:xfrm>
            <a:off x="0" y="0"/>
            <a:ext cx="12192000" cy="6000750"/>
          </a:xfrm>
          <a:prstGeom prst="rect">
            <a:avLst/>
          </a:prstGeom>
          <a:solidFill>
            <a:srgbClr val="F4F3F4"/>
          </a:solidFill>
          <a:ln w="19050">
            <a:solidFill>
              <a:srgbClr val="E5F6FF"/>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p>
            <a:pPr marL="0" marR="0" indent="0" algn="l" defTabSz="457109" rtl="0" eaLnBrk="1" fontAlgn="base" latinLnBrk="0" hangingPunct="1">
              <a:lnSpc>
                <a:spcPct val="100000"/>
              </a:lnSpc>
              <a:spcBef>
                <a:spcPct val="0"/>
              </a:spcBef>
              <a:spcAft>
                <a:spcPct val="0"/>
              </a:spcAft>
              <a:buClrTx/>
              <a:buSzTx/>
              <a:buFont typeface="IBM Plex Sans Light"/>
              <a:buNone/>
              <a:tabLst/>
            </a:pPr>
            <a:endParaRPr kumimoji="0" lang="en-US" sz="700" b="0" i="0" u="none" strike="noStrike" cap="none" normalizeH="0" baseline="0" dirty="0">
              <a:ln>
                <a:noFill/>
              </a:ln>
              <a:solidFill>
                <a:schemeClr val="bg1"/>
              </a:solidFill>
              <a:effectLst/>
              <a:latin typeface="+mn-lt"/>
            </a:endParaRPr>
          </a:p>
        </p:txBody>
      </p:sp>
      <p:pic>
        <p:nvPicPr>
          <p:cNvPr id="9" name="Picture 8" descr="A pink and white gradient&#10;&#10;Description automatically generated">
            <a:extLst>
              <a:ext uri="{FF2B5EF4-FFF2-40B4-BE49-F238E27FC236}">
                <a16:creationId xmlns:a16="http://schemas.microsoft.com/office/drawing/2014/main" id="{96775845-F812-2195-FC9D-2F81FB7702D3}"/>
              </a:ext>
            </a:extLst>
          </p:cNvPr>
          <p:cNvPicPr>
            <a:picLocks noChangeAspect="1"/>
          </p:cNvPicPr>
          <p:nvPr userDrawn="1"/>
        </p:nvPicPr>
        <p:blipFill>
          <a:blip r:embed="rId2"/>
          <a:stretch>
            <a:fillRect/>
          </a:stretch>
        </p:blipFill>
        <p:spPr>
          <a:xfrm>
            <a:off x="0" y="1691640"/>
            <a:ext cx="12192000" cy="4314106"/>
          </a:xfrm>
          <a:prstGeom prst="rect">
            <a:avLst/>
          </a:prstGeom>
        </p:spPr>
      </p:pic>
      <p:sp>
        <p:nvSpPr>
          <p:cNvPr id="2" name="Title 1">
            <a:extLst>
              <a:ext uri="{FF2B5EF4-FFF2-40B4-BE49-F238E27FC236}">
                <a16:creationId xmlns:a16="http://schemas.microsoft.com/office/drawing/2014/main" id="{20B36957-63E4-1587-AB6D-C18AE4E04D8D}"/>
              </a:ext>
            </a:extLst>
          </p:cNvPr>
          <p:cNvSpPr>
            <a:spLocks noGrp="1"/>
          </p:cNvSpPr>
          <p:nvPr>
            <p:ph type="title"/>
          </p:nvPr>
        </p:nvSpPr>
        <p:spPr>
          <a:xfrm>
            <a:off x="287999" y="192024"/>
            <a:ext cx="5524575" cy="2286794"/>
          </a:xfrm>
        </p:spPr>
        <p:txBody>
          <a:bodyPr/>
          <a:lstStyle>
            <a:lvl1pPr>
              <a:lnSpc>
                <a:spcPct val="100000"/>
              </a:lnSpc>
              <a:defRPr sz="4299">
                <a:solidFill>
                  <a:schemeClr val="tx2"/>
                </a:solidFill>
              </a:defRPr>
            </a:lvl1pPr>
          </a:lstStyle>
          <a:p>
            <a:r>
              <a:rPr lang="en-US"/>
              <a:t>Click to edit Master title style</a:t>
            </a:r>
            <a:endParaRPr lang="en-US" dirty="0"/>
          </a:p>
        </p:txBody>
      </p:sp>
      <p:sp>
        <p:nvSpPr>
          <p:cNvPr id="5" name="Text Placeholder 6">
            <a:extLst>
              <a:ext uri="{FF2B5EF4-FFF2-40B4-BE49-F238E27FC236}">
                <a16:creationId xmlns:a16="http://schemas.microsoft.com/office/drawing/2014/main" id="{28CADC67-06E4-9D0B-7A49-159C1E99D517}"/>
              </a:ext>
            </a:extLst>
          </p:cNvPr>
          <p:cNvSpPr>
            <a:spLocks noGrp="1"/>
          </p:cNvSpPr>
          <p:nvPr>
            <p:ph type="body" sz="quarter" idx="12"/>
          </p:nvPr>
        </p:nvSpPr>
        <p:spPr>
          <a:xfrm>
            <a:off x="287999" y="6044184"/>
            <a:ext cx="2468622" cy="571500"/>
          </a:xfrm>
          <a:prstGeom prst="rect">
            <a:avLst/>
          </a:prstGeom>
        </p:spPr>
        <p:txBody>
          <a:bodyPr anchor="b"/>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Text Placeholder 5">
            <a:extLst>
              <a:ext uri="{FF2B5EF4-FFF2-40B4-BE49-F238E27FC236}">
                <a16:creationId xmlns:a16="http://schemas.microsoft.com/office/drawing/2014/main" id="{6BAFC6AD-C46B-8438-C789-096006859E45}"/>
              </a:ext>
            </a:extLst>
          </p:cNvPr>
          <p:cNvSpPr>
            <a:spLocks noGrp="1"/>
          </p:cNvSpPr>
          <p:nvPr>
            <p:ph type="body" sz="quarter" idx="13"/>
          </p:nvPr>
        </p:nvSpPr>
        <p:spPr>
          <a:xfrm>
            <a:off x="3335316" y="6042370"/>
            <a:ext cx="2468622" cy="571500"/>
          </a:xfrm>
          <a:prstGeom prst="rect">
            <a:avLst/>
          </a:prstGeom>
        </p:spPr>
        <p:txBody>
          <a:bodyPr anchor="b"/>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pic>
        <p:nvPicPr>
          <p:cNvPr id="7" name="Picture 6">
            <a:extLst>
              <a:ext uri="{FF2B5EF4-FFF2-40B4-BE49-F238E27FC236}">
                <a16:creationId xmlns:a16="http://schemas.microsoft.com/office/drawing/2014/main" id="{733A8565-D30B-EB82-F54B-6826C63F500C}"/>
              </a:ext>
            </a:extLst>
          </p:cNvPr>
          <p:cNvPicPr>
            <a:picLocks noChangeAspect="1"/>
          </p:cNvPicPr>
          <p:nvPr userDrawn="1"/>
        </p:nvPicPr>
        <p:blipFill>
          <a:blip r:embed="rId3"/>
          <a:stretch>
            <a:fillRect/>
          </a:stretch>
        </p:blipFill>
        <p:spPr>
          <a:xfrm>
            <a:off x="10049571" y="6007522"/>
            <a:ext cx="2071403" cy="795947"/>
          </a:xfrm>
          <a:prstGeom prst="rect">
            <a:avLst/>
          </a:prstGeom>
        </p:spPr>
      </p:pic>
    </p:spTree>
    <p:extLst>
      <p:ext uri="{BB962C8B-B14F-4D97-AF65-F5344CB8AC3E}">
        <p14:creationId xmlns:p14="http://schemas.microsoft.com/office/powerpoint/2010/main" val="1698670438"/>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ver, plain">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36957-63E4-1587-AB6D-C18AE4E04D8D}"/>
              </a:ext>
            </a:extLst>
          </p:cNvPr>
          <p:cNvSpPr>
            <a:spLocks noGrp="1"/>
          </p:cNvSpPr>
          <p:nvPr>
            <p:ph type="title"/>
          </p:nvPr>
        </p:nvSpPr>
        <p:spPr>
          <a:xfrm>
            <a:off x="287999" y="192024"/>
            <a:ext cx="5524575" cy="2286794"/>
          </a:xfrm>
        </p:spPr>
        <p:txBody>
          <a:bodyPr/>
          <a:lstStyle>
            <a:lvl1pPr>
              <a:lnSpc>
                <a:spcPct val="100000"/>
              </a:lnSpc>
              <a:defRPr sz="4299"/>
            </a:lvl1pPr>
          </a:lstStyle>
          <a:p>
            <a:r>
              <a:rPr lang="en-US"/>
              <a:t>Click to edit Master title style</a:t>
            </a:r>
            <a:endParaRPr lang="en-US" dirty="0"/>
          </a:p>
        </p:txBody>
      </p:sp>
      <p:pic>
        <p:nvPicPr>
          <p:cNvPr id="4" name="Picture 3">
            <a:extLst>
              <a:ext uri="{FF2B5EF4-FFF2-40B4-BE49-F238E27FC236}">
                <a16:creationId xmlns:a16="http://schemas.microsoft.com/office/drawing/2014/main" id="{E0CC4067-CE28-37B2-7E32-3C8AB073A124}"/>
              </a:ext>
            </a:extLst>
          </p:cNvPr>
          <p:cNvPicPr>
            <a:picLocks noChangeAspect="1"/>
          </p:cNvPicPr>
          <p:nvPr userDrawn="1"/>
        </p:nvPicPr>
        <p:blipFill>
          <a:blip r:embed="rId2"/>
          <a:stretch>
            <a:fillRect/>
          </a:stretch>
        </p:blipFill>
        <p:spPr>
          <a:xfrm>
            <a:off x="10049571" y="6007522"/>
            <a:ext cx="2071403" cy="795947"/>
          </a:xfrm>
          <a:prstGeom prst="rect">
            <a:avLst/>
          </a:prstGeom>
        </p:spPr>
      </p:pic>
    </p:spTree>
    <p:extLst>
      <p:ext uri="{BB962C8B-B14F-4D97-AF65-F5344CB8AC3E}">
        <p14:creationId xmlns:p14="http://schemas.microsoft.com/office/powerpoint/2010/main" val="2224878651"/>
      </p:ext>
    </p:extLst>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ver, plain, business uni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36957-63E4-1587-AB6D-C18AE4E04D8D}"/>
              </a:ext>
            </a:extLst>
          </p:cNvPr>
          <p:cNvSpPr>
            <a:spLocks noGrp="1"/>
          </p:cNvSpPr>
          <p:nvPr>
            <p:ph type="title"/>
          </p:nvPr>
        </p:nvSpPr>
        <p:spPr>
          <a:xfrm>
            <a:off x="287998" y="192024"/>
            <a:ext cx="5524575" cy="2286794"/>
          </a:xfrm>
        </p:spPr>
        <p:txBody>
          <a:bodyPr/>
          <a:lstStyle>
            <a:lvl1pPr>
              <a:lnSpc>
                <a:spcPct val="100000"/>
              </a:lnSpc>
              <a:defRPr sz="4299">
                <a:solidFill>
                  <a:schemeClr val="tx2"/>
                </a:solidFill>
              </a:defRPr>
            </a:lvl1pPr>
          </a:lstStyle>
          <a:p>
            <a:r>
              <a:rPr lang="en-US"/>
              <a:t>Click to edit Master title style</a:t>
            </a:r>
            <a:endParaRPr lang="en-US" dirty="0"/>
          </a:p>
        </p:txBody>
      </p:sp>
      <p:sp>
        <p:nvSpPr>
          <p:cNvPr id="5" name="Text Placeholder 4">
            <a:extLst>
              <a:ext uri="{FF2B5EF4-FFF2-40B4-BE49-F238E27FC236}">
                <a16:creationId xmlns:a16="http://schemas.microsoft.com/office/drawing/2014/main" id="{F3A2629C-3C99-5809-3D6C-46ACEB922F7C}"/>
              </a:ext>
            </a:extLst>
          </p:cNvPr>
          <p:cNvSpPr>
            <a:spLocks noGrp="1"/>
          </p:cNvSpPr>
          <p:nvPr>
            <p:ph type="body" sz="quarter" idx="10"/>
          </p:nvPr>
        </p:nvSpPr>
        <p:spPr>
          <a:xfrm>
            <a:off x="287998" y="6231636"/>
            <a:ext cx="5524575" cy="381000"/>
          </a:xfrm>
          <a:prstGeom prst="rect">
            <a:avLst/>
          </a:prstGeom>
        </p:spPr>
        <p:txBody>
          <a:bodyPr anchor="b"/>
          <a:lstStyle>
            <a:lvl1pPr>
              <a:lnSpc>
                <a:spcPct val="110000"/>
              </a:lnSpc>
              <a:spcBef>
                <a:spcPts val="0"/>
              </a:spcBef>
              <a:defRPr sz="1400">
                <a:solidFill>
                  <a:schemeClr val="tx1"/>
                </a:solidFill>
              </a:defRPr>
            </a:lvl1pPr>
          </a:lstStyle>
          <a:p>
            <a:pPr lvl="0"/>
            <a:r>
              <a:rPr lang="en-US"/>
              <a:t>Click to edit Master text styles</a:t>
            </a:r>
          </a:p>
        </p:txBody>
      </p:sp>
      <p:pic>
        <p:nvPicPr>
          <p:cNvPr id="4" name="Picture 3">
            <a:extLst>
              <a:ext uri="{FF2B5EF4-FFF2-40B4-BE49-F238E27FC236}">
                <a16:creationId xmlns:a16="http://schemas.microsoft.com/office/drawing/2014/main" id="{EEFF371A-44A1-6F9A-0384-6A72249EB20A}"/>
              </a:ext>
            </a:extLst>
          </p:cNvPr>
          <p:cNvPicPr>
            <a:picLocks noChangeAspect="1"/>
          </p:cNvPicPr>
          <p:nvPr userDrawn="1"/>
        </p:nvPicPr>
        <p:blipFill>
          <a:blip r:embed="rId2"/>
          <a:stretch>
            <a:fillRect/>
          </a:stretch>
        </p:blipFill>
        <p:spPr>
          <a:xfrm>
            <a:off x="10049571" y="6007522"/>
            <a:ext cx="2071403" cy="795947"/>
          </a:xfrm>
          <a:prstGeom prst="rect">
            <a:avLst/>
          </a:prstGeom>
        </p:spPr>
      </p:pic>
    </p:spTree>
    <p:extLst>
      <p:ext uri="{BB962C8B-B14F-4D97-AF65-F5344CB8AC3E}">
        <p14:creationId xmlns:p14="http://schemas.microsoft.com/office/powerpoint/2010/main" val="817174950"/>
      </p:ext>
    </p:extLst>
  </p:cSld>
  <p:clrMapOvr>
    <a:masterClrMapping/>
  </p:clrMapOvr>
  <p:transition spd="med"/>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ver, imagery, half ">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3A412C-EE28-6248-612D-41BAAD7F005C}"/>
              </a:ext>
            </a:extLst>
          </p:cNvPr>
          <p:cNvSpPr>
            <a:spLocks noGrp="1"/>
          </p:cNvSpPr>
          <p:nvPr>
            <p:ph type="title"/>
          </p:nvPr>
        </p:nvSpPr>
        <p:spPr>
          <a:xfrm>
            <a:off x="287999" y="192024"/>
            <a:ext cx="5049878" cy="5239544"/>
          </a:xfrm>
        </p:spPr>
        <p:txBody>
          <a:bodyPr/>
          <a:lstStyle>
            <a:lvl1pPr>
              <a:lnSpc>
                <a:spcPct val="100000"/>
              </a:lnSpc>
              <a:defRPr sz="4299">
                <a:solidFill>
                  <a:schemeClr val="tx2"/>
                </a:solidFill>
              </a:defRPr>
            </a:lvl1pPr>
          </a:lstStyle>
          <a:p>
            <a:r>
              <a:rPr lang="en-US"/>
              <a:t>Click to edit Master title style</a:t>
            </a:r>
            <a:endParaRPr lang="en-US" dirty="0"/>
          </a:p>
        </p:txBody>
      </p:sp>
      <p:sp>
        <p:nvSpPr>
          <p:cNvPr id="7" name="Picture Placeholder 6" descr="Place imagery here">
            <a:extLst>
              <a:ext uri="{FF2B5EF4-FFF2-40B4-BE49-F238E27FC236}">
                <a16:creationId xmlns:a16="http://schemas.microsoft.com/office/drawing/2014/main" id="{9CD5B627-E439-376E-A00C-87BAFF059FD8}"/>
              </a:ext>
            </a:extLst>
          </p:cNvPr>
          <p:cNvSpPr>
            <a:spLocks noGrp="1"/>
          </p:cNvSpPr>
          <p:nvPr>
            <p:ph type="pic" sz="quarter" idx="12" hasCustomPrompt="1"/>
          </p:nvPr>
        </p:nvSpPr>
        <p:spPr>
          <a:xfrm>
            <a:off x="6380919" y="284957"/>
            <a:ext cx="5523781" cy="6287294"/>
          </a:xfrm>
          <a:prstGeom prst="rect">
            <a:avLst/>
          </a:prstGeom>
          <a:solidFill>
            <a:srgbClr val="E0E0E0"/>
          </a:solidFill>
        </p:spPr>
        <p:txBody>
          <a:bodyPr anchor="ctr"/>
          <a:lstStyle>
            <a:lvl1pPr algn="ctr">
              <a:defRPr>
                <a:solidFill>
                  <a:schemeClr val="accent5"/>
                </a:solidFill>
              </a:defRPr>
            </a:lvl1pPr>
          </a:lstStyle>
          <a:p>
            <a:r>
              <a:rPr lang="en-US"/>
              <a:t>Place imagery here</a:t>
            </a:r>
          </a:p>
        </p:txBody>
      </p:sp>
      <p:pic>
        <p:nvPicPr>
          <p:cNvPr id="3" name="Picture 2">
            <a:extLst>
              <a:ext uri="{FF2B5EF4-FFF2-40B4-BE49-F238E27FC236}">
                <a16:creationId xmlns:a16="http://schemas.microsoft.com/office/drawing/2014/main" id="{C6479503-B6F8-E5C4-4954-B7C962F54161}"/>
              </a:ext>
            </a:extLst>
          </p:cNvPr>
          <p:cNvPicPr>
            <a:picLocks noChangeAspect="1"/>
          </p:cNvPicPr>
          <p:nvPr userDrawn="1"/>
        </p:nvPicPr>
        <p:blipFill>
          <a:blip r:embed="rId2"/>
          <a:stretch>
            <a:fillRect/>
          </a:stretch>
        </p:blipFill>
        <p:spPr>
          <a:xfrm>
            <a:off x="0" y="6007522"/>
            <a:ext cx="2071403" cy="795947"/>
          </a:xfrm>
          <a:prstGeom prst="rect">
            <a:avLst/>
          </a:prstGeom>
        </p:spPr>
      </p:pic>
    </p:spTree>
    <p:extLst>
      <p:ext uri="{BB962C8B-B14F-4D97-AF65-F5344CB8AC3E}">
        <p14:creationId xmlns:p14="http://schemas.microsoft.com/office/powerpoint/2010/main" val="4152614004"/>
      </p:ext>
    </p:extLst>
  </p:cSld>
  <p:clrMapOvr>
    <a:masterClrMapping/>
  </p:clrMapOvr>
  <p:transition spd="med"/>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over, imagery, half, business unit">
    <p:bg>
      <p:bgPr>
        <a:solidFill>
          <a:schemeClr val="bg1"/>
        </a:solidFill>
        <a:effectLst/>
      </p:bgPr>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276E74B7-8F2A-46A5-97C4-76677246CFAF}"/>
              </a:ext>
            </a:extLst>
          </p:cNvPr>
          <p:cNvSpPr>
            <a:spLocks noGrp="1"/>
          </p:cNvSpPr>
          <p:nvPr>
            <p:ph type="body" sz="quarter" idx="11"/>
          </p:nvPr>
        </p:nvSpPr>
        <p:spPr>
          <a:xfrm>
            <a:off x="287999" y="288036"/>
            <a:ext cx="5049180" cy="285750"/>
          </a:xfrm>
          <a:prstGeom prst="rect">
            <a:avLst/>
          </a:prstGeom>
        </p:spPr>
        <p:txBody>
          <a:bodyPr/>
          <a:lstStyle>
            <a:lvl1pPr>
              <a:spcBef>
                <a:spcPts val="0"/>
              </a:spcBef>
              <a:defRPr sz="1400">
                <a:solidFill>
                  <a:schemeClr val="tx2"/>
                </a:solidFill>
              </a:defRPr>
            </a:lvl1pPr>
            <a:lvl2pPr>
              <a:spcBef>
                <a:spcPts val="0"/>
              </a:spcBef>
              <a:defRPr/>
            </a:lvl2pPr>
            <a:lvl3pPr>
              <a:spcBef>
                <a:spcPts val="0"/>
              </a:spcBef>
              <a:defRPr/>
            </a:lvl3pPr>
            <a:lvl4pPr>
              <a:spcBef>
                <a:spcPts val="0"/>
              </a:spcBef>
              <a:defRPr/>
            </a:lvl4pPr>
            <a:lvl5pPr>
              <a:spcBef>
                <a:spcPts val="0"/>
              </a:spcBef>
              <a:defRPr/>
            </a:lvl5pPr>
          </a:lstStyle>
          <a:p>
            <a:pPr lvl="0"/>
            <a:r>
              <a:rPr lang="en-US"/>
              <a:t>Click to edit Master text styles</a:t>
            </a:r>
          </a:p>
        </p:txBody>
      </p:sp>
      <p:sp>
        <p:nvSpPr>
          <p:cNvPr id="2" name="Title 1">
            <a:extLst>
              <a:ext uri="{FF2B5EF4-FFF2-40B4-BE49-F238E27FC236}">
                <a16:creationId xmlns:a16="http://schemas.microsoft.com/office/drawing/2014/main" id="{413A412C-EE28-6248-612D-41BAAD7F005C}"/>
              </a:ext>
            </a:extLst>
          </p:cNvPr>
          <p:cNvSpPr>
            <a:spLocks noGrp="1"/>
          </p:cNvSpPr>
          <p:nvPr>
            <p:ph type="title"/>
          </p:nvPr>
        </p:nvSpPr>
        <p:spPr>
          <a:xfrm>
            <a:off x="287999" y="763524"/>
            <a:ext cx="5049180" cy="4668838"/>
          </a:xfrm>
        </p:spPr>
        <p:txBody>
          <a:bodyPr/>
          <a:lstStyle>
            <a:lvl1pPr>
              <a:lnSpc>
                <a:spcPct val="100000"/>
              </a:lnSpc>
              <a:defRPr sz="4299">
                <a:solidFill>
                  <a:schemeClr val="tx2"/>
                </a:solidFill>
              </a:defRPr>
            </a:lvl1pPr>
          </a:lstStyle>
          <a:p>
            <a:r>
              <a:rPr lang="en-US"/>
              <a:t>Click to edit Master title style</a:t>
            </a:r>
            <a:endParaRPr lang="en-US" dirty="0"/>
          </a:p>
        </p:txBody>
      </p:sp>
      <p:sp>
        <p:nvSpPr>
          <p:cNvPr id="7" name="Picture Placeholder 6" descr="Place imagery here">
            <a:extLst>
              <a:ext uri="{FF2B5EF4-FFF2-40B4-BE49-F238E27FC236}">
                <a16:creationId xmlns:a16="http://schemas.microsoft.com/office/drawing/2014/main" id="{9CD5B627-E439-376E-A00C-87BAFF059FD8}"/>
              </a:ext>
            </a:extLst>
          </p:cNvPr>
          <p:cNvSpPr>
            <a:spLocks noGrp="1"/>
          </p:cNvSpPr>
          <p:nvPr>
            <p:ph type="pic" sz="quarter" idx="12" hasCustomPrompt="1"/>
          </p:nvPr>
        </p:nvSpPr>
        <p:spPr>
          <a:xfrm>
            <a:off x="6380919" y="284957"/>
            <a:ext cx="5523781" cy="6287294"/>
          </a:xfrm>
          <a:prstGeom prst="rect">
            <a:avLst/>
          </a:prstGeom>
          <a:solidFill>
            <a:srgbClr val="E0E0E0"/>
          </a:solidFill>
        </p:spPr>
        <p:txBody>
          <a:bodyPr anchor="ctr"/>
          <a:lstStyle>
            <a:lvl1pPr algn="ctr">
              <a:defRPr>
                <a:solidFill>
                  <a:schemeClr val="accent5"/>
                </a:solidFill>
              </a:defRPr>
            </a:lvl1pPr>
          </a:lstStyle>
          <a:p>
            <a:r>
              <a:rPr lang="en-US"/>
              <a:t>Place imagery here</a:t>
            </a:r>
          </a:p>
        </p:txBody>
      </p:sp>
      <p:pic>
        <p:nvPicPr>
          <p:cNvPr id="3" name="Picture 2">
            <a:extLst>
              <a:ext uri="{FF2B5EF4-FFF2-40B4-BE49-F238E27FC236}">
                <a16:creationId xmlns:a16="http://schemas.microsoft.com/office/drawing/2014/main" id="{EC8E3DD0-56C4-AC09-E130-B050A011A3F7}"/>
              </a:ext>
            </a:extLst>
          </p:cNvPr>
          <p:cNvPicPr>
            <a:picLocks noChangeAspect="1"/>
          </p:cNvPicPr>
          <p:nvPr userDrawn="1"/>
        </p:nvPicPr>
        <p:blipFill>
          <a:blip r:embed="rId2"/>
          <a:stretch>
            <a:fillRect/>
          </a:stretch>
        </p:blipFill>
        <p:spPr>
          <a:xfrm>
            <a:off x="0" y="6007522"/>
            <a:ext cx="2071403" cy="795947"/>
          </a:xfrm>
          <a:prstGeom prst="rect">
            <a:avLst/>
          </a:prstGeom>
        </p:spPr>
      </p:pic>
    </p:spTree>
    <p:extLst>
      <p:ext uri="{BB962C8B-B14F-4D97-AF65-F5344CB8AC3E}">
        <p14:creationId xmlns:p14="http://schemas.microsoft.com/office/powerpoint/2010/main" val="3340209367"/>
      </p:ext>
    </p:extLst>
  </p:cSld>
  <p:clrMapOvr>
    <a:masterClrMapping/>
  </p:clrMapOvr>
  <p:transition spd="med"/>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ent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36957-63E4-1587-AB6D-C18AE4E04D8D}"/>
              </a:ext>
            </a:extLst>
          </p:cNvPr>
          <p:cNvSpPr>
            <a:spLocks noGrp="1"/>
          </p:cNvSpPr>
          <p:nvPr>
            <p:ph type="title"/>
          </p:nvPr>
        </p:nvSpPr>
        <p:spPr>
          <a:xfrm>
            <a:off x="287999" y="192024"/>
            <a:ext cx="2477765" cy="2286794"/>
          </a:xfrm>
        </p:spPr>
        <p:txBody>
          <a:bodyPr/>
          <a:lstStyle>
            <a:lvl1pPr>
              <a:lnSpc>
                <a:spcPct val="100000"/>
              </a:lnSpc>
              <a:defRPr sz="3199">
                <a:solidFill>
                  <a:schemeClr val="tx2"/>
                </a:solidFill>
              </a:defRPr>
            </a:lvl1pPr>
          </a:lstStyle>
          <a:p>
            <a:r>
              <a:rPr lang="en-US"/>
              <a:t>Click to edit Master title style</a:t>
            </a:r>
            <a:endParaRPr lang="en-US" dirty="0"/>
          </a:p>
        </p:txBody>
      </p:sp>
      <p:sp>
        <p:nvSpPr>
          <p:cNvPr id="7" name="Text Placeholder 6">
            <a:extLst>
              <a:ext uri="{FF2B5EF4-FFF2-40B4-BE49-F238E27FC236}">
                <a16:creationId xmlns:a16="http://schemas.microsoft.com/office/drawing/2014/main" id="{675443B4-0187-FC99-0FDE-8EB191B6CEF4}"/>
              </a:ext>
            </a:extLst>
          </p:cNvPr>
          <p:cNvSpPr>
            <a:spLocks noGrp="1"/>
          </p:cNvSpPr>
          <p:nvPr>
            <p:ph type="body" sz="quarter" idx="10"/>
          </p:nvPr>
        </p:nvSpPr>
        <p:spPr>
          <a:xfrm>
            <a:off x="6380919" y="284957"/>
            <a:ext cx="2476178" cy="5715794"/>
          </a:xfrm>
          <a:prstGeom prst="rect">
            <a:avLst/>
          </a:prstGeom>
        </p:spPr>
        <p:txBody>
          <a:bodyPr/>
          <a:lstStyle>
            <a:lvl1pPr defTabSz="580528">
              <a:spcBef>
                <a:spcPts val="0"/>
              </a:spcBef>
              <a:defRPr>
                <a:solidFill>
                  <a:schemeClr val="tx1"/>
                </a:solidFill>
              </a:defRPr>
            </a:lvl1pPr>
            <a:lvl2pPr defTabSz="580528">
              <a:spcBef>
                <a:spcPts val="0"/>
              </a:spcBef>
              <a:defRPr>
                <a:solidFill>
                  <a:schemeClr val="tx1"/>
                </a:solidFill>
              </a:defRPr>
            </a:lvl2pPr>
            <a:lvl3pPr defTabSz="580528">
              <a:spcBef>
                <a:spcPts val="0"/>
              </a:spcBef>
              <a:defRPr>
                <a:solidFill>
                  <a:schemeClr val="tx1"/>
                </a:solidFill>
              </a:defRPr>
            </a:lvl3pPr>
            <a:lvl4pPr defTabSz="580528">
              <a:spcBef>
                <a:spcPts val="0"/>
              </a:spcBef>
              <a:defRPr>
                <a:solidFill>
                  <a:schemeClr val="tx1"/>
                </a:solidFill>
              </a:defRPr>
            </a:lvl4pPr>
            <a:lvl5pPr defTabSz="580528">
              <a:spcBef>
                <a:spcPts val="0"/>
              </a:spcBef>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Text Placeholder 9">
            <a:extLst>
              <a:ext uri="{FF2B5EF4-FFF2-40B4-BE49-F238E27FC236}">
                <a16:creationId xmlns:a16="http://schemas.microsoft.com/office/drawing/2014/main" id="{5A647AD3-098B-D1AB-C8D8-463E38402F94}"/>
              </a:ext>
            </a:extLst>
          </p:cNvPr>
          <p:cNvSpPr>
            <a:spLocks noGrp="1"/>
          </p:cNvSpPr>
          <p:nvPr>
            <p:ph type="body" sz="quarter" idx="11"/>
          </p:nvPr>
        </p:nvSpPr>
        <p:spPr>
          <a:xfrm>
            <a:off x="9430110" y="284957"/>
            <a:ext cx="2474590" cy="5715794"/>
          </a:xfrm>
          <a:prstGeom prst="rect">
            <a:avLst/>
          </a:prstGeom>
        </p:spPr>
        <p:txBody>
          <a:bodyPr/>
          <a:lstStyle>
            <a:lvl1pPr defTabSz="580528">
              <a:spcBef>
                <a:spcPts val="0"/>
              </a:spcBef>
              <a:defRPr>
                <a:solidFill>
                  <a:schemeClr val="tx1"/>
                </a:solidFill>
              </a:defRPr>
            </a:lvl1pPr>
            <a:lvl2pPr defTabSz="580528">
              <a:spcBef>
                <a:spcPts val="0"/>
              </a:spcBef>
              <a:defRPr>
                <a:solidFill>
                  <a:schemeClr val="tx1"/>
                </a:solidFill>
              </a:defRPr>
            </a:lvl2pPr>
            <a:lvl3pPr defTabSz="580528">
              <a:spcBef>
                <a:spcPts val="0"/>
              </a:spcBef>
              <a:defRPr>
                <a:solidFill>
                  <a:schemeClr val="tx1"/>
                </a:solidFill>
              </a:defRPr>
            </a:lvl3pPr>
            <a:lvl4pPr defTabSz="580528">
              <a:spcBef>
                <a:spcPts val="0"/>
              </a:spcBef>
              <a:defRPr>
                <a:solidFill>
                  <a:schemeClr val="tx1"/>
                </a:solidFill>
              </a:defRPr>
            </a:lvl4pPr>
            <a:lvl5pPr defTabSz="580528">
              <a:spcBef>
                <a:spcPts val="0"/>
              </a:spcBef>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Footer Placeholder 3">
            <a:extLst>
              <a:ext uri="{FF2B5EF4-FFF2-40B4-BE49-F238E27FC236}">
                <a16:creationId xmlns:a16="http://schemas.microsoft.com/office/drawing/2014/main" id="{028AA764-A00C-AFFF-7F3F-49A733DCD474}"/>
              </a:ext>
            </a:extLst>
          </p:cNvPr>
          <p:cNvSpPr>
            <a:spLocks noGrp="1"/>
          </p:cNvSpPr>
          <p:nvPr>
            <p:ph type="ftr" sz="quarter" idx="18"/>
          </p:nvPr>
        </p:nvSpPr>
        <p:spPr>
          <a:xfrm>
            <a:off x="284125" y="6402118"/>
            <a:ext cx="2477765" cy="190500"/>
          </a:xfrm>
        </p:spPr>
        <p:txBody>
          <a:bodyPr/>
          <a:lstStyle/>
          <a:p>
            <a:r>
              <a:rPr lang="en-US"/>
              <a:t>IBM Quantum Summit 2023</a:t>
            </a:r>
          </a:p>
        </p:txBody>
      </p:sp>
      <p:sp>
        <p:nvSpPr>
          <p:cNvPr id="4" name="Slide Number">
            <a:extLst>
              <a:ext uri="{FF2B5EF4-FFF2-40B4-BE49-F238E27FC236}">
                <a16:creationId xmlns:a16="http://schemas.microsoft.com/office/drawing/2014/main" id="{D5D1D2A7-CF30-5698-14FC-F71CB82D5BCC}"/>
              </a:ext>
            </a:extLst>
          </p:cNvPr>
          <p:cNvSpPr txBox="1">
            <a:spLocks noGrp="1"/>
          </p:cNvSpPr>
          <p:nvPr>
            <p:ph type="sldNum" sz="quarter" idx="4"/>
          </p:nvPr>
        </p:nvSpPr>
        <p:spPr>
          <a:xfrm>
            <a:off x="11769264" y="6469419"/>
            <a:ext cx="135436" cy="123111"/>
          </a:xfrm>
          <a:prstGeom prst="rect">
            <a:avLst/>
          </a:prstGeom>
          <a:ln w="12700">
            <a:miter lim="400000"/>
          </a:ln>
        </p:spPr>
        <p:txBody>
          <a:bodyPr wrap="squar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2314303940"/>
      </p:ext>
    </p:extLst>
  </p:cSld>
  <p:clrMapOvr>
    <a:masterClrMapping/>
  </p:clrMapOvr>
  <p:transition spd="med"/>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36957-63E4-1587-AB6D-C18AE4E04D8D}"/>
              </a:ext>
            </a:extLst>
          </p:cNvPr>
          <p:cNvSpPr>
            <a:spLocks noGrp="1"/>
          </p:cNvSpPr>
          <p:nvPr>
            <p:ph type="title"/>
          </p:nvPr>
        </p:nvSpPr>
        <p:spPr>
          <a:xfrm>
            <a:off x="287998" y="192024"/>
            <a:ext cx="5524575" cy="1429544"/>
          </a:xfrm>
        </p:spPr>
        <p:txBody>
          <a:bodyPr rIns="457200"/>
          <a:lstStyle>
            <a:lvl1pPr>
              <a:lnSpc>
                <a:spcPct val="100000"/>
              </a:lnSpc>
              <a:defRPr sz="3199">
                <a:solidFill>
                  <a:schemeClr val="tx2"/>
                </a:solidFill>
              </a:defRPr>
            </a:lvl1pPr>
          </a:lstStyle>
          <a:p>
            <a:r>
              <a:rPr lang="en-US"/>
              <a:t>Click to edit Master title style</a:t>
            </a:r>
            <a:endParaRPr lang="en-US" dirty="0"/>
          </a:p>
        </p:txBody>
      </p:sp>
      <p:sp>
        <p:nvSpPr>
          <p:cNvPr id="5" name="Footer Placeholder 3">
            <a:extLst>
              <a:ext uri="{FF2B5EF4-FFF2-40B4-BE49-F238E27FC236}">
                <a16:creationId xmlns:a16="http://schemas.microsoft.com/office/drawing/2014/main" id="{A289B0F8-E9A7-CF76-E87F-8D4302E8DA4D}"/>
              </a:ext>
            </a:extLst>
          </p:cNvPr>
          <p:cNvSpPr>
            <a:spLocks noGrp="1"/>
          </p:cNvSpPr>
          <p:nvPr>
            <p:ph type="ftr" sz="quarter" idx="18"/>
          </p:nvPr>
        </p:nvSpPr>
        <p:spPr>
          <a:xfrm>
            <a:off x="284125" y="6402118"/>
            <a:ext cx="2477765" cy="190500"/>
          </a:xfrm>
        </p:spPr>
        <p:txBody>
          <a:bodyPr/>
          <a:lstStyle/>
          <a:p>
            <a:r>
              <a:rPr lang="en-US"/>
              <a:t>IBM Quantum Summit 2023</a:t>
            </a:r>
          </a:p>
        </p:txBody>
      </p:sp>
      <p:sp>
        <p:nvSpPr>
          <p:cNvPr id="4" name="Slide Number">
            <a:extLst>
              <a:ext uri="{FF2B5EF4-FFF2-40B4-BE49-F238E27FC236}">
                <a16:creationId xmlns:a16="http://schemas.microsoft.com/office/drawing/2014/main" id="{A4B74093-A800-CB62-8607-A04D569204E2}"/>
              </a:ext>
            </a:extLst>
          </p:cNvPr>
          <p:cNvSpPr txBox="1">
            <a:spLocks noGrp="1"/>
          </p:cNvSpPr>
          <p:nvPr>
            <p:ph type="sldNum" sz="quarter" idx="4"/>
          </p:nvPr>
        </p:nvSpPr>
        <p:spPr>
          <a:xfrm>
            <a:off x="11769264" y="6469419"/>
            <a:ext cx="135436" cy="123111"/>
          </a:xfrm>
          <a:prstGeom prst="rect">
            <a:avLst/>
          </a:prstGeom>
          <a:ln w="12700">
            <a:miter lim="400000"/>
          </a:ln>
        </p:spPr>
        <p:txBody>
          <a:bodyPr wrap="squar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3572839104"/>
      </p:ext>
    </p:extLst>
  </p:cSld>
  <p:clrMapOvr>
    <a:masterClrMapping/>
  </p:clrMapOvr>
  <p:transition spd="med"/>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Large tex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3C7EC0-4BFB-A603-5703-0D692C62692D}"/>
              </a:ext>
            </a:extLst>
          </p:cNvPr>
          <p:cNvSpPr>
            <a:spLocks noGrp="1"/>
          </p:cNvSpPr>
          <p:nvPr>
            <p:ph type="title"/>
          </p:nvPr>
        </p:nvSpPr>
        <p:spPr>
          <a:xfrm>
            <a:off x="287300" y="210312"/>
            <a:ext cx="8569797" cy="4095750"/>
          </a:xfrm>
        </p:spPr>
        <p:txBody>
          <a:bodyPr/>
          <a:lstStyle>
            <a:lvl1pPr>
              <a:defRPr sz="8598" b="0" i="0">
                <a:solidFill>
                  <a:schemeClr val="tx2"/>
                </a:solidFill>
                <a:latin typeface="IBM Plex Sans ExtLt" panose="020B0303050203000203" pitchFamily="34" charset="0"/>
              </a:defRPr>
            </a:lvl1pPr>
          </a:lstStyle>
          <a:p>
            <a:r>
              <a:rPr lang="en-US"/>
              <a:t>Click to edit Master title style</a:t>
            </a:r>
            <a:endParaRPr lang="en-US" dirty="0"/>
          </a:p>
        </p:txBody>
      </p:sp>
      <p:sp>
        <p:nvSpPr>
          <p:cNvPr id="5" name="Footer Placeholder 3">
            <a:extLst>
              <a:ext uri="{FF2B5EF4-FFF2-40B4-BE49-F238E27FC236}">
                <a16:creationId xmlns:a16="http://schemas.microsoft.com/office/drawing/2014/main" id="{BC591478-AD3F-2EF7-29A4-36A887DC1956}"/>
              </a:ext>
            </a:extLst>
          </p:cNvPr>
          <p:cNvSpPr>
            <a:spLocks noGrp="1"/>
          </p:cNvSpPr>
          <p:nvPr>
            <p:ph type="ftr" sz="quarter" idx="18"/>
          </p:nvPr>
        </p:nvSpPr>
        <p:spPr>
          <a:xfrm>
            <a:off x="284125" y="6402118"/>
            <a:ext cx="2477765" cy="190500"/>
          </a:xfrm>
        </p:spPr>
        <p:txBody>
          <a:bodyPr/>
          <a:lstStyle/>
          <a:p>
            <a:r>
              <a:rPr lang="en-US"/>
              <a:t>IBM Quantum Summit 2023</a:t>
            </a:r>
          </a:p>
        </p:txBody>
      </p:sp>
      <p:sp>
        <p:nvSpPr>
          <p:cNvPr id="4" name="Slide Number">
            <a:extLst>
              <a:ext uri="{FF2B5EF4-FFF2-40B4-BE49-F238E27FC236}">
                <a16:creationId xmlns:a16="http://schemas.microsoft.com/office/drawing/2014/main" id="{76697187-0170-8894-23C9-28F80A0C3B2B}"/>
              </a:ext>
            </a:extLst>
          </p:cNvPr>
          <p:cNvSpPr txBox="1">
            <a:spLocks noGrp="1"/>
          </p:cNvSpPr>
          <p:nvPr>
            <p:ph type="sldNum" sz="quarter" idx="4"/>
          </p:nvPr>
        </p:nvSpPr>
        <p:spPr>
          <a:xfrm>
            <a:off x="11769264" y="6469419"/>
            <a:ext cx="135436" cy="123111"/>
          </a:xfrm>
          <a:prstGeom prst="rect">
            <a:avLst/>
          </a:prstGeom>
          <a:ln w="12700">
            <a:miter lim="400000"/>
          </a:ln>
        </p:spPr>
        <p:txBody>
          <a:bodyPr wrap="squar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1201808370"/>
      </p:ext>
    </p:extLst>
  </p:cSld>
  <p:clrMapOvr>
    <a:masterClrMapping/>
  </p:clrMapOvr>
  <p:transition spd="med"/>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allout, headlin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36957-63E4-1587-AB6D-C18AE4E04D8D}"/>
              </a:ext>
            </a:extLst>
          </p:cNvPr>
          <p:cNvSpPr>
            <a:spLocks noGrp="1"/>
          </p:cNvSpPr>
          <p:nvPr>
            <p:ph type="title"/>
          </p:nvPr>
        </p:nvSpPr>
        <p:spPr>
          <a:xfrm>
            <a:off x="287999" y="192024"/>
            <a:ext cx="4953942" cy="1429544"/>
          </a:xfrm>
        </p:spPr>
        <p:txBody>
          <a:bodyPr/>
          <a:lstStyle>
            <a:lvl1pPr>
              <a:lnSpc>
                <a:spcPct val="100000"/>
              </a:lnSpc>
              <a:defRPr sz="3199">
                <a:solidFill>
                  <a:schemeClr val="tx2"/>
                </a:solidFill>
              </a:defRPr>
            </a:lvl1pPr>
          </a:lstStyle>
          <a:p>
            <a:r>
              <a:rPr lang="en-US"/>
              <a:t>Click to edit Master title style</a:t>
            </a:r>
            <a:endParaRPr lang="en-US" dirty="0"/>
          </a:p>
        </p:txBody>
      </p:sp>
      <p:sp>
        <p:nvSpPr>
          <p:cNvPr id="4" name="Text Placeholder 3">
            <a:extLst>
              <a:ext uri="{FF2B5EF4-FFF2-40B4-BE49-F238E27FC236}">
                <a16:creationId xmlns:a16="http://schemas.microsoft.com/office/drawing/2014/main" id="{0354631A-4ED7-F527-1CBC-9AF7BE2CB676}"/>
              </a:ext>
            </a:extLst>
          </p:cNvPr>
          <p:cNvSpPr>
            <a:spLocks noGrp="1"/>
          </p:cNvSpPr>
          <p:nvPr>
            <p:ph type="body" sz="quarter" idx="10"/>
          </p:nvPr>
        </p:nvSpPr>
        <p:spPr>
          <a:xfrm>
            <a:off x="6382795" y="224028"/>
            <a:ext cx="5520318" cy="4287044"/>
          </a:xfrm>
          <a:prstGeom prst="rect">
            <a:avLst/>
          </a:prstGeom>
        </p:spPr>
        <p:txBody>
          <a:bodyPr/>
          <a:lstStyle>
            <a:lvl1pPr>
              <a:lnSpc>
                <a:spcPct val="100000"/>
              </a:lnSpc>
              <a:spcBef>
                <a:spcPts val="0"/>
              </a:spcBef>
              <a:defRPr sz="3199">
                <a:solidFill>
                  <a:schemeClr val="tx2"/>
                </a:solidFill>
              </a:defRPr>
            </a:lvl1pPr>
            <a:lvl2pPr marL="292549" indent="-292549">
              <a:lnSpc>
                <a:spcPct val="100000"/>
              </a:lnSpc>
              <a:spcBef>
                <a:spcPts val="0"/>
              </a:spcBef>
              <a:defRPr sz="3199">
                <a:solidFill>
                  <a:schemeClr val="tx2"/>
                </a:solidFill>
              </a:defRPr>
            </a:lvl2pPr>
            <a:lvl3pPr marL="548530" indent="-292549">
              <a:lnSpc>
                <a:spcPct val="100000"/>
              </a:lnSpc>
              <a:spcBef>
                <a:spcPts val="0"/>
              </a:spcBef>
              <a:defRPr sz="3199">
                <a:solidFill>
                  <a:schemeClr val="tx2"/>
                </a:solidFill>
              </a:defRPr>
            </a:lvl3pPr>
            <a:lvl4pPr marL="877648">
              <a:lnSpc>
                <a:spcPct val="100000"/>
              </a:lnSpc>
              <a:spcBef>
                <a:spcPts val="0"/>
              </a:spcBef>
              <a:defRPr sz="3199">
                <a:solidFill>
                  <a:schemeClr val="tx2"/>
                </a:solidFill>
              </a:defRPr>
            </a:lvl4pPr>
            <a:lvl5pPr>
              <a:lnSpc>
                <a:spcPct val="100000"/>
              </a:lnSpc>
              <a:spcBef>
                <a:spcPts val="0"/>
              </a:spcBef>
              <a:defRPr sz="3199"/>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Footer Placeholder 3">
            <a:extLst>
              <a:ext uri="{FF2B5EF4-FFF2-40B4-BE49-F238E27FC236}">
                <a16:creationId xmlns:a16="http://schemas.microsoft.com/office/drawing/2014/main" id="{7BE5947E-6D4A-9E09-E5A6-D31DBCAEE2C6}"/>
              </a:ext>
            </a:extLst>
          </p:cNvPr>
          <p:cNvSpPr>
            <a:spLocks noGrp="1"/>
          </p:cNvSpPr>
          <p:nvPr>
            <p:ph type="ftr" sz="quarter" idx="18"/>
          </p:nvPr>
        </p:nvSpPr>
        <p:spPr>
          <a:xfrm>
            <a:off x="284125" y="6402118"/>
            <a:ext cx="2477765" cy="190500"/>
          </a:xfrm>
        </p:spPr>
        <p:txBody>
          <a:bodyPr/>
          <a:lstStyle/>
          <a:p>
            <a:r>
              <a:rPr lang="en-US"/>
              <a:t>IBM Quantum Summit 2023</a:t>
            </a:r>
          </a:p>
        </p:txBody>
      </p:sp>
      <p:sp>
        <p:nvSpPr>
          <p:cNvPr id="6" name="Slide Number">
            <a:extLst>
              <a:ext uri="{FF2B5EF4-FFF2-40B4-BE49-F238E27FC236}">
                <a16:creationId xmlns:a16="http://schemas.microsoft.com/office/drawing/2014/main" id="{C82E6DCD-41A5-9DA3-C061-E8DA39B99059}"/>
              </a:ext>
            </a:extLst>
          </p:cNvPr>
          <p:cNvSpPr txBox="1">
            <a:spLocks noGrp="1"/>
          </p:cNvSpPr>
          <p:nvPr>
            <p:ph type="sldNum" sz="quarter" idx="4"/>
          </p:nvPr>
        </p:nvSpPr>
        <p:spPr>
          <a:xfrm>
            <a:off x="11769264" y="6469419"/>
            <a:ext cx="135436" cy="123111"/>
          </a:xfrm>
          <a:prstGeom prst="rect">
            <a:avLst/>
          </a:prstGeom>
          <a:ln w="12700">
            <a:miter lim="400000"/>
          </a:ln>
        </p:spPr>
        <p:txBody>
          <a:bodyPr wrap="squar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242206079"/>
      </p:ext>
    </p:extLst>
  </p:cSld>
  <p:clrMapOvr>
    <a:masterClrMapping/>
  </p:clrMapOvr>
  <p:transition spd="med"/>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allout, stand-alon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36957-63E4-1587-AB6D-C18AE4E04D8D}"/>
              </a:ext>
            </a:extLst>
          </p:cNvPr>
          <p:cNvSpPr>
            <a:spLocks noGrp="1"/>
          </p:cNvSpPr>
          <p:nvPr>
            <p:ph type="title"/>
          </p:nvPr>
        </p:nvSpPr>
        <p:spPr>
          <a:xfrm>
            <a:off x="287998" y="210312"/>
            <a:ext cx="7330121" cy="4858544"/>
          </a:xfrm>
        </p:spPr>
        <p:txBody>
          <a:bodyPr/>
          <a:lstStyle>
            <a:lvl1pPr>
              <a:lnSpc>
                <a:spcPct val="100000"/>
              </a:lnSpc>
              <a:defRPr sz="4299">
                <a:solidFill>
                  <a:schemeClr val="tx2"/>
                </a:solidFill>
              </a:defRPr>
            </a:lvl1pPr>
          </a:lstStyle>
          <a:p>
            <a:r>
              <a:rPr lang="en-US"/>
              <a:t>Click to edit Master title style</a:t>
            </a:r>
            <a:endParaRPr lang="en-US" dirty="0"/>
          </a:p>
        </p:txBody>
      </p:sp>
      <p:sp>
        <p:nvSpPr>
          <p:cNvPr id="5" name="Footer Placeholder 3">
            <a:extLst>
              <a:ext uri="{FF2B5EF4-FFF2-40B4-BE49-F238E27FC236}">
                <a16:creationId xmlns:a16="http://schemas.microsoft.com/office/drawing/2014/main" id="{1FCFA7EA-8E9F-E01B-AB9C-B7BE7D3D11E9}"/>
              </a:ext>
            </a:extLst>
          </p:cNvPr>
          <p:cNvSpPr>
            <a:spLocks noGrp="1"/>
          </p:cNvSpPr>
          <p:nvPr>
            <p:ph type="ftr" sz="quarter" idx="18"/>
          </p:nvPr>
        </p:nvSpPr>
        <p:spPr>
          <a:xfrm>
            <a:off x="284125" y="6402118"/>
            <a:ext cx="2477765" cy="190500"/>
          </a:xfrm>
        </p:spPr>
        <p:txBody>
          <a:bodyPr/>
          <a:lstStyle/>
          <a:p>
            <a:r>
              <a:rPr lang="en-US"/>
              <a:t>IBM Quantum Summit 2023</a:t>
            </a:r>
          </a:p>
        </p:txBody>
      </p:sp>
      <p:sp>
        <p:nvSpPr>
          <p:cNvPr id="4" name="Slide Number">
            <a:extLst>
              <a:ext uri="{FF2B5EF4-FFF2-40B4-BE49-F238E27FC236}">
                <a16:creationId xmlns:a16="http://schemas.microsoft.com/office/drawing/2014/main" id="{12510822-3D1B-0CFC-3FF0-1E55DA550F8D}"/>
              </a:ext>
            </a:extLst>
          </p:cNvPr>
          <p:cNvSpPr txBox="1">
            <a:spLocks noGrp="1"/>
          </p:cNvSpPr>
          <p:nvPr>
            <p:ph type="sldNum" sz="quarter" idx="4"/>
          </p:nvPr>
        </p:nvSpPr>
        <p:spPr>
          <a:xfrm>
            <a:off x="11769264" y="6469419"/>
            <a:ext cx="135436" cy="123111"/>
          </a:xfrm>
          <a:prstGeom prst="rect">
            <a:avLst/>
          </a:prstGeom>
          <a:ln w="12700">
            <a:miter lim="400000"/>
          </a:ln>
        </p:spPr>
        <p:txBody>
          <a:bodyPr wrap="squar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1471603199"/>
      </p:ext>
    </p:extLst>
  </p:cSld>
  <p:clrMapOvr>
    <a:masterClrMapping/>
  </p:clrMapOvr>
  <p:transition spd="med"/>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Data, 2 callouts, vertical">
    <p:bg>
      <p:bgPr>
        <a:solidFill>
          <a:schemeClr val="bg1"/>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D5E03B0-C633-E81D-0D42-3FCCAFD64B0F}"/>
              </a:ext>
            </a:extLst>
          </p:cNvPr>
          <p:cNvSpPr>
            <a:spLocks noGrp="1"/>
          </p:cNvSpPr>
          <p:nvPr>
            <p:ph type="body" sz="quarter" idx="12"/>
          </p:nvPr>
        </p:nvSpPr>
        <p:spPr>
          <a:xfrm>
            <a:off x="287999" y="288036"/>
            <a:ext cx="3811091" cy="3144044"/>
          </a:xfrm>
          <a:prstGeom prst="rect">
            <a:avLst/>
          </a:prstGeom>
        </p:spPr>
        <p:txBody>
          <a:bodyPr/>
          <a:lstStyle>
            <a:lvl1pPr>
              <a:lnSpc>
                <a:spcPct val="100000"/>
              </a:lnSpc>
              <a:spcBef>
                <a:spcPts val="0"/>
              </a:spcBef>
              <a:defRPr sz="2200">
                <a:solidFill>
                  <a:schemeClr val="tx1"/>
                </a:solidFill>
              </a:defRPr>
            </a:lvl1pPr>
            <a:lvl2pPr marL="201128" indent="-201128">
              <a:lnSpc>
                <a:spcPct val="100000"/>
              </a:lnSpc>
              <a:spcBef>
                <a:spcPts val="0"/>
              </a:spcBef>
              <a:defRPr sz="2200">
                <a:solidFill>
                  <a:schemeClr val="tx1"/>
                </a:solidFill>
              </a:defRPr>
            </a:lvl2pPr>
            <a:lvl3pPr marL="402256" indent="-201128">
              <a:lnSpc>
                <a:spcPct val="100000"/>
              </a:lnSpc>
              <a:spcBef>
                <a:spcPts val="0"/>
              </a:spcBef>
              <a:defRPr sz="2200">
                <a:solidFill>
                  <a:schemeClr val="tx1"/>
                </a:solidFill>
              </a:defRPr>
            </a:lvl3pPr>
            <a:lvl4pPr marL="557672" indent="-201128">
              <a:lnSpc>
                <a:spcPct val="100000"/>
              </a:lnSpc>
              <a:spcBef>
                <a:spcPts val="0"/>
              </a:spcBef>
              <a:defRPr sz="2200">
                <a:solidFill>
                  <a:schemeClr val="tx1"/>
                </a:solidFill>
              </a:defRPr>
            </a:lvl4pPr>
            <a:lvl5pPr>
              <a:lnSpc>
                <a:spcPct val="100000"/>
              </a:lnSpc>
              <a:spcBef>
                <a:spcPts val="0"/>
              </a:spcBef>
              <a:defRPr sz="2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Text Placeholder 9">
            <a:extLst>
              <a:ext uri="{FF2B5EF4-FFF2-40B4-BE49-F238E27FC236}">
                <a16:creationId xmlns:a16="http://schemas.microsoft.com/office/drawing/2014/main" id="{DB20D7FD-6784-59C5-938D-4728A153F52B}"/>
              </a:ext>
            </a:extLst>
          </p:cNvPr>
          <p:cNvSpPr>
            <a:spLocks noGrp="1"/>
          </p:cNvSpPr>
          <p:nvPr>
            <p:ph type="body" sz="quarter" idx="13" hasCustomPrompt="1"/>
          </p:nvPr>
        </p:nvSpPr>
        <p:spPr>
          <a:xfrm>
            <a:off x="287998" y="4649724"/>
            <a:ext cx="5524575" cy="1771650"/>
          </a:xfrm>
          <a:prstGeom prst="rect">
            <a:avLst/>
          </a:prstGeom>
        </p:spPr>
        <p:txBody>
          <a:bodyPr anchor="b"/>
          <a:lstStyle>
            <a:lvl1pPr>
              <a:lnSpc>
                <a:spcPct val="90000"/>
              </a:lnSpc>
              <a:spcBef>
                <a:spcPts val="0"/>
              </a:spcBef>
              <a:defRPr sz="12897" b="0" i="0">
                <a:gradFill>
                  <a:gsLst>
                    <a:gs pos="0">
                      <a:schemeClr val="accent2"/>
                    </a:gs>
                    <a:gs pos="100000">
                      <a:srgbClr val="FF7EB6"/>
                    </a:gs>
                  </a:gsLst>
                  <a:lin ang="2700000" scaled="0"/>
                </a:gradFill>
                <a:latin typeface="IBM Plex Sans ExtLt" panose="020B0303050203000203" pitchFamily="34" charset="0"/>
              </a:defRPr>
            </a:lvl1pPr>
          </a:lstStyle>
          <a:p>
            <a:r>
              <a:rPr lang="en-US" dirty="0"/>
              <a:t>↗︎00M</a:t>
            </a:r>
          </a:p>
        </p:txBody>
      </p:sp>
      <p:cxnSp>
        <p:nvCxnSpPr>
          <p:cNvPr id="9" name="Straight Connector 8" descr="Vertical column divider">
            <a:extLst>
              <a:ext uri="{FF2B5EF4-FFF2-40B4-BE49-F238E27FC236}">
                <a16:creationId xmlns:a16="http://schemas.microsoft.com/office/drawing/2014/main" id="{1C44518A-7FBB-67DA-E35B-8BC0AAFC6062}"/>
              </a:ext>
            </a:extLst>
          </p:cNvPr>
          <p:cNvCxnSpPr/>
          <p:nvPr userDrawn="1"/>
        </p:nvCxnSpPr>
        <p:spPr bwMode="auto">
          <a:xfrm>
            <a:off x="6096000" y="284957"/>
            <a:ext cx="0" cy="5715794"/>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6" name="Text Placeholder 5">
            <a:extLst>
              <a:ext uri="{FF2B5EF4-FFF2-40B4-BE49-F238E27FC236}">
                <a16:creationId xmlns:a16="http://schemas.microsoft.com/office/drawing/2014/main" id="{0A7285B0-4A1E-8885-0C0E-77D0ECA9CACD}"/>
              </a:ext>
            </a:extLst>
          </p:cNvPr>
          <p:cNvSpPr>
            <a:spLocks noGrp="1"/>
          </p:cNvSpPr>
          <p:nvPr>
            <p:ph type="body" sz="quarter" idx="11"/>
          </p:nvPr>
        </p:nvSpPr>
        <p:spPr>
          <a:xfrm>
            <a:off x="6380919" y="288036"/>
            <a:ext cx="3809504" cy="3144044"/>
          </a:xfrm>
          <a:prstGeom prst="rect">
            <a:avLst/>
          </a:prstGeom>
        </p:spPr>
        <p:txBody>
          <a:bodyPr/>
          <a:lstStyle>
            <a:lvl1pPr>
              <a:lnSpc>
                <a:spcPct val="100000"/>
              </a:lnSpc>
              <a:spcBef>
                <a:spcPts val="0"/>
              </a:spcBef>
              <a:defRPr sz="2200">
                <a:solidFill>
                  <a:schemeClr val="tx1"/>
                </a:solidFill>
              </a:defRPr>
            </a:lvl1pPr>
            <a:lvl2pPr marL="201128" indent="-201128">
              <a:lnSpc>
                <a:spcPct val="100000"/>
              </a:lnSpc>
              <a:spcBef>
                <a:spcPts val="0"/>
              </a:spcBef>
              <a:defRPr sz="2200">
                <a:solidFill>
                  <a:schemeClr val="tx1"/>
                </a:solidFill>
              </a:defRPr>
            </a:lvl2pPr>
            <a:lvl3pPr marL="402256" indent="-201128">
              <a:lnSpc>
                <a:spcPct val="100000"/>
              </a:lnSpc>
              <a:spcBef>
                <a:spcPts val="0"/>
              </a:spcBef>
              <a:defRPr sz="2200">
                <a:solidFill>
                  <a:schemeClr val="tx1"/>
                </a:solidFill>
              </a:defRPr>
            </a:lvl3pPr>
            <a:lvl4pPr marL="557672" indent="-201128">
              <a:lnSpc>
                <a:spcPct val="100000"/>
              </a:lnSpc>
              <a:spcBef>
                <a:spcPts val="0"/>
              </a:spcBef>
              <a:defRPr sz="2200">
                <a:solidFill>
                  <a:schemeClr val="tx1"/>
                </a:solidFill>
              </a:defRPr>
            </a:lvl4pPr>
            <a:lvl5pPr>
              <a:lnSpc>
                <a:spcPct val="100000"/>
              </a:lnSpc>
              <a:spcBef>
                <a:spcPts val="0"/>
              </a:spcBef>
              <a:defRPr sz="2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Text Placeholder 11">
            <a:extLst>
              <a:ext uri="{FF2B5EF4-FFF2-40B4-BE49-F238E27FC236}">
                <a16:creationId xmlns:a16="http://schemas.microsoft.com/office/drawing/2014/main" id="{5F395CBF-E65B-9A42-BAE5-C2B2BD9B7BD2}"/>
              </a:ext>
            </a:extLst>
          </p:cNvPr>
          <p:cNvSpPr>
            <a:spLocks noGrp="1"/>
          </p:cNvSpPr>
          <p:nvPr>
            <p:ph type="body" sz="quarter" idx="14" hasCustomPrompt="1"/>
          </p:nvPr>
        </p:nvSpPr>
        <p:spPr>
          <a:xfrm>
            <a:off x="6380919" y="4648200"/>
            <a:ext cx="5523781" cy="1771650"/>
          </a:xfrm>
          <a:prstGeom prst="rect">
            <a:avLst/>
          </a:prstGeom>
        </p:spPr>
        <p:txBody>
          <a:bodyPr anchor="b"/>
          <a:lstStyle>
            <a:lvl1pPr>
              <a:lnSpc>
                <a:spcPct val="90000"/>
              </a:lnSpc>
              <a:spcBef>
                <a:spcPts val="0"/>
              </a:spcBef>
              <a:defRPr sz="12897" b="0" i="0">
                <a:gradFill>
                  <a:gsLst>
                    <a:gs pos="0">
                      <a:schemeClr val="accent2"/>
                    </a:gs>
                    <a:gs pos="100000">
                      <a:srgbClr val="FF7EB6"/>
                    </a:gs>
                  </a:gsLst>
                  <a:lin ang="2700000" scaled="0"/>
                </a:gradFill>
                <a:latin typeface="IBM Plex Sans ExtLt" panose="020B0303050203000203" pitchFamily="34" charset="0"/>
              </a:defRPr>
            </a:lvl1pPr>
          </a:lstStyle>
          <a:p>
            <a:r>
              <a:rPr lang="en-US" dirty="0"/>
              <a:t>+00%</a:t>
            </a:r>
          </a:p>
        </p:txBody>
      </p:sp>
      <p:sp>
        <p:nvSpPr>
          <p:cNvPr id="3" name="Footer Placeholder 3">
            <a:extLst>
              <a:ext uri="{FF2B5EF4-FFF2-40B4-BE49-F238E27FC236}">
                <a16:creationId xmlns:a16="http://schemas.microsoft.com/office/drawing/2014/main" id="{8F3E002C-97C5-3260-CB49-7E93DF3397C8}"/>
              </a:ext>
            </a:extLst>
          </p:cNvPr>
          <p:cNvSpPr>
            <a:spLocks noGrp="1"/>
          </p:cNvSpPr>
          <p:nvPr>
            <p:ph type="ftr" sz="quarter" idx="18"/>
          </p:nvPr>
        </p:nvSpPr>
        <p:spPr>
          <a:xfrm>
            <a:off x="284125" y="6402118"/>
            <a:ext cx="2477765" cy="190500"/>
          </a:xfrm>
        </p:spPr>
        <p:txBody>
          <a:bodyPr/>
          <a:lstStyle/>
          <a:p>
            <a:r>
              <a:rPr lang="en-US"/>
              <a:t>IBM Quantum Summit 2023</a:t>
            </a:r>
          </a:p>
        </p:txBody>
      </p:sp>
      <p:sp>
        <p:nvSpPr>
          <p:cNvPr id="4" name="Slide Number">
            <a:extLst>
              <a:ext uri="{FF2B5EF4-FFF2-40B4-BE49-F238E27FC236}">
                <a16:creationId xmlns:a16="http://schemas.microsoft.com/office/drawing/2014/main" id="{160DC6C8-AF18-F14B-A164-C49B271F59AD}"/>
              </a:ext>
            </a:extLst>
          </p:cNvPr>
          <p:cNvSpPr txBox="1">
            <a:spLocks noGrp="1"/>
          </p:cNvSpPr>
          <p:nvPr>
            <p:ph type="sldNum" sz="quarter" idx="4"/>
          </p:nvPr>
        </p:nvSpPr>
        <p:spPr>
          <a:xfrm>
            <a:off x="11769264" y="6469419"/>
            <a:ext cx="135436" cy="123111"/>
          </a:xfrm>
          <a:prstGeom prst="rect">
            <a:avLst/>
          </a:prstGeom>
          <a:ln w="12700">
            <a:miter lim="400000"/>
          </a:ln>
        </p:spPr>
        <p:txBody>
          <a:bodyPr wrap="squar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
        <p:nvSpPr>
          <p:cNvPr id="2" name="TextBox 1">
            <a:extLst>
              <a:ext uri="{FF2B5EF4-FFF2-40B4-BE49-F238E27FC236}">
                <a16:creationId xmlns:a16="http://schemas.microsoft.com/office/drawing/2014/main" id="{053A0FD9-F5B2-D01D-BECF-F34B417CB4DF}"/>
              </a:ext>
            </a:extLst>
          </p:cNvPr>
          <p:cNvSpPr txBox="1"/>
          <p:nvPr userDrawn="1"/>
        </p:nvSpPr>
        <p:spPr>
          <a:xfrm>
            <a:off x="10026614" y="-701040"/>
            <a:ext cx="0" cy="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rtlCol="0">
            <a:noAutofit/>
          </a:bodyPr>
          <a:lstStyle/>
          <a:p>
            <a:pPr marL="222188" indent="-223330" algn="l" defTabSz="1218956">
              <a:spcBef>
                <a:spcPts val="1450"/>
              </a:spcBef>
              <a:buSzPct val="100000"/>
              <a:buFontTx/>
              <a:buChar char="–"/>
            </a:pPr>
            <a:endParaRPr lang="en-US" sz="1800" kern="0" dirty="0">
              <a:solidFill>
                <a:srgbClr val="000000"/>
              </a:solidFill>
              <a:ea typeface="+mj-ea"/>
              <a:cs typeface="+mj-cs"/>
              <a:sym typeface="IBM Plex Sans Light"/>
            </a:endParaRPr>
          </a:p>
        </p:txBody>
      </p:sp>
    </p:spTree>
    <p:extLst>
      <p:ext uri="{BB962C8B-B14F-4D97-AF65-F5344CB8AC3E}">
        <p14:creationId xmlns:p14="http://schemas.microsoft.com/office/powerpoint/2010/main" val="3447478196"/>
      </p:ext>
    </p:extLst>
  </p:cSld>
  <p:clrMapOvr>
    <a:masterClrMapping/>
  </p:clrMapOvr>
  <p:transition spd="med"/>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Data, 3 callouts, vertical">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26D02D-89A9-0455-FACB-7B6D03346E4C}"/>
              </a:ext>
            </a:extLst>
          </p:cNvPr>
          <p:cNvSpPr>
            <a:spLocks noGrp="1"/>
          </p:cNvSpPr>
          <p:nvPr>
            <p:ph type="title"/>
          </p:nvPr>
        </p:nvSpPr>
        <p:spPr>
          <a:xfrm>
            <a:off x="287999" y="288036"/>
            <a:ext cx="2474590" cy="1429544"/>
          </a:xfrm>
        </p:spPr>
        <p:txBody>
          <a:bodyPr/>
          <a:lstStyle>
            <a:lvl1pPr>
              <a:lnSpc>
                <a:spcPct val="110000"/>
              </a:lnSpc>
              <a:defRPr sz="1800">
                <a:solidFill>
                  <a:schemeClr val="tx2"/>
                </a:solidFill>
              </a:defRPr>
            </a:lvl1pPr>
          </a:lstStyle>
          <a:p>
            <a:r>
              <a:rPr lang="en-US"/>
              <a:t>Click to edit Master title style</a:t>
            </a:r>
            <a:endParaRPr lang="en-US" dirty="0"/>
          </a:p>
        </p:txBody>
      </p:sp>
      <p:sp>
        <p:nvSpPr>
          <p:cNvPr id="16" name="Text Placeholder 15">
            <a:extLst>
              <a:ext uri="{FF2B5EF4-FFF2-40B4-BE49-F238E27FC236}">
                <a16:creationId xmlns:a16="http://schemas.microsoft.com/office/drawing/2014/main" id="{BBB79390-98CC-5F62-D373-F6646F767DD0}"/>
              </a:ext>
            </a:extLst>
          </p:cNvPr>
          <p:cNvSpPr>
            <a:spLocks noGrp="1"/>
          </p:cNvSpPr>
          <p:nvPr>
            <p:ph type="body" sz="quarter" idx="15" hasCustomPrompt="1"/>
          </p:nvPr>
        </p:nvSpPr>
        <p:spPr>
          <a:xfrm>
            <a:off x="3333316" y="214884"/>
            <a:ext cx="2475384" cy="953956"/>
          </a:xfrm>
          <a:prstGeom prst="rect">
            <a:avLst/>
          </a:prstGeom>
        </p:spPr>
        <p:txBody>
          <a:bodyPr/>
          <a:lstStyle>
            <a:lvl1pPr>
              <a:lnSpc>
                <a:spcPct val="90000"/>
              </a:lnSpc>
              <a:defRPr sz="6499">
                <a:gradFill>
                  <a:gsLst>
                    <a:gs pos="0">
                      <a:schemeClr val="accent2"/>
                    </a:gs>
                    <a:gs pos="100000">
                      <a:srgbClr val="FF7EB6"/>
                    </a:gs>
                  </a:gsLst>
                  <a:lin ang="2700000" scaled="0"/>
                </a:gradFill>
              </a:defRPr>
            </a:lvl1pPr>
            <a:lvl2pPr marL="0" indent="0">
              <a:buNone/>
              <a:defRPr/>
            </a:lvl2pPr>
          </a:lstStyle>
          <a:p>
            <a:pPr lvl="0"/>
            <a:r>
              <a:rPr lang="en-US" dirty="0"/>
              <a:t>00%</a:t>
            </a:r>
          </a:p>
        </p:txBody>
      </p:sp>
      <p:sp>
        <p:nvSpPr>
          <p:cNvPr id="7" name="Text Placeholder 6">
            <a:extLst>
              <a:ext uri="{FF2B5EF4-FFF2-40B4-BE49-F238E27FC236}">
                <a16:creationId xmlns:a16="http://schemas.microsoft.com/office/drawing/2014/main" id="{FDDE7F16-A938-0D17-3BFA-034F142A8082}"/>
              </a:ext>
            </a:extLst>
          </p:cNvPr>
          <p:cNvSpPr>
            <a:spLocks noGrp="1"/>
          </p:cNvSpPr>
          <p:nvPr>
            <p:ph type="body" sz="quarter" idx="12"/>
          </p:nvPr>
        </p:nvSpPr>
        <p:spPr>
          <a:xfrm>
            <a:off x="3333316" y="1166534"/>
            <a:ext cx="2475384" cy="4836520"/>
          </a:xfrm>
          <a:prstGeom prst="rect">
            <a:avLst/>
          </a:prstGeom>
        </p:spPr>
        <p:txBody>
          <a:bodyPr/>
          <a:lstStyle>
            <a:lvl1pPr>
              <a:lnSpc>
                <a:spcPct val="110000"/>
              </a:lnSpc>
              <a:spcBef>
                <a:spcPts val="0"/>
              </a:spcBef>
              <a:defRPr>
                <a:solidFill>
                  <a:schemeClr val="tx1"/>
                </a:solidFill>
              </a:defRPr>
            </a:lvl1pPr>
            <a:lvl2pPr>
              <a:lnSpc>
                <a:spcPct val="110000"/>
              </a:lnSpc>
              <a:spcBef>
                <a:spcPts val="0"/>
              </a:spcBef>
              <a:defRPr>
                <a:solidFill>
                  <a:schemeClr val="tx1"/>
                </a:solidFill>
              </a:defRPr>
            </a:lvl2pPr>
            <a:lvl3pPr>
              <a:lnSpc>
                <a:spcPct val="110000"/>
              </a:lnSpc>
              <a:spcBef>
                <a:spcPts val="0"/>
              </a:spcBef>
              <a:defRPr>
                <a:solidFill>
                  <a:schemeClr val="tx1"/>
                </a:solidFill>
              </a:defRPr>
            </a:lvl3pPr>
            <a:lvl4pPr>
              <a:lnSpc>
                <a:spcPct val="110000"/>
              </a:lnSpc>
              <a:spcBef>
                <a:spcPts val="0"/>
              </a:spcBef>
              <a:defRPr>
                <a:solidFill>
                  <a:schemeClr val="tx1"/>
                </a:solidFill>
              </a:defRPr>
            </a:lvl4pPr>
            <a:lvl5pPr>
              <a:lnSpc>
                <a:spcPct val="110000"/>
              </a:lnSpc>
              <a:spcBef>
                <a:spcPts val="0"/>
              </a:spcBef>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Text Placeholder 17">
            <a:extLst>
              <a:ext uri="{FF2B5EF4-FFF2-40B4-BE49-F238E27FC236}">
                <a16:creationId xmlns:a16="http://schemas.microsoft.com/office/drawing/2014/main" id="{3516E6B1-7020-1EA5-CDD4-B1FC6CE2740C}"/>
              </a:ext>
            </a:extLst>
          </p:cNvPr>
          <p:cNvSpPr>
            <a:spLocks noGrp="1"/>
          </p:cNvSpPr>
          <p:nvPr>
            <p:ph type="body" sz="quarter" idx="16" hasCustomPrompt="1"/>
          </p:nvPr>
        </p:nvSpPr>
        <p:spPr>
          <a:xfrm>
            <a:off x="6383301" y="213241"/>
            <a:ext cx="2474590" cy="953294"/>
          </a:xfrm>
          <a:prstGeom prst="rect">
            <a:avLst/>
          </a:prstGeom>
        </p:spPr>
        <p:txBody>
          <a:bodyPr/>
          <a:lstStyle>
            <a:lvl1pPr>
              <a:lnSpc>
                <a:spcPct val="90000"/>
              </a:lnSpc>
              <a:defRPr sz="6499">
                <a:gradFill>
                  <a:gsLst>
                    <a:gs pos="0">
                      <a:schemeClr val="accent2"/>
                    </a:gs>
                    <a:gs pos="100000">
                      <a:srgbClr val="FF7EB6"/>
                    </a:gs>
                  </a:gsLst>
                  <a:lin ang="2700000" scaled="0"/>
                </a:gradFill>
              </a:defRPr>
            </a:lvl1pPr>
          </a:lstStyle>
          <a:p>
            <a:pPr lvl="0"/>
            <a:r>
              <a:rPr lang="en-US" dirty="0"/>
              <a:t>00%</a:t>
            </a:r>
          </a:p>
        </p:txBody>
      </p:sp>
      <p:sp>
        <p:nvSpPr>
          <p:cNvPr id="9" name="Text Placeholder 8">
            <a:extLst>
              <a:ext uri="{FF2B5EF4-FFF2-40B4-BE49-F238E27FC236}">
                <a16:creationId xmlns:a16="http://schemas.microsoft.com/office/drawing/2014/main" id="{3F3FD8FB-143C-CB66-123C-0495EB1C33B7}"/>
              </a:ext>
            </a:extLst>
          </p:cNvPr>
          <p:cNvSpPr>
            <a:spLocks noGrp="1"/>
          </p:cNvSpPr>
          <p:nvPr>
            <p:ph type="body" sz="quarter" idx="13"/>
          </p:nvPr>
        </p:nvSpPr>
        <p:spPr>
          <a:xfrm>
            <a:off x="6380919" y="1167327"/>
            <a:ext cx="2476178" cy="4833423"/>
          </a:xfrm>
          <a:prstGeom prst="rect">
            <a:avLst/>
          </a:prstGeom>
        </p:spPr>
        <p:txBody>
          <a:bodyPr/>
          <a:lstStyle>
            <a:lvl1pPr>
              <a:lnSpc>
                <a:spcPct val="110000"/>
              </a:lnSpc>
              <a:spcBef>
                <a:spcPts val="0"/>
              </a:spcBef>
              <a:defRPr>
                <a:solidFill>
                  <a:schemeClr val="tx1"/>
                </a:solidFill>
              </a:defRPr>
            </a:lvl1pPr>
            <a:lvl2pPr>
              <a:lnSpc>
                <a:spcPct val="110000"/>
              </a:lnSpc>
              <a:spcBef>
                <a:spcPts val="0"/>
              </a:spcBef>
              <a:defRPr>
                <a:solidFill>
                  <a:schemeClr val="tx1"/>
                </a:solidFill>
              </a:defRPr>
            </a:lvl2pPr>
            <a:lvl3pPr>
              <a:lnSpc>
                <a:spcPct val="110000"/>
              </a:lnSpc>
              <a:spcBef>
                <a:spcPts val="0"/>
              </a:spcBef>
              <a:defRPr>
                <a:solidFill>
                  <a:schemeClr val="tx1"/>
                </a:solidFill>
              </a:defRPr>
            </a:lvl3pPr>
            <a:lvl4pPr>
              <a:lnSpc>
                <a:spcPct val="110000"/>
              </a:lnSpc>
              <a:spcBef>
                <a:spcPts val="0"/>
              </a:spcBef>
              <a:defRPr>
                <a:solidFill>
                  <a:schemeClr val="tx1"/>
                </a:solidFill>
              </a:defRPr>
            </a:lvl4pPr>
            <a:lvl5pPr>
              <a:lnSpc>
                <a:spcPct val="110000"/>
              </a:lnSpc>
              <a:spcBef>
                <a:spcPts val="0"/>
              </a:spcBef>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Text Placeholder 19">
            <a:extLst>
              <a:ext uri="{FF2B5EF4-FFF2-40B4-BE49-F238E27FC236}">
                <a16:creationId xmlns:a16="http://schemas.microsoft.com/office/drawing/2014/main" id="{AC11D906-6DD0-910D-48BA-0C197C90AA45}"/>
              </a:ext>
            </a:extLst>
          </p:cNvPr>
          <p:cNvSpPr>
            <a:spLocks noGrp="1"/>
          </p:cNvSpPr>
          <p:nvPr>
            <p:ph type="body" sz="quarter" idx="17" hasCustomPrompt="1"/>
          </p:nvPr>
        </p:nvSpPr>
        <p:spPr>
          <a:xfrm>
            <a:off x="9428523" y="214827"/>
            <a:ext cx="2474590" cy="951707"/>
          </a:xfrm>
          <a:prstGeom prst="rect">
            <a:avLst/>
          </a:prstGeom>
        </p:spPr>
        <p:txBody>
          <a:bodyPr/>
          <a:lstStyle>
            <a:lvl1pPr>
              <a:lnSpc>
                <a:spcPct val="90000"/>
              </a:lnSpc>
              <a:defRPr sz="6499">
                <a:gradFill>
                  <a:gsLst>
                    <a:gs pos="0">
                      <a:schemeClr val="accent2"/>
                    </a:gs>
                    <a:gs pos="100000">
                      <a:srgbClr val="FF7EB6"/>
                    </a:gs>
                  </a:gsLst>
                  <a:lin ang="2700000" scaled="0"/>
                </a:gradFill>
              </a:defRPr>
            </a:lvl1pPr>
          </a:lstStyle>
          <a:p>
            <a:pPr lvl="0"/>
            <a:r>
              <a:rPr lang="en-US" dirty="0"/>
              <a:t>00%</a:t>
            </a:r>
          </a:p>
        </p:txBody>
      </p:sp>
      <p:sp>
        <p:nvSpPr>
          <p:cNvPr id="11" name="Text Placeholder 10">
            <a:extLst>
              <a:ext uri="{FF2B5EF4-FFF2-40B4-BE49-F238E27FC236}">
                <a16:creationId xmlns:a16="http://schemas.microsoft.com/office/drawing/2014/main" id="{BA1063D1-FD79-491C-791B-87858EA0CB85}"/>
              </a:ext>
            </a:extLst>
          </p:cNvPr>
          <p:cNvSpPr>
            <a:spLocks noGrp="1"/>
          </p:cNvSpPr>
          <p:nvPr>
            <p:ph type="body" sz="quarter" idx="14"/>
          </p:nvPr>
        </p:nvSpPr>
        <p:spPr>
          <a:xfrm>
            <a:off x="9428522" y="1166534"/>
            <a:ext cx="2476178" cy="4833423"/>
          </a:xfrm>
          <a:prstGeom prst="rect">
            <a:avLst/>
          </a:prstGeom>
        </p:spPr>
        <p:txBody>
          <a:bodyPr/>
          <a:lstStyle>
            <a:lvl1pPr>
              <a:lnSpc>
                <a:spcPct val="110000"/>
              </a:lnSpc>
              <a:spcBef>
                <a:spcPts val="0"/>
              </a:spcBef>
              <a:defRPr>
                <a:solidFill>
                  <a:schemeClr val="tx1"/>
                </a:solidFill>
              </a:defRPr>
            </a:lvl1pPr>
            <a:lvl2pPr>
              <a:lnSpc>
                <a:spcPct val="110000"/>
              </a:lnSpc>
              <a:spcBef>
                <a:spcPts val="0"/>
              </a:spcBef>
              <a:defRPr>
                <a:solidFill>
                  <a:schemeClr val="tx1"/>
                </a:solidFill>
              </a:defRPr>
            </a:lvl2pPr>
            <a:lvl3pPr>
              <a:lnSpc>
                <a:spcPct val="110000"/>
              </a:lnSpc>
              <a:spcBef>
                <a:spcPts val="0"/>
              </a:spcBef>
              <a:defRPr>
                <a:solidFill>
                  <a:schemeClr val="tx1"/>
                </a:solidFill>
              </a:defRPr>
            </a:lvl3pPr>
            <a:lvl4pPr>
              <a:lnSpc>
                <a:spcPct val="110000"/>
              </a:lnSpc>
              <a:spcBef>
                <a:spcPts val="0"/>
              </a:spcBef>
              <a:defRPr>
                <a:solidFill>
                  <a:schemeClr val="tx1"/>
                </a:solidFill>
              </a:defRPr>
            </a:lvl4pPr>
            <a:lvl5pPr>
              <a:lnSpc>
                <a:spcPct val="110000"/>
              </a:lnSpc>
              <a:spcBef>
                <a:spcPts val="0"/>
              </a:spcBef>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Text Placeholder 4">
            <a:extLst>
              <a:ext uri="{FF2B5EF4-FFF2-40B4-BE49-F238E27FC236}">
                <a16:creationId xmlns:a16="http://schemas.microsoft.com/office/drawing/2014/main" id="{1B7E465D-4B5F-2DAE-57C4-590983308A95}"/>
              </a:ext>
            </a:extLst>
          </p:cNvPr>
          <p:cNvSpPr>
            <a:spLocks noGrp="1"/>
          </p:cNvSpPr>
          <p:nvPr>
            <p:ph type="body" sz="quarter" idx="11"/>
          </p:nvPr>
        </p:nvSpPr>
        <p:spPr>
          <a:xfrm>
            <a:off x="3333316" y="6021388"/>
            <a:ext cx="2475384" cy="571500"/>
          </a:xfrm>
          <a:prstGeom prst="rect">
            <a:avLst/>
          </a:prstGeom>
        </p:spPr>
        <p:txBody>
          <a:bodyPr anchor="b"/>
          <a:lstStyle>
            <a:lvl1pPr>
              <a:lnSpc>
                <a:spcPct val="120000"/>
              </a:lnSpc>
              <a:spcBef>
                <a:spcPts val="0"/>
              </a:spcBef>
              <a:defRPr sz="800" b="0" i="0">
                <a:solidFill>
                  <a:schemeClr val="tx1"/>
                </a:solidFill>
                <a:latin typeface="IBM Plex Sans" panose="020B0503050203000203" pitchFamily="34" charset="0"/>
              </a:defRPr>
            </a:lvl1pPr>
            <a:lvl2pPr marL="73137" indent="-73137">
              <a:lnSpc>
                <a:spcPct val="120000"/>
              </a:lnSpc>
              <a:spcBef>
                <a:spcPts val="0"/>
              </a:spcBef>
              <a:defRPr sz="800" b="0" i="0">
                <a:solidFill>
                  <a:schemeClr val="tx1"/>
                </a:solidFill>
                <a:latin typeface="IBM Plex Sans" panose="020B0503050203000203" pitchFamily="34" charset="0"/>
              </a:defRPr>
            </a:lvl2pPr>
            <a:lvl3pPr marL="146275" indent="-73137">
              <a:lnSpc>
                <a:spcPct val="120000"/>
              </a:lnSpc>
              <a:spcBef>
                <a:spcPts val="0"/>
              </a:spcBef>
              <a:defRPr sz="800" b="0" i="0">
                <a:solidFill>
                  <a:schemeClr val="tx1"/>
                </a:solidFill>
                <a:latin typeface="IBM Plex Sans" panose="020B0503050203000203" pitchFamily="34" charset="0"/>
              </a:defRPr>
            </a:lvl3pPr>
            <a:lvl4pPr marL="219412" indent="-73137">
              <a:lnSpc>
                <a:spcPct val="120000"/>
              </a:lnSpc>
              <a:spcBef>
                <a:spcPts val="0"/>
              </a:spcBef>
              <a:defRPr sz="800" b="0" i="0">
                <a:solidFill>
                  <a:schemeClr val="tx1"/>
                </a:solidFill>
                <a:latin typeface="IBM Plex Sans" panose="020B0503050203000203" pitchFamily="34" charset="0"/>
              </a:defRPr>
            </a:lvl4pPr>
            <a:lvl5pPr>
              <a:lnSpc>
                <a:spcPct val="120000"/>
              </a:lnSpc>
              <a:spcBef>
                <a:spcPts val="0"/>
              </a:spcBef>
              <a:defRPr sz="8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15DBF980-9C8F-3F7A-E896-C207BA2781B7}"/>
              </a:ext>
            </a:extLst>
          </p:cNvPr>
          <p:cNvSpPr>
            <a:spLocks noGrp="1"/>
          </p:cNvSpPr>
          <p:nvPr>
            <p:ph type="ftr" sz="quarter" idx="18"/>
          </p:nvPr>
        </p:nvSpPr>
        <p:spPr>
          <a:xfrm>
            <a:off x="284125" y="6402118"/>
            <a:ext cx="2477765" cy="190500"/>
          </a:xfrm>
        </p:spPr>
        <p:txBody>
          <a:bodyPr/>
          <a:lstStyle/>
          <a:p>
            <a:r>
              <a:rPr lang="en-US"/>
              <a:t>IBM Quantum Summit 2023</a:t>
            </a:r>
          </a:p>
        </p:txBody>
      </p:sp>
      <p:sp>
        <p:nvSpPr>
          <p:cNvPr id="6" name="Slide Number">
            <a:extLst>
              <a:ext uri="{FF2B5EF4-FFF2-40B4-BE49-F238E27FC236}">
                <a16:creationId xmlns:a16="http://schemas.microsoft.com/office/drawing/2014/main" id="{85A7B871-06B9-0A3F-4D1D-A14D572C268D}"/>
              </a:ext>
            </a:extLst>
          </p:cNvPr>
          <p:cNvSpPr txBox="1">
            <a:spLocks noGrp="1"/>
          </p:cNvSpPr>
          <p:nvPr>
            <p:ph type="sldNum" sz="quarter" idx="4"/>
          </p:nvPr>
        </p:nvSpPr>
        <p:spPr>
          <a:xfrm>
            <a:off x="11769264" y="6469419"/>
            <a:ext cx="135436" cy="123111"/>
          </a:xfrm>
          <a:prstGeom prst="rect">
            <a:avLst/>
          </a:prstGeom>
          <a:ln w="12700">
            <a:miter lim="400000"/>
          </a:ln>
        </p:spPr>
        <p:txBody>
          <a:bodyPr wrap="squar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1083368050"/>
      </p:ext>
    </p:extLst>
  </p:cSld>
  <p:clrMapOvr>
    <a:masterClrMapping/>
  </p:clrMapOvr>
  <p:transition spd="med"/>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Data, 2 callouts, horizontal">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B48808-B77B-7E67-E7EA-BCC945D4D51B}"/>
              </a:ext>
            </a:extLst>
          </p:cNvPr>
          <p:cNvSpPr>
            <a:spLocks noGrp="1"/>
          </p:cNvSpPr>
          <p:nvPr>
            <p:ph type="title" hasCustomPrompt="1"/>
          </p:nvPr>
        </p:nvSpPr>
        <p:spPr>
          <a:xfrm>
            <a:off x="287300" y="201168"/>
            <a:ext cx="2474590" cy="2667794"/>
          </a:xfrm>
        </p:spPr>
        <p:txBody>
          <a:bodyPr/>
          <a:lstStyle>
            <a:lvl1pPr>
              <a:lnSpc>
                <a:spcPct val="100000"/>
              </a:lnSpc>
              <a:defRPr sz="4299">
                <a:gradFill>
                  <a:gsLst>
                    <a:gs pos="0">
                      <a:schemeClr val="accent2"/>
                    </a:gs>
                    <a:gs pos="100000">
                      <a:srgbClr val="FF7EB6"/>
                    </a:gs>
                  </a:gsLst>
                  <a:lin ang="2700000" scaled="0"/>
                </a:gradFill>
              </a:defRPr>
            </a:lvl1pPr>
          </a:lstStyle>
          <a:p>
            <a:r>
              <a:rPr lang="en-US" dirty="0"/>
              <a:t>+000%</a:t>
            </a:r>
          </a:p>
        </p:txBody>
      </p:sp>
      <p:sp>
        <p:nvSpPr>
          <p:cNvPr id="5" name="Text Placeholder 4">
            <a:extLst>
              <a:ext uri="{FF2B5EF4-FFF2-40B4-BE49-F238E27FC236}">
                <a16:creationId xmlns:a16="http://schemas.microsoft.com/office/drawing/2014/main" id="{88378CF2-9CD6-2749-A489-08A4608D0BDA}"/>
              </a:ext>
            </a:extLst>
          </p:cNvPr>
          <p:cNvSpPr>
            <a:spLocks noGrp="1"/>
          </p:cNvSpPr>
          <p:nvPr>
            <p:ph type="body" sz="quarter" idx="11"/>
          </p:nvPr>
        </p:nvSpPr>
        <p:spPr>
          <a:xfrm>
            <a:off x="3333316" y="201168"/>
            <a:ext cx="5523781" cy="2667794"/>
          </a:xfrm>
          <a:prstGeom prst="rect">
            <a:avLst/>
          </a:prstGeom>
        </p:spPr>
        <p:txBody>
          <a:bodyPr/>
          <a:lstStyle>
            <a:lvl1pPr>
              <a:lnSpc>
                <a:spcPct val="100000"/>
              </a:lnSpc>
              <a:spcBef>
                <a:spcPts val="0"/>
              </a:spcBef>
              <a:defRPr sz="4299">
                <a:solidFill>
                  <a:schemeClr val="tx1"/>
                </a:solidFill>
              </a:defRPr>
            </a:lvl1pPr>
            <a:lvl2pPr marL="393113" indent="-393113">
              <a:lnSpc>
                <a:spcPct val="100000"/>
              </a:lnSpc>
              <a:spcBef>
                <a:spcPts val="0"/>
              </a:spcBef>
              <a:defRPr sz="4299">
                <a:solidFill>
                  <a:schemeClr val="tx1"/>
                </a:solidFill>
              </a:defRPr>
            </a:lvl2pPr>
            <a:lvl3pPr marL="749658" indent="-393113">
              <a:lnSpc>
                <a:spcPct val="100000"/>
              </a:lnSpc>
              <a:spcBef>
                <a:spcPts val="0"/>
              </a:spcBef>
              <a:defRPr sz="4299">
                <a:solidFill>
                  <a:schemeClr val="tx1"/>
                </a:solidFill>
              </a:defRPr>
            </a:lvl3pPr>
            <a:lvl4pPr marL="1142771" indent="-393113">
              <a:lnSpc>
                <a:spcPct val="100000"/>
              </a:lnSpc>
              <a:spcBef>
                <a:spcPts val="0"/>
              </a:spcBef>
              <a:defRPr sz="4299">
                <a:solidFill>
                  <a:schemeClr val="tx1"/>
                </a:solidFill>
              </a:defRPr>
            </a:lvl4pPr>
            <a:lvl5pPr>
              <a:lnSpc>
                <a:spcPct val="100000"/>
              </a:lnSpc>
              <a:spcBef>
                <a:spcPts val="0"/>
              </a:spcBef>
              <a:defRPr sz="4299">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0" name="Straight Connector 9" descr="Horizontal row divider">
            <a:extLst>
              <a:ext uri="{FF2B5EF4-FFF2-40B4-BE49-F238E27FC236}">
                <a16:creationId xmlns:a16="http://schemas.microsoft.com/office/drawing/2014/main" id="{3D81813D-DA09-FCA0-D570-1E2D428C59E9}"/>
              </a:ext>
            </a:extLst>
          </p:cNvPr>
          <p:cNvCxnSpPr/>
          <p:nvPr userDrawn="1"/>
        </p:nvCxnSpPr>
        <p:spPr bwMode="auto">
          <a:xfrm>
            <a:off x="284126" y="3048000"/>
            <a:ext cx="11620574" cy="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9" name="Text Placeholder 8">
            <a:extLst>
              <a:ext uri="{FF2B5EF4-FFF2-40B4-BE49-F238E27FC236}">
                <a16:creationId xmlns:a16="http://schemas.microsoft.com/office/drawing/2014/main" id="{A16C1F9D-1D2C-5BDA-E821-35CB4A8708F5}"/>
              </a:ext>
            </a:extLst>
          </p:cNvPr>
          <p:cNvSpPr>
            <a:spLocks noGrp="1"/>
          </p:cNvSpPr>
          <p:nvPr>
            <p:ph type="body" sz="quarter" idx="12" hasCustomPrompt="1"/>
          </p:nvPr>
        </p:nvSpPr>
        <p:spPr>
          <a:xfrm>
            <a:off x="287300" y="3238500"/>
            <a:ext cx="2474590" cy="2667000"/>
          </a:xfrm>
          <a:prstGeom prst="rect">
            <a:avLst/>
          </a:prstGeom>
        </p:spPr>
        <p:txBody>
          <a:bodyPr/>
          <a:lstStyle>
            <a:lvl1pPr>
              <a:lnSpc>
                <a:spcPct val="100000"/>
              </a:lnSpc>
              <a:defRPr sz="4299">
                <a:gradFill>
                  <a:gsLst>
                    <a:gs pos="0">
                      <a:schemeClr val="accent2"/>
                    </a:gs>
                    <a:gs pos="100000">
                      <a:srgbClr val="FF7EB6"/>
                    </a:gs>
                  </a:gsLst>
                  <a:lin ang="2700000" scaled="0"/>
                </a:gradFill>
              </a:defRPr>
            </a:lvl1pPr>
            <a:lvl2pPr>
              <a:lnSpc>
                <a:spcPct val="100000"/>
              </a:lnSpc>
              <a:defRPr sz="4299">
                <a:solidFill>
                  <a:schemeClr val="accent1"/>
                </a:solidFill>
              </a:defRPr>
            </a:lvl2pPr>
            <a:lvl3pPr>
              <a:lnSpc>
                <a:spcPct val="100000"/>
              </a:lnSpc>
              <a:defRPr sz="4299">
                <a:solidFill>
                  <a:schemeClr val="accent1"/>
                </a:solidFill>
              </a:defRPr>
            </a:lvl3pPr>
            <a:lvl4pPr>
              <a:lnSpc>
                <a:spcPct val="100000"/>
              </a:lnSpc>
              <a:defRPr sz="4299">
                <a:solidFill>
                  <a:schemeClr val="accent1"/>
                </a:solidFill>
              </a:defRPr>
            </a:lvl4pPr>
            <a:lvl5pPr>
              <a:lnSpc>
                <a:spcPct val="100000"/>
              </a:lnSpc>
              <a:defRPr sz="4299">
                <a:solidFill>
                  <a:schemeClr val="accent1"/>
                </a:solidFill>
              </a:defRPr>
            </a:lvl5pPr>
          </a:lstStyle>
          <a:p>
            <a:pPr lvl="0"/>
            <a:r>
              <a:rPr lang="en-US" dirty="0"/>
              <a:t>+000M</a:t>
            </a:r>
          </a:p>
        </p:txBody>
      </p:sp>
      <p:sp>
        <p:nvSpPr>
          <p:cNvPr id="11" name="Text Placeholder 10">
            <a:extLst>
              <a:ext uri="{FF2B5EF4-FFF2-40B4-BE49-F238E27FC236}">
                <a16:creationId xmlns:a16="http://schemas.microsoft.com/office/drawing/2014/main" id="{2C97FE8A-75E3-6FC8-02DD-50E0A4C8C958}"/>
              </a:ext>
            </a:extLst>
          </p:cNvPr>
          <p:cNvSpPr>
            <a:spLocks noGrp="1"/>
          </p:cNvSpPr>
          <p:nvPr>
            <p:ph type="body" sz="quarter" idx="13"/>
          </p:nvPr>
        </p:nvSpPr>
        <p:spPr>
          <a:xfrm>
            <a:off x="3333316" y="3238500"/>
            <a:ext cx="5523781" cy="2667000"/>
          </a:xfrm>
          <a:prstGeom prst="rect">
            <a:avLst/>
          </a:prstGeom>
        </p:spPr>
        <p:txBody>
          <a:bodyPr/>
          <a:lstStyle>
            <a:lvl1pPr>
              <a:lnSpc>
                <a:spcPct val="100000"/>
              </a:lnSpc>
              <a:spcBef>
                <a:spcPts val="0"/>
              </a:spcBef>
              <a:defRPr sz="4299">
                <a:solidFill>
                  <a:schemeClr val="tx1"/>
                </a:solidFill>
              </a:defRPr>
            </a:lvl1pPr>
            <a:lvl2pPr marL="393113" indent="-393113">
              <a:lnSpc>
                <a:spcPct val="100000"/>
              </a:lnSpc>
              <a:spcBef>
                <a:spcPts val="0"/>
              </a:spcBef>
              <a:defRPr sz="4299">
                <a:solidFill>
                  <a:schemeClr val="tx1"/>
                </a:solidFill>
              </a:defRPr>
            </a:lvl2pPr>
            <a:lvl3pPr marL="749658" indent="-393113">
              <a:lnSpc>
                <a:spcPct val="100000"/>
              </a:lnSpc>
              <a:spcBef>
                <a:spcPts val="0"/>
              </a:spcBef>
              <a:defRPr sz="4299">
                <a:solidFill>
                  <a:schemeClr val="tx1"/>
                </a:solidFill>
              </a:defRPr>
            </a:lvl3pPr>
            <a:lvl4pPr marL="1142771" indent="-393113">
              <a:lnSpc>
                <a:spcPct val="100000"/>
              </a:lnSpc>
              <a:spcBef>
                <a:spcPts val="0"/>
              </a:spcBef>
              <a:defRPr sz="4299">
                <a:solidFill>
                  <a:schemeClr val="tx1"/>
                </a:solidFill>
              </a:defRPr>
            </a:lvl4pPr>
            <a:lvl5pPr>
              <a:lnSpc>
                <a:spcPct val="100000"/>
              </a:lnSpc>
              <a:spcBef>
                <a:spcPts val="0"/>
              </a:spcBef>
              <a:defRPr sz="4299">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0837D060-1DA4-2AC5-AC63-E1AFDD16370F}"/>
              </a:ext>
            </a:extLst>
          </p:cNvPr>
          <p:cNvSpPr>
            <a:spLocks noGrp="1"/>
          </p:cNvSpPr>
          <p:nvPr>
            <p:ph type="ftr" sz="quarter" idx="18"/>
          </p:nvPr>
        </p:nvSpPr>
        <p:spPr>
          <a:xfrm>
            <a:off x="284125" y="6402118"/>
            <a:ext cx="2477765" cy="190500"/>
          </a:xfrm>
        </p:spPr>
        <p:txBody>
          <a:bodyPr/>
          <a:lstStyle/>
          <a:p>
            <a:r>
              <a:rPr lang="en-US"/>
              <a:t>IBM Quantum Summit 2023</a:t>
            </a:r>
          </a:p>
        </p:txBody>
      </p:sp>
      <p:sp>
        <p:nvSpPr>
          <p:cNvPr id="6" name="Slide Number">
            <a:extLst>
              <a:ext uri="{FF2B5EF4-FFF2-40B4-BE49-F238E27FC236}">
                <a16:creationId xmlns:a16="http://schemas.microsoft.com/office/drawing/2014/main" id="{B3EE9E1A-5619-752E-836B-A127FD2C7D75}"/>
              </a:ext>
            </a:extLst>
          </p:cNvPr>
          <p:cNvSpPr txBox="1">
            <a:spLocks noGrp="1"/>
          </p:cNvSpPr>
          <p:nvPr>
            <p:ph type="sldNum" sz="quarter" idx="4"/>
          </p:nvPr>
        </p:nvSpPr>
        <p:spPr>
          <a:xfrm>
            <a:off x="11769264" y="6469419"/>
            <a:ext cx="135436" cy="123111"/>
          </a:xfrm>
          <a:prstGeom prst="rect">
            <a:avLst/>
          </a:prstGeom>
          <a:ln w="12700">
            <a:miter lim="400000"/>
          </a:ln>
        </p:spPr>
        <p:txBody>
          <a:bodyPr wrap="squar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3774764434"/>
      </p:ext>
    </p:extLst>
  </p:cSld>
  <p:clrMapOvr>
    <a:masterClrMapping/>
  </p:clrMapOvr>
  <p:transition spd="med"/>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Data, 3 callouts, horizontal">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26D02D-89A9-0455-FACB-7B6D03346E4C}"/>
              </a:ext>
            </a:extLst>
          </p:cNvPr>
          <p:cNvSpPr>
            <a:spLocks noGrp="1"/>
          </p:cNvSpPr>
          <p:nvPr>
            <p:ph type="title"/>
          </p:nvPr>
        </p:nvSpPr>
        <p:spPr>
          <a:xfrm>
            <a:off x="287999" y="288036"/>
            <a:ext cx="2474590" cy="1429544"/>
          </a:xfrm>
        </p:spPr>
        <p:txBody>
          <a:bodyPr/>
          <a:lstStyle>
            <a:lvl1pPr>
              <a:lnSpc>
                <a:spcPct val="110000"/>
              </a:lnSpc>
              <a:defRPr sz="1800">
                <a:solidFill>
                  <a:schemeClr val="tx2"/>
                </a:solidFill>
              </a:defRPr>
            </a:lvl1pPr>
          </a:lstStyle>
          <a:p>
            <a:r>
              <a:rPr lang="en-US"/>
              <a:t>Click to edit Master title style</a:t>
            </a:r>
            <a:endParaRPr lang="en-US" dirty="0"/>
          </a:p>
        </p:txBody>
      </p:sp>
      <p:sp>
        <p:nvSpPr>
          <p:cNvPr id="16" name="Text Placeholder 15">
            <a:extLst>
              <a:ext uri="{FF2B5EF4-FFF2-40B4-BE49-F238E27FC236}">
                <a16:creationId xmlns:a16="http://schemas.microsoft.com/office/drawing/2014/main" id="{BBB79390-98CC-5F62-D373-F6646F767DD0}"/>
              </a:ext>
            </a:extLst>
          </p:cNvPr>
          <p:cNvSpPr>
            <a:spLocks noGrp="1"/>
          </p:cNvSpPr>
          <p:nvPr>
            <p:ph type="body" sz="quarter" idx="15" hasCustomPrompt="1"/>
          </p:nvPr>
        </p:nvSpPr>
        <p:spPr>
          <a:xfrm>
            <a:off x="3333316" y="205740"/>
            <a:ext cx="2475384" cy="1429544"/>
          </a:xfrm>
          <a:prstGeom prst="rect">
            <a:avLst/>
          </a:prstGeom>
        </p:spPr>
        <p:txBody>
          <a:bodyPr/>
          <a:lstStyle>
            <a:lvl1pPr>
              <a:lnSpc>
                <a:spcPct val="90000"/>
              </a:lnSpc>
              <a:defRPr sz="6499">
                <a:gradFill>
                  <a:gsLst>
                    <a:gs pos="0">
                      <a:schemeClr val="accent2"/>
                    </a:gs>
                    <a:gs pos="100000">
                      <a:srgbClr val="FF7EB6"/>
                    </a:gs>
                  </a:gsLst>
                  <a:lin ang="2700000" scaled="0"/>
                </a:gradFill>
              </a:defRPr>
            </a:lvl1pPr>
            <a:lvl2pPr marL="0" indent="0">
              <a:buNone/>
              <a:defRPr/>
            </a:lvl2pPr>
          </a:lstStyle>
          <a:p>
            <a:r>
              <a:rPr lang="en-US" dirty="0"/>
              <a:t>00%</a:t>
            </a:r>
          </a:p>
        </p:txBody>
      </p:sp>
      <p:sp>
        <p:nvSpPr>
          <p:cNvPr id="7" name="Text Placeholder 6">
            <a:extLst>
              <a:ext uri="{FF2B5EF4-FFF2-40B4-BE49-F238E27FC236}">
                <a16:creationId xmlns:a16="http://schemas.microsoft.com/office/drawing/2014/main" id="{FDDE7F16-A938-0D17-3BFA-034F142A8082}"/>
              </a:ext>
            </a:extLst>
          </p:cNvPr>
          <p:cNvSpPr>
            <a:spLocks noGrp="1"/>
          </p:cNvSpPr>
          <p:nvPr>
            <p:ph type="body" sz="quarter" idx="12"/>
          </p:nvPr>
        </p:nvSpPr>
        <p:spPr>
          <a:xfrm>
            <a:off x="6380919" y="288036"/>
            <a:ext cx="3809504" cy="1429544"/>
          </a:xfrm>
          <a:prstGeom prst="rect">
            <a:avLst/>
          </a:prstGeom>
        </p:spPr>
        <p:txBody>
          <a:bodyPr/>
          <a:lstStyle>
            <a:lvl1pPr>
              <a:lnSpc>
                <a:spcPct val="110000"/>
              </a:lnSpc>
              <a:spcBef>
                <a:spcPts val="0"/>
              </a:spcBef>
              <a:defRPr>
                <a:solidFill>
                  <a:schemeClr val="tx1"/>
                </a:solidFill>
              </a:defRPr>
            </a:lvl1pPr>
            <a:lvl2pPr>
              <a:lnSpc>
                <a:spcPct val="110000"/>
              </a:lnSpc>
              <a:spcBef>
                <a:spcPts val="0"/>
              </a:spcBef>
              <a:defRPr>
                <a:solidFill>
                  <a:schemeClr val="tx1"/>
                </a:solidFill>
              </a:defRPr>
            </a:lvl2pPr>
            <a:lvl3pPr>
              <a:lnSpc>
                <a:spcPct val="110000"/>
              </a:lnSpc>
              <a:spcBef>
                <a:spcPts val="0"/>
              </a:spcBef>
              <a:defRPr>
                <a:solidFill>
                  <a:schemeClr val="tx1"/>
                </a:solidFill>
              </a:defRPr>
            </a:lvl3pPr>
            <a:lvl4pPr>
              <a:lnSpc>
                <a:spcPct val="110000"/>
              </a:lnSpc>
              <a:spcBef>
                <a:spcPts val="0"/>
              </a:spcBef>
              <a:defRPr>
                <a:solidFill>
                  <a:schemeClr val="tx1"/>
                </a:solidFill>
              </a:defRPr>
            </a:lvl4pPr>
            <a:lvl5pPr>
              <a:lnSpc>
                <a:spcPct val="110000"/>
              </a:lnSpc>
              <a:spcBef>
                <a:spcPts val="0"/>
              </a:spcBef>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7" name="Straight Connector 16" descr="Horizontal row divider">
            <a:extLst>
              <a:ext uri="{FF2B5EF4-FFF2-40B4-BE49-F238E27FC236}">
                <a16:creationId xmlns:a16="http://schemas.microsoft.com/office/drawing/2014/main" id="{1103109C-6DA9-8F27-B4B1-EE276442E489}"/>
              </a:ext>
            </a:extLst>
          </p:cNvPr>
          <p:cNvCxnSpPr/>
          <p:nvPr userDrawn="1"/>
        </p:nvCxnSpPr>
        <p:spPr bwMode="auto">
          <a:xfrm>
            <a:off x="3333316" y="2000250"/>
            <a:ext cx="8571384" cy="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8" name="Text Placeholder 17">
            <a:extLst>
              <a:ext uri="{FF2B5EF4-FFF2-40B4-BE49-F238E27FC236}">
                <a16:creationId xmlns:a16="http://schemas.microsoft.com/office/drawing/2014/main" id="{3516E6B1-7020-1EA5-CDD4-B1FC6CE2740C}"/>
              </a:ext>
            </a:extLst>
          </p:cNvPr>
          <p:cNvSpPr>
            <a:spLocks noGrp="1"/>
          </p:cNvSpPr>
          <p:nvPr>
            <p:ph type="body" sz="quarter" idx="16" hasCustomPrompt="1"/>
          </p:nvPr>
        </p:nvSpPr>
        <p:spPr>
          <a:xfrm>
            <a:off x="3333316" y="2093976"/>
            <a:ext cx="2475384" cy="1428753"/>
          </a:xfrm>
          <a:prstGeom prst="rect">
            <a:avLst/>
          </a:prstGeom>
        </p:spPr>
        <p:txBody>
          <a:bodyPr/>
          <a:lstStyle>
            <a:lvl1pPr>
              <a:lnSpc>
                <a:spcPct val="90000"/>
              </a:lnSpc>
              <a:defRPr sz="6499">
                <a:gradFill>
                  <a:gsLst>
                    <a:gs pos="0">
                      <a:schemeClr val="accent2"/>
                    </a:gs>
                    <a:gs pos="100000">
                      <a:srgbClr val="FF7EB6"/>
                    </a:gs>
                  </a:gsLst>
                  <a:lin ang="2700000" scaled="0"/>
                </a:gradFill>
              </a:defRPr>
            </a:lvl1pPr>
          </a:lstStyle>
          <a:p>
            <a:r>
              <a:rPr lang="en-US" dirty="0"/>
              <a:t>00%</a:t>
            </a:r>
          </a:p>
        </p:txBody>
      </p:sp>
      <p:sp>
        <p:nvSpPr>
          <p:cNvPr id="9" name="Text Placeholder 8">
            <a:extLst>
              <a:ext uri="{FF2B5EF4-FFF2-40B4-BE49-F238E27FC236}">
                <a16:creationId xmlns:a16="http://schemas.microsoft.com/office/drawing/2014/main" id="{3F3FD8FB-143C-CB66-123C-0495EB1C33B7}"/>
              </a:ext>
            </a:extLst>
          </p:cNvPr>
          <p:cNvSpPr>
            <a:spLocks noGrp="1"/>
          </p:cNvSpPr>
          <p:nvPr>
            <p:ph type="body" sz="quarter" idx="13"/>
          </p:nvPr>
        </p:nvSpPr>
        <p:spPr>
          <a:xfrm>
            <a:off x="6380919" y="2190750"/>
            <a:ext cx="3809504" cy="1428750"/>
          </a:xfrm>
          <a:prstGeom prst="rect">
            <a:avLst/>
          </a:prstGeom>
        </p:spPr>
        <p:txBody>
          <a:bodyPr/>
          <a:lstStyle>
            <a:lvl1pPr>
              <a:lnSpc>
                <a:spcPct val="110000"/>
              </a:lnSpc>
              <a:spcBef>
                <a:spcPts val="0"/>
              </a:spcBef>
              <a:defRPr>
                <a:solidFill>
                  <a:schemeClr val="tx1"/>
                </a:solidFill>
              </a:defRPr>
            </a:lvl1pPr>
            <a:lvl2pPr>
              <a:lnSpc>
                <a:spcPct val="110000"/>
              </a:lnSpc>
              <a:spcBef>
                <a:spcPts val="0"/>
              </a:spcBef>
              <a:defRPr>
                <a:solidFill>
                  <a:schemeClr val="tx1"/>
                </a:solidFill>
              </a:defRPr>
            </a:lvl2pPr>
            <a:lvl3pPr>
              <a:lnSpc>
                <a:spcPct val="110000"/>
              </a:lnSpc>
              <a:spcBef>
                <a:spcPts val="0"/>
              </a:spcBef>
              <a:defRPr>
                <a:solidFill>
                  <a:schemeClr val="tx1"/>
                </a:solidFill>
              </a:defRPr>
            </a:lvl3pPr>
            <a:lvl4pPr>
              <a:lnSpc>
                <a:spcPct val="110000"/>
              </a:lnSpc>
              <a:spcBef>
                <a:spcPts val="0"/>
              </a:spcBef>
              <a:defRPr>
                <a:solidFill>
                  <a:schemeClr val="tx1"/>
                </a:solidFill>
              </a:defRPr>
            </a:lvl4pPr>
            <a:lvl5pPr>
              <a:lnSpc>
                <a:spcPct val="110000"/>
              </a:lnSpc>
              <a:spcBef>
                <a:spcPts val="0"/>
              </a:spcBef>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5" name="Straight Connector 14" descr="Horizontal row divider">
            <a:extLst>
              <a:ext uri="{FF2B5EF4-FFF2-40B4-BE49-F238E27FC236}">
                <a16:creationId xmlns:a16="http://schemas.microsoft.com/office/drawing/2014/main" id="{687931BB-B3EF-829C-B354-B048514D5138}"/>
              </a:ext>
            </a:extLst>
          </p:cNvPr>
          <p:cNvCxnSpPr/>
          <p:nvPr userDrawn="1"/>
        </p:nvCxnSpPr>
        <p:spPr bwMode="auto">
          <a:xfrm>
            <a:off x="3333316" y="4095750"/>
            <a:ext cx="8571384" cy="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20" name="Text Placeholder 19">
            <a:extLst>
              <a:ext uri="{FF2B5EF4-FFF2-40B4-BE49-F238E27FC236}">
                <a16:creationId xmlns:a16="http://schemas.microsoft.com/office/drawing/2014/main" id="{AC11D906-6DD0-910D-48BA-0C197C90AA45}"/>
              </a:ext>
            </a:extLst>
          </p:cNvPr>
          <p:cNvSpPr>
            <a:spLocks noGrp="1"/>
          </p:cNvSpPr>
          <p:nvPr>
            <p:ph type="body" sz="quarter" idx="17" hasCustomPrompt="1"/>
          </p:nvPr>
        </p:nvSpPr>
        <p:spPr>
          <a:xfrm>
            <a:off x="3333317" y="4201668"/>
            <a:ext cx="2475383" cy="1428753"/>
          </a:xfrm>
          <a:prstGeom prst="rect">
            <a:avLst/>
          </a:prstGeom>
        </p:spPr>
        <p:txBody>
          <a:bodyPr/>
          <a:lstStyle>
            <a:lvl1pPr>
              <a:lnSpc>
                <a:spcPct val="90000"/>
              </a:lnSpc>
              <a:defRPr sz="6499">
                <a:gradFill>
                  <a:gsLst>
                    <a:gs pos="0">
                      <a:schemeClr val="accent2"/>
                    </a:gs>
                    <a:gs pos="100000">
                      <a:srgbClr val="FF7EB6"/>
                    </a:gs>
                  </a:gsLst>
                  <a:lin ang="2700000" scaled="0"/>
                </a:gradFill>
              </a:defRPr>
            </a:lvl1pPr>
          </a:lstStyle>
          <a:p>
            <a:r>
              <a:rPr lang="en-US" dirty="0"/>
              <a:t>00%</a:t>
            </a:r>
          </a:p>
        </p:txBody>
      </p:sp>
      <p:sp>
        <p:nvSpPr>
          <p:cNvPr id="11" name="Text Placeholder 10">
            <a:extLst>
              <a:ext uri="{FF2B5EF4-FFF2-40B4-BE49-F238E27FC236}">
                <a16:creationId xmlns:a16="http://schemas.microsoft.com/office/drawing/2014/main" id="{BA1063D1-FD79-491C-791B-87858EA0CB85}"/>
              </a:ext>
            </a:extLst>
          </p:cNvPr>
          <p:cNvSpPr>
            <a:spLocks noGrp="1"/>
          </p:cNvSpPr>
          <p:nvPr>
            <p:ph type="body" sz="quarter" idx="14"/>
          </p:nvPr>
        </p:nvSpPr>
        <p:spPr>
          <a:xfrm>
            <a:off x="6380919" y="4286250"/>
            <a:ext cx="3809504" cy="1428750"/>
          </a:xfrm>
          <a:prstGeom prst="rect">
            <a:avLst/>
          </a:prstGeom>
        </p:spPr>
        <p:txBody>
          <a:bodyPr/>
          <a:lstStyle>
            <a:lvl1pPr>
              <a:lnSpc>
                <a:spcPct val="110000"/>
              </a:lnSpc>
              <a:spcBef>
                <a:spcPts val="0"/>
              </a:spcBef>
              <a:defRPr>
                <a:solidFill>
                  <a:schemeClr val="tx1"/>
                </a:solidFill>
              </a:defRPr>
            </a:lvl1pPr>
            <a:lvl2pPr>
              <a:lnSpc>
                <a:spcPct val="110000"/>
              </a:lnSpc>
              <a:spcBef>
                <a:spcPts val="0"/>
              </a:spcBef>
              <a:defRPr>
                <a:solidFill>
                  <a:schemeClr val="tx1"/>
                </a:solidFill>
              </a:defRPr>
            </a:lvl2pPr>
            <a:lvl3pPr>
              <a:lnSpc>
                <a:spcPct val="110000"/>
              </a:lnSpc>
              <a:spcBef>
                <a:spcPts val="0"/>
              </a:spcBef>
              <a:defRPr>
                <a:solidFill>
                  <a:schemeClr val="tx1"/>
                </a:solidFill>
              </a:defRPr>
            </a:lvl3pPr>
            <a:lvl4pPr>
              <a:lnSpc>
                <a:spcPct val="110000"/>
              </a:lnSpc>
              <a:spcBef>
                <a:spcPts val="0"/>
              </a:spcBef>
              <a:defRPr>
                <a:solidFill>
                  <a:schemeClr val="tx1"/>
                </a:solidFill>
              </a:defRPr>
            </a:lvl4pPr>
            <a:lvl5pPr>
              <a:lnSpc>
                <a:spcPct val="110000"/>
              </a:lnSpc>
              <a:spcBef>
                <a:spcPts val="0"/>
              </a:spcBef>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Text Placeholder 4">
            <a:extLst>
              <a:ext uri="{FF2B5EF4-FFF2-40B4-BE49-F238E27FC236}">
                <a16:creationId xmlns:a16="http://schemas.microsoft.com/office/drawing/2014/main" id="{1B7E465D-4B5F-2DAE-57C4-590983308A95}"/>
              </a:ext>
            </a:extLst>
          </p:cNvPr>
          <p:cNvSpPr>
            <a:spLocks noGrp="1"/>
          </p:cNvSpPr>
          <p:nvPr>
            <p:ph type="body" sz="quarter" idx="11"/>
          </p:nvPr>
        </p:nvSpPr>
        <p:spPr>
          <a:xfrm>
            <a:off x="3333316" y="6021388"/>
            <a:ext cx="2475384" cy="571500"/>
          </a:xfrm>
          <a:prstGeom prst="rect">
            <a:avLst/>
          </a:prstGeom>
        </p:spPr>
        <p:txBody>
          <a:bodyPr anchor="b"/>
          <a:lstStyle>
            <a:lvl1pPr>
              <a:lnSpc>
                <a:spcPct val="120000"/>
              </a:lnSpc>
              <a:spcBef>
                <a:spcPts val="0"/>
              </a:spcBef>
              <a:defRPr sz="800" b="0" i="0">
                <a:solidFill>
                  <a:schemeClr val="tx1"/>
                </a:solidFill>
                <a:latin typeface="IBM Plex Sans" panose="020B0503050203000203" pitchFamily="34" charset="0"/>
              </a:defRPr>
            </a:lvl1pPr>
            <a:lvl2pPr>
              <a:lnSpc>
                <a:spcPct val="120000"/>
              </a:lnSpc>
              <a:spcBef>
                <a:spcPts val="0"/>
              </a:spcBef>
              <a:defRPr sz="800" b="0" i="0">
                <a:solidFill>
                  <a:schemeClr val="tx1"/>
                </a:solidFill>
                <a:latin typeface="IBM Plex Sans" panose="020B0503050203000203" pitchFamily="34" charset="0"/>
              </a:defRPr>
            </a:lvl2pPr>
            <a:lvl3pPr>
              <a:lnSpc>
                <a:spcPct val="120000"/>
              </a:lnSpc>
              <a:spcBef>
                <a:spcPts val="0"/>
              </a:spcBef>
              <a:defRPr sz="800" b="0" i="0">
                <a:solidFill>
                  <a:schemeClr val="tx1"/>
                </a:solidFill>
                <a:latin typeface="IBM Plex Sans" panose="020B0503050203000203" pitchFamily="34" charset="0"/>
              </a:defRPr>
            </a:lvl3pPr>
            <a:lvl4pPr>
              <a:lnSpc>
                <a:spcPct val="120000"/>
              </a:lnSpc>
              <a:spcBef>
                <a:spcPts val="0"/>
              </a:spcBef>
              <a:defRPr sz="800" b="0" i="0">
                <a:solidFill>
                  <a:schemeClr val="tx1"/>
                </a:solidFill>
                <a:latin typeface="IBM Plex Sans" panose="020B0503050203000203" pitchFamily="34" charset="0"/>
              </a:defRPr>
            </a:lvl4pPr>
            <a:lvl5pPr>
              <a:lnSpc>
                <a:spcPct val="120000"/>
              </a:lnSpc>
              <a:spcBef>
                <a:spcPts val="0"/>
              </a:spcBef>
              <a:defRPr sz="800" b="0" i="0">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75C67502-D618-DC10-9CCC-905693ABB58E}"/>
              </a:ext>
            </a:extLst>
          </p:cNvPr>
          <p:cNvSpPr>
            <a:spLocks noGrp="1"/>
          </p:cNvSpPr>
          <p:nvPr>
            <p:ph type="ftr" sz="quarter" idx="18"/>
          </p:nvPr>
        </p:nvSpPr>
        <p:spPr>
          <a:xfrm>
            <a:off x="284125" y="6402118"/>
            <a:ext cx="2477765" cy="190500"/>
          </a:xfrm>
        </p:spPr>
        <p:txBody>
          <a:bodyPr/>
          <a:lstStyle/>
          <a:p>
            <a:r>
              <a:rPr lang="en-US"/>
              <a:t>IBM Quantum Summit 2023</a:t>
            </a:r>
          </a:p>
        </p:txBody>
      </p:sp>
      <p:sp>
        <p:nvSpPr>
          <p:cNvPr id="6" name="Slide Number">
            <a:extLst>
              <a:ext uri="{FF2B5EF4-FFF2-40B4-BE49-F238E27FC236}">
                <a16:creationId xmlns:a16="http://schemas.microsoft.com/office/drawing/2014/main" id="{022EFDDC-A614-EFF6-CE30-E60F4DB9F755}"/>
              </a:ext>
            </a:extLst>
          </p:cNvPr>
          <p:cNvSpPr txBox="1">
            <a:spLocks noGrp="1"/>
          </p:cNvSpPr>
          <p:nvPr>
            <p:ph type="sldNum" sz="quarter" idx="4"/>
          </p:nvPr>
        </p:nvSpPr>
        <p:spPr>
          <a:xfrm>
            <a:off x="11769264" y="6469419"/>
            <a:ext cx="135436" cy="123111"/>
          </a:xfrm>
          <a:prstGeom prst="rect">
            <a:avLst/>
          </a:prstGeom>
          <a:ln w="12700">
            <a:miter lim="400000"/>
          </a:ln>
        </p:spPr>
        <p:txBody>
          <a:bodyPr wrap="squar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3656111609"/>
      </p:ext>
    </p:extLst>
  </p:cSld>
  <p:clrMapOvr>
    <a:masterClrMapping/>
  </p:clrMapOvr>
  <p:transition spd="med"/>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4 columns ">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D740D-848C-40A7-AB96-E7B74E0A800D}"/>
              </a:ext>
            </a:extLst>
          </p:cNvPr>
          <p:cNvSpPr>
            <a:spLocks noGrp="1"/>
          </p:cNvSpPr>
          <p:nvPr>
            <p:ph type="title"/>
          </p:nvPr>
        </p:nvSpPr>
        <p:spPr>
          <a:xfrm>
            <a:off x="287999" y="288036"/>
            <a:ext cx="2474590" cy="762794"/>
          </a:xfrm>
        </p:spPr>
        <p:txBody>
          <a:bodyPr/>
          <a:lstStyle>
            <a:lvl1pPr>
              <a:lnSpc>
                <a:spcPct val="110000"/>
              </a:lnSpc>
              <a:defRPr sz="1400">
                <a:solidFill>
                  <a:schemeClr val="tx2"/>
                </a:solidFill>
              </a:defRPr>
            </a:lvl1pPr>
          </a:lstStyle>
          <a:p>
            <a:r>
              <a:rPr lang="en-US"/>
              <a:t>Click to edit Master title style</a:t>
            </a:r>
            <a:endParaRPr lang="en-US" dirty="0"/>
          </a:p>
        </p:txBody>
      </p:sp>
      <p:sp>
        <p:nvSpPr>
          <p:cNvPr id="5" name="Text Placeholder 4">
            <a:extLst>
              <a:ext uri="{FF2B5EF4-FFF2-40B4-BE49-F238E27FC236}">
                <a16:creationId xmlns:a16="http://schemas.microsoft.com/office/drawing/2014/main" id="{1C17B282-9F6A-839A-442D-69BC9DF3749A}"/>
              </a:ext>
            </a:extLst>
          </p:cNvPr>
          <p:cNvSpPr>
            <a:spLocks noGrp="1"/>
          </p:cNvSpPr>
          <p:nvPr>
            <p:ph type="body" sz="quarter" idx="11"/>
          </p:nvPr>
        </p:nvSpPr>
        <p:spPr>
          <a:xfrm>
            <a:off x="287999" y="1714500"/>
            <a:ext cx="2477765" cy="4286250"/>
          </a:xfrm>
          <a:prstGeom prst="rect">
            <a:avLst/>
          </a:prstGeom>
        </p:spPr>
        <p:txBody>
          <a:bodyPr/>
          <a:lstStyle>
            <a:lvl1pPr>
              <a:spcBef>
                <a:spcPts val="0"/>
              </a:spcBef>
              <a:defRPr sz="1000" b="0" i="0">
                <a:solidFill>
                  <a:schemeClr val="tx1"/>
                </a:solidFill>
                <a:latin typeface="IBM Plex Sans" panose="020B0503050203000203" pitchFamily="34" charset="0"/>
              </a:defRPr>
            </a:lvl1pPr>
            <a:lvl2pPr marL="91422" indent="-91422">
              <a:spcBef>
                <a:spcPts val="0"/>
              </a:spcBef>
              <a:defRPr sz="1000" b="0" i="0">
                <a:solidFill>
                  <a:schemeClr val="tx1"/>
                </a:solidFill>
                <a:latin typeface="IBM Plex Sans" panose="020B0503050203000203" pitchFamily="34" charset="0"/>
              </a:defRPr>
            </a:lvl2pPr>
            <a:lvl3pPr marL="182843" indent="-91422">
              <a:spcBef>
                <a:spcPts val="0"/>
              </a:spcBef>
              <a:defRPr sz="1000" b="0" i="0">
                <a:solidFill>
                  <a:schemeClr val="tx1"/>
                </a:solidFill>
                <a:latin typeface="IBM Plex Sans" panose="020B0503050203000203" pitchFamily="34" charset="0"/>
              </a:defRPr>
            </a:lvl3pPr>
            <a:lvl4pPr marL="274265" indent="-91422">
              <a:spcBef>
                <a:spcPts val="0"/>
              </a:spcBef>
              <a:defRPr sz="1000" b="0" i="0">
                <a:solidFill>
                  <a:schemeClr val="tx1"/>
                </a:solidFill>
                <a:latin typeface="IBM Plex Sans" panose="020B0503050203000203" pitchFamily="34" charset="0"/>
              </a:defRPr>
            </a:lvl4pPr>
            <a:lvl5pPr>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7" name="Text Placeholder 6">
            <a:extLst>
              <a:ext uri="{FF2B5EF4-FFF2-40B4-BE49-F238E27FC236}">
                <a16:creationId xmlns:a16="http://schemas.microsoft.com/office/drawing/2014/main" id="{F9E6C7C8-F097-FDD3-FF97-3FC4133BC68D}"/>
              </a:ext>
            </a:extLst>
          </p:cNvPr>
          <p:cNvSpPr>
            <a:spLocks noGrp="1"/>
          </p:cNvSpPr>
          <p:nvPr>
            <p:ph type="body" sz="quarter" idx="12"/>
          </p:nvPr>
        </p:nvSpPr>
        <p:spPr>
          <a:xfrm>
            <a:off x="3333316" y="1714500"/>
            <a:ext cx="2475384" cy="4286250"/>
          </a:xfrm>
          <a:prstGeom prst="rect">
            <a:avLst/>
          </a:prstGeom>
        </p:spPr>
        <p:txBody>
          <a:bodyPr/>
          <a:lstStyle>
            <a:lvl1pPr>
              <a:spcBef>
                <a:spcPts val="0"/>
              </a:spcBef>
              <a:defRPr sz="1000" b="0" i="0">
                <a:solidFill>
                  <a:schemeClr val="tx1"/>
                </a:solidFill>
                <a:latin typeface="IBM Plex Sans" panose="020B0503050203000203" pitchFamily="34" charset="0"/>
              </a:defRPr>
            </a:lvl1pPr>
            <a:lvl2pPr marL="91422" indent="-91422">
              <a:spcBef>
                <a:spcPts val="0"/>
              </a:spcBef>
              <a:defRPr sz="1000" b="0" i="0">
                <a:solidFill>
                  <a:schemeClr val="tx1"/>
                </a:solidFill>
                <a:latin typeface="IBM Plex Sans" panose="020B0503050203000203" pitchFamily="34" charset="0"/>
              </a:defRPr>
            </a:lvl2pPr>
            <a:lvl3pPr marL="182843" indent="-91422">
              <a:spcBef>
                <a:spcPts val="0"/>
              </a:spcBef>
              <a:defRPr sz="1000" b="0" i="0">
                <a:solidFill>
                  <a:schemeClr val="tx1"/>
                </a:solidFill>
                <a:latin typeface="IBM Plex Sans" panose="020B0503050203000203" pitchFamily="34" charset="0"/>
              </a:defRPr>
            </a:lvl3pPr>
            <a:lvl4pPr marL="274265" indent="-91422">
              <a:spcBef>
                <a:spcPts val="0"/>
              </a:spcBef>
              <a:defRPr sz="1000" b="0" i="0">
                <a:solidFill>
                  <a:schemeClr val="tx1"/>
                </a:solidFill>
                <a:latin typeface="IBM Plex Sans" panose="020B0503050203000203" pitchFamily="34" charset="0"/>
              </a:defRPr>
            </a:lvl4pPr>
            <a:lvl5pPr>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Text Placeholder 8">
            <a:extLst>
              <a:ext uri="{FF2B5EF4-FFF2-40B4-BE49-F238E27FC236}">
                <a16:creationId xmlns:a16="http://schemas.microsoft.com/office/drawing/2014/main" id="{1E0B684B-61D6-CF9E-57FC-892D7CEE8D1D}"/>
              </a:ext>
            </a:extLst>
          </p:cNvPr>
          <p:cNvSpPr>
            <a:spLocks noGrp="1"/>
          </p:cNvSpPr>
          <p:nvPr>
            <p:ph type="body" sz="quarter" idx="13"/>
          </p:nvPr>
        </p:nvSpPr>
        <p:spPr>
          <a:xfrm>
            <a:off x="6380919" y="1714500"/>
            <a:ext cx="2476178" cy="4286250"/>
          </a:xfrm>
          <a:prstGeom prst="rect">
            <a:avLst/>
          </a:prstGeom>
        </p:spPr>
        <p:txBody>
          <a:bodyPr/>
          <a:lstStyle>
            <a:lvl1pPr>
              <a:spcBef>
                <a:spcPts val="0"/>
              </a:spcBef>
              <a:defRPr sz="1000" b="0" i="0">
                <a:solidFill>
                  <a:schemeClr val="tx1"/>
                </a:solidFill>
                <a:latin typeface="IBM Plex Sans" panose="020B0503050203000203" pitchFamily="34" charset="0"/>
              </a:defRPr>
            </a:lvl1pPr>
            <a:lvl2pPr marL="91422" indent="-91422">
              <a:spcBef>
                <a:spcPts val="0"/>
              </a:spcBef>
              <a:defRPr sz="1000" b="0" i="0">
                <a:solidFill>
                  <a:schemeClr val="tx1"/>
                </a:solidFill>
                <a:latin typeface="IBM Plex Sans" panose="020B0503050203000203" pitchFamily="34" charset="0"/>
              </a:defRPr>
            </a:lvl2pPr>
            <a:lvl3pPr marL="182843" indent="-91422">
              <a:spcBef>
                <a:spcPts val="0"/>
              </a:spcBef>
              <a:defRPr sz="1000" b="0" i="0">
                <a:solidFill>
                  <a:schemeClr val="tx1"/>
                </a:solidFill>
                <a:latin typeface="IBM Plex Sans" panose="020B0503050203000203" pitchFamily="34" charset="0"/>
              </a:defRPr>
            </a:lvl3pPr>
            <a:lvl4pPr marL="274265" indent="-91422">
              <a:spcBef>
                <a:spcPts val="0"/>
              </a:spcBef>
              <a:defRPr sz="1000" b="0" i="0">
                <a:solidFill>
                  <a:schemeClr val="tx1"/>
                </a:solidFill>
                <a:latin typeface="IBM Plex Sans" panose="020B0503050203000203" pitchFamily="34" charset="0"/>
              </a:defRPr>
            </a:lvl4pPr>
            <a:lvl5pPr>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Text Placeholder 10">
            <a:extLst>
              <a:ext uri="{FF2B5EF4-FFF2-40B4-BE49-F238E27FC236}">
                <a16:creationId xmlns:a16="http://schemas.microsoft.com/office/drawing/2014/main" id="{1E0D5184-93C0-B658-7967-FBC78C38A518}"/>
              </a:ext>
            </a:extLst>
          </p:cNvPr>
          <p:cNvSpPr>
            <a:spLocks noGrp="1"/>
          </p:cNvSpPr>
          <p:nvPr>
            <p:ph type="body" sz="quarter" idx="14"/>
          </p:nvPr>
        </p:nvSpPr>
        <p:spPr>
          <a:xfrm>
            <a:off x="9428522" y="1714500"/>
            <a:ext cx="2479352" cy="4286250"/>
          </a:xfrm>
          <a:prstGeom prst="rect">
            <a:avLst/>
          </a:prstGeom>
        </p:spPr>
        <p:txBody>
          <a:bodyPr/>
          <a:lstStyle>
            <a:lvl1pPr>
              <a:spcBef>
                <a:spcPts val="0"/>
              </a:spcBef>
              <a:defRPr sz="1000" b="0" i="0">
                <a:solidFill>
                  <a:schemeClr val="tx1"/>
                </a:solidFill>
                <a:latin typeface="IBM Plex Sans" panose="020B0503050203000203" pitchFamily="34" charset="0"/>
              </a:defRPr>
            </a:lvl1pPr>
            <a:lvl2pPr marL="91422" indent="-91422">
              <a:spcBef>
                <a:spcPts val="0"/>
              </a:spcBef>
              <a:defRPr sz="1000" b="0" i="0">
                <a:solidFill>
                  <a:schemeClr val="tx1"/>
                </a:solidFill>
                <a:latin typeface="IBM Plex Sans" panose="020B0503050203000203" pitchFamily="34" charset="0"/>
              </a:defRPr>
            </a:lvl2pPr>
            <a:lvl3pPr marL="182843" indent="-91422">
              <a:spcBef>
                <a:spcPts val="0"/>
              </a:spcBef>
              <a:defRPr sz="1000" b="0" i="0">
                <a:solidFill>
                  <a:schemeClr val="tx1"/>
                </a:solidFill>
                <a:latin typeface="IBM Plex Sans" panose="020B0503050203000203" pitchFamily="34" charset="0"/>
              </a:defRPr>
            </a:lvl3pPr>
            <a:lvl4pPr marL="274265" indent="-91422">
              <a:spcBef>
                <a:spcPts val="0"/>
              </a:spcBef>
              <a:defRPr sz="1000" b="0" i="0">
                <a:solidFill>
                  <a:schemeClr val="tx1"/>
                </a:solidFill>
                <a:latin typeface="IBM Plex Sans" panose="020B0503050203000203" pitchFamily="34" charset="0"/>
              </a:defRPr>
            </a:lvl4pPr>
            <a:lvl5pPr>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FBB77C83-5304-5E09-3590-D4337DA42A40}"/>
              </a:ext>
            </a:extLst>
          </p:cNvPr>
          <p:cNvSpPr>
            <a:spLocks noGrp="1"/>
          </p:cNvSpPr>
          <p:nvPr>
            <p:ph type="ftr" sz="quarter" idx="18"/>
          </p:nvPr>
        </p:nvSpPr>
        <p:spPr>
          <a:xfrm>
            <a:off x="284125" y="6402118"/>
            <a:ext cx="2477765" cy="190500"/>
          </a:xfrm>
        </p:spPr>
        <p:txBody>
          <a:bodyPr/>
          <a:lstStyle/>
          <a:p>
            <a:r>
              <a:rPr lang="en-US"/>
              <a:t>IBM Quantum Summit 2023</a:t>
            </a:r>
          </a:p>
        </p:txBody>
      </p:sp>
      <p:sp>
        <p:nvSpPr>
          <p:cNvPr id="6" name="Slide Number">
            <a:extLst>
              <a:ext uri="{FF2B5EF4-FFF2-40B4-BE49-F238E27FC236}">
                <a16:creationId xmlns:a16="http://schemas.microsoft.com/office/drawing/2014/main" id="{E78A9E4F-B41B-2A68-ED74-D619432AAB28}"/>
              </a:ext>
            </a:extLst>
          </p:cNvPr>
          <p:cNvSpPr txBox="1">
            <a:spLocks noGrp="1"/>
          </p:cNvSpPr>
          <p:nvPr>
            <p:ph type="sldNum" sz="quarter" idx="4"/>
          </p:nvPr>
        </p:nvSpPr>
        <p:spPr>
          <a:xfrm>
            <a:off x="11769264" y="6469419"/>
            <a:ext cx="135436" cy="123111"/>
          </a:xfrm>
          <a:prstGeom prst="rect">
            <a:avLst/>
          </a:prstGeom>
          <a:ln w="12700">
            <a:miter lim="400000"/>
          </a:ln>
        </p:spPr>
        <p:txBody>
          <a:bodyPr wrap="squar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3261313497"/>
      </p:ext>
    </p:extLst>
  </p:cSld>
  <p:clrMapOvr>
    <a:masterClrMapping/>
  </p:clrMapOvr>
  <p:transition spd="med"/>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4 columns, short divider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D740D-848C-40A7-AB96-E7B74E0A800D}"/>
              </a:ext>
            </a:extLst>
          </p:cNvPr>
          <p:cNvSpPr>
            <a:spLocks noGrp="1"/>
          </p:cNvSpPr>
          <p:nvPr>
            <p:ph type="title"/>
          </p:nvPr>
        </p:nvSpPr>
        <p:spPr>
          <a:xfrm>
            <a:off x="287999" y="288036"/>
            <a:ext cx="2474590" cy="762794"/>
          </a:xfrm>
        </p:spPr>
        <p:txBody>
          <a:bodyPr/>
          <a:lstStyle>
            <a:lvl1pPr>
              <a:lnSpc>
                <a:spcPct val="110000"/>
              </a:lnSpc>
              <a:defRPr sz="1400">
                <a:solidFill>
                  <a:schemeClr val="tx2"/>
                </a:solidFill>
              </a:defRPr>
            </a:lvl1pPr>
          </a:lstStyle>
          <a:p>
            <a:r>
              <a:rPr lang="en-US"/>
              <a:t>Click to edit Master title style</a:t>
            </a:r>
            <a:endParaRPr lang="en-US" dirty="0"/>
          </a:p>
        </p:txBody>
      </p:sp>
      <p:sp>
        <p:nvSpPr>
          <p:cNvPr id="6" name="Text Placeholder 5">
            <a:extLst>
              <a:ext uri="{FF2B5EF4-FFF2-40B4-BE49-F238E27FC236}">
                <a16:creationId xmlns:a16="http://schemas.microsoft.com/office/drawing/2014/main" id="{9792CE3F-FA6A-2FE0-0146-4BFD45CF296A}"/>
              </a:ext>
            </a:extLst>
          </p:cNvPr>
          <p:cNvSpPr>
            <a:spLocks noGrp="1"/>
          </p:cNvSpPr>
          <p:nvPr>
            <p:ph type="body" sz="quarter" idx="15"/>
          </p:nvPr>
        </p:nvSpPr>
        <p:spPr>
          <a:xfrm>
            <a:off x="3333316" y="288036"/>
            <a:ext cx="2477765" cy="762794"/>
          </a:xfrm>
          <a:prstGeom prst="rect">
            <a:avLst/>
          </a:prstGeom>
        </p:spPr>
        <p:txBody>
          <a:bodyPr/>
          <a:lstStyle>
            <a:lvl1pPr>
              <a:lnSpc>
                <a:spcPct val="110000"/>
              </a:lnSpc>
              <a:spcBef>
                <a:spcPts val="0"/>
              </a:spcBef>
              <a:defRPr sz="1000" b="0" i="0">
                <a:solidFill>
                  <a:schemeClr val="tx1"/>
                </a:solidFill>
                <a:latin typeface="IBM Plex Sans" panose="020B0503050203000203" pitchFamily="34" charset="0"/>
              </a:defRPr>
            </a:lvl1pPr>
            <a:lvl2pPr marL="91422" indent="-91422">
              <a:lnSpc>
                <a:spcPct val="110000"/>
              </a:lnSpc>
              <a:spcBef>
                <a:spcPts val="0"/>
              </a:spcBef>
              <a:defRPr sz="1000" b="0" i="0">
                <a:solidFill>
                  <a:schemeClr val="tx1"/>
                </a:solidFill>
                <a:latin typeface="IBM Plex Sans" panose="020B0503050203000203" pitchFamily="34" charset="0"/>
              </a:defRPr>
            </a:lvl2pPr>
            <a:lvl3pPr marL="182843" indent="-91422">
              <a:lnSpc>
                <a:spcPct val="110000"/>
              </a:lnSpc>
              <a:spcBef>
                <a:spcPts val="0"/>
              </a:spcBef>
              <a:defRPr sz="1000" b="0" i="0">
                <a:solidFill>
                  <a:schemeClr val="tx1"/>
                </a:solidFill>
                <a:latin typeface="IBM Plex Sans" panose="020B0503050203000203" pitchFamily="34" charset="0"/>
              </a:defRPr>
            </a:lvl3pPr>
            <a:lvl4pPr marL="274265" indent="-91422">
              <a:lnSpc>
                <a:spcPct val="110000"/>
              </a:lnSpc>
              <a:spcBef>
                <a:spcPts val="0"/>
              </a:spcBef>
              <a:defRPr sz="1000" b="0" i="0">
                <a:solidFill>
                  <a:schemeClr val="tx1"/>
                </a:solidFill>
                <a:latin typeface="IBM Plex Sans" panose="020B0503050203000203" pitchFamily="34" charset="0"/>
              </a:defRPr>
            </a:lvl4pPr>
            <a:lvl5pPr>
              <a:lnSpc>
                <a:spcPct val="110000"/>
              </a:lnSpc>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Text Placeholder 6">
            <a:extLst>
              <a:ext uri="{FF2B5EF4-FFF2-40B4-BE49-F238E27FC236}">
                <a16:creationId xmlns:a16="http://schemas.microsoft.com/office/drawing/2014/main" id="{1239EA8E-6B4C-405F-E7F6-ABB450E07109}"/>
              </a:ext>
            </a:extLst>
          </p:cNvPr>
          <p:cNvSpPr>
            <a:spLocks noGrp="1"/>
          </p:cNvSpPr>
          <p:nvPr>
            <p:ph type="body" sz="quarter" idx="19"/>
          </p:nvPr>
        </p:nvSpPr>
        <p:spPr>
          <a:xfrm>
            <a:off x="289681" y="1714500"/>
            <a:ext cx="2475384" cy="4286250"/>
          </a:xfrm>
          <a:prstGeom prst="rect">
            <a:avLst/>
          </a:prstGeom>
        </p:spPr>
        <p:txBody>
          <a:bodyPr/>
          <a:lstStyle>
            <a:lvl1pPr>
              <a:lnSpc>
                <a:spcPct val="110000"/>
              </a:lnSpc>
              <a:spcBef>
                <a:spcPts val="0"/>
              </a:spcBef>
              <a:defRPr sz="1000" b="0" i="0">
                <a:solidFill>
                  <a:schemeClr val="tx1"/>
                </a:solidFill>
                <a:latin typeface="IBM Plex Sans" panose="020B0503050203000203" pitchFamily="34" charset="0"/>
              </a:defRPr>
            </a:lvl1pPr>
            <a:lvl2pPr marL="91422" indent="-91422">
              <a:lnSpc>
                <a:spcPct val="110000"/>
              </a:lnSpc>
              <a:spcBef>
                <a:spcPts val="0"/>
              </a:spcBef>
              <a:defRPr sz="1000" b="0" i="0">
                <a:solidFill>
                  <a:schemeClr val="tx1"/>
                </a:solidFill>
                <a:latin typeface="IBM Plex Sans" panose="020B0503050203000203" pitchFamily="34" charset="0"/>
              </a:defRPr>
            </a:lvl2pPr>
            <a:lvl3pPr marL="182843" indent="-91422">
              <a:lnSpc>
                <a:spcPct val="110000"/>
              </a:lnSpc>
              <a:spcBef>
                <a:spcPts val="0"/>
              </a:spcBef>
              <a:defRPr sz="1000" b="0" i="0">
                <a:solidFill>
                  <a:schemeClr val="tx1"/>
                </a:solidFill>
                <a:latin typeface="IBM Plex Sans" panose="020B0503050203000203" pitchFamily="34" charset="0"/>
              </a:defRPr>
            </a:lvl3pPr>
            <a:lvl4pPr marL="274265" indent="-91422">
              <a:lnSpc>
                <a:spcPct val="110000"/>
              </a:lnSpc>
              <a:spcBef>
                <a:spcPts val="0"/>
              </a:spcBef>
              <a:defRPr sz="1000" b="0" i="0">
                <a:solidFill>
                  <a:schemeClr val="tx1"/>
                </a:solidFill>
                <a:latin typeface="IBM Plex Sans" panose="020B0503050203000203" pitchFamily="34" charset="0"/>
              </a:defRPr>
            </a:lvl4pPr>
            <a:lvl5pPr>
              <a:lnSpc>
                <a:spcPct val="110000"/>
              </a:lnSpc>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20" name="Straight Connector 19" descr="Vertical column divider">
            <a:extLst>
              <a:ext uri="{FF2B5EF4-FFF2-40B4-BE49-F238E27FC236}">
                <a16:creationId xmlns:a16="http://schemas.microsoft.com/office/drawing/2014/main" id="{ABAB2974-AD95-0BF2-C41A-265AEF03B4F7}"/>
              </a:ext>
            </a:extLst>
          </p:cNvPr>
          <p:cNvCxnSpPr>
            <a:cxnSpLocks/>
          </p:cNvCxnSpPr>
          <p:nvPr userDrawn="1"/>
        </p:nvCxnSpPr>
        <p:spPr bwMode="auto">
          <a:xfrm>
            <a:off x="3047603" y="1714500"/>
            <a:ext cx="0" cy="428625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7" name="Text Placeholder 6">
            <a:extLst>
              <a:ext uri="{FF2B5EF4-FFF2-40B4-BE49-F238E27FC236}">
                <a16:creationId xmlns:a16="http://schemas.microsoft.com/office/drawing/2014/main" id="{F9E6C7C8-F097-FDD3-FF97-3FC4133BC68D}"/>
              </a:ext>
            </a:extLst>
          </p:cNvPr>
          <p:cNvSpPr>
            <a:spLocks noGrp="1"/>
          </p:cNvSpPr>
          <p:nvPr>
            <p:ph type="body" sz="quarter" idx="12"/>
          </p:nvPr>
        </p:nvSpPr>
        <p:spPr>
          <a:xfrm>
            <a:off x="3333316" y="1714500"/>
            <a:ext cx="2475384" cy="4286250"/>
          </a:xfrm>
          <a:prstGeom prst="rect">
            <a:avLst/>
          </a:prstGeom>
        </p:spPr>
        <p:txBody>
          <a:bodyPr/>
          <a:lstStyle>
            <a:lvl1pPr>
              <a:lnSpc>
                <a:spcPct val="110000"/>
              </a:lnSpc>
              <a:spcBef>
                <a:spcPts val="0"/>
              </a:spcBef>
              <a:defRPr sz="1000" b="0" i="0">
                <a:solidFill>
                  <a:schemeClr val="tx1"/>
                </a:solidFill>
                <a:latin typeface="IBM Plex Sans" panose="020B0503050203000203" pitchFamily="34" charset="0"/>
              </a:defRPr>
            </a:lvl1pPr>
            <a:lvl2pPr marL="91422" indent="-91422">
              <a:lnSpc>
                <a:spcPct val="110000"/>
              </a:lnSpc>
              <a:spcBef>
                <a:spcPts val="0"/>
              </a:spcBef>
              <a:defRPr sz="1000" b="0" i="0">
                <a:solidFill>
                  <a:schemeClr val="tx1"/>
                </a:solidFill>
                <a:latin typeface="IBM Plex Sans" panose="020B0503050203000203" pitchFamily="34" charset="0"/>
              </a:defRPr>
            </a:lvl2pPr>
            <a:lvl3pPr marL="182843" indent="-91422">
              <a:lnSpc>
                <a:spcPct val="110000"/>
              </a:lnSpc>
              <a:spcBef>
                <a:spcPts val="0"/>
              </a:spcBef>
              <a:defRPr sz="1000" b="0" i="0">
                <a:solidFill>
                  <a:schemeClr val="tx1"/>
                </a:solidFill>
                <a:latin typeface="IBM Plex Sans" panose="020B0503050203000203" pitchFamily="34" charset="0"/>
              </a:defRPr>
            </a:lvl3pPr>
            <a:lvl4pPr marL="274265" indent="-91422">
              <a:lnSpc>
                <a:spcPct val="110000"/>
              </a:lnSpc>
              <a:spcBef>
                <a:spcPts val="0"/>
              </a:spcBef>
              <a:defRPr sz="1000" b="0" i="0">
                <a:solidFill>
                  <a:schemeClr val="tx1"/>
                </a:solidFill>
                <a:latin typeface="IBM Plex Sans" panose="020B0503050203000203" pitchFamily="34" charset="0"/>
              </a:defRPr>
            </a:lvl4pPr>
            <a:lvl5pPr>
              <a:lnSpc>
                <a:spcPct val="110000"/>
              </a:lnSpc>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21" name="Straight Connector 20" descr="Vertical column divider">
            <a:extLst>
              <a:ext uri="{FF2B5EF4-FFF2-40B4-BE49-F238E27FC236}">
                <a16:creationId xmlns:a16="http://schemas.microsoft.com/office/drawing/2014/main" id="{CDB8CB8D-C4DB-E357-4948-59CD6A18A9DC}"/>
              </a:ext>
            </a:extLst>
          </p:cNvPr>
          <p:cNvCxnSpPr/>
          <p:nvPr userDrawn="1"/>
        </p:nvCxnSpPr>
        <p:spPr bwMode="auto">
          <a:xfrm>
            <a:off x="6093683" y="1714500"/>
            <a:ext cx="0" cy="4288536"/>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9" name="Text Placeholder 8">
            <a:extLst>
              <a:ext uri="{FF2B5EF4-FFF2-40B4-BE49-F238E27FC236}">
                <a16:creationId xmlns:a16="http://schemas.microsoft.com/office/drawing/2014/main" id="{1E0B684B-61D6-CF9E-57FC-892D7CEE8D1D}"/>
              </a:ext>
            </a:extLst>
          </p:cNvPr>
          <p:cNvSpPr>
            <a:spLocks noGrp="1"/>
          </p:cNvSpPr>
          <p:nvPr>
            <p:ph type="body" sz="quarter" idx="13"/>
          </p:nvPr>
        </p:nvSpPr>
        <p:spPr>
          <a:xfrm>
            <a:off x="6380919" y="1714500"/>
            <a:ext cx="2476178" cy="4286250"/>
          </a:xfrm>
          <a:prstGeom prst="rect">
            <a:avLst/>
          </a:prstGeom>
        </p:spPr>
        <p:txBody>
          <a:bodyPr/>
          <a:lstStyle>
            <a:lvl1pPr>
              <a:lnSpc>
                <a:spcPct val="110000"/>
              </a:lnSpc>
              <a:spcBef>
                <a:spcPts val="0"/>
              </a:spcBef>
              <a:defRPr sz="1000" b="0" i="0">
                <a:solidFill>
                  <a:schemeClr val="tx1"/>
                </a:solidFill>
                <a:latin typeface="IBM Plex Sans" panose="020B0503050203000203" pitchFamily="34" charset="0"/>
              </a:defRPr>
            </a:lvl1pPr>
            <a:lvl2pPr marL="91422" indent="-91422">
              <a:lnSpc>
                <a:spcPct val="110000"/>
              </a:lnSpc>
              <a:spcBef>
                <a:spcPts val="0"/>
              </a:spcBef>
              <a:defRPr sz="1000" b="0" i="0">
                <a:solidFill>
                  <a:schemeClr val="tx1"/>
                </a:solidFill>
                <a:latin typeface="IBM Plex Sans" panose="020B0503050203000203" pitchFamily="34" charset="0"/>
              </a:defRPr>
            </a:lvl2pPr>
            <a:lvl3pPr marL="182843" indent="-91422">
              <a:lnSpc>
                <a:spcPct val="110000"/>
              </a:lnSpc>
              <a:spcBef>
                <a:spcPts val="0"/>
              </a:spcBef>
              <a:defRPr sz="1000" b="0" i="0">
                <a:solidFill>
                  <a:schemeClr val="tx1"/>
                </a:solidFill>
                <a:latin typeface="IBM Plex Sans" panose="020B0503050203000203" pitchFamily="34" charset="0"/>
              </a:defRPr>
            </a:lvl3pPr>
            <a:lvl4pPr marL="274265" indent="-91422">
              <a:lnSpc>
                <a:spcPct val="110000"/>
              </a:lnSpc>
              <a:spcBef>
                <a:spcPts val="0"/>
              </a:spcBef>
              <a:defRPr sz="1000" b="0" i="0">
                <a:solidFill>
                  <a:schemeClr val="tx1"/>
                </a:solidFill>
                <a:latin typeface="IBM Plex Sans" panose="020B0503050203000203" pitchFamily="34" charset="0"/>
              </a:defRPr>
            </a:lvl4pPr>
            <a:lvl5pPr>
              <a:lnSpc>
                <a:spcPct val="110000"/>
              </a:lnSpc>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22" name="Straight Connector 21" descr="Vertical column divider">
            <a:extLst>
              <a:ext uri="{FF2B5EF4-FFF2-40B4-BE49-F238E27FC236}">
                <a16:creationId xmlns:a16="http://schemas.microsoft.com/office/drawing/2014/main" id="{8B5887E5-28C4-AA99-EBD5-E34B88F46F25}"/>
              </a:ext>
            </a:extLst>
          </p:cNvPr>
          <p:cNvCxnSpPr/>
          <p:nvPr userDrawn="1"/>
        </p:nvCxnSpPr>
        <p:spPr bwMode="auto">
          <a:xfrm>
            <a:off x="9142810" y="1714500"/>
            <a:ext cx="0" cy="4288536"/>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1" name="Text Placeholder 10">
            <a:extLst>
              <a:ext uri="{FF2B5EF4-FFF2-40B4-BE49-F238E27FC236}">
                <a16:creationId xmlns:a16="http://schemas.microsoft.com/office/drawing/2014/main" id="{1E0D5184-93C0-B658-7967-FBC78C38A518}"/>
              </a:ext>
            </a:extLst>
          </p:cNvPr>
          <p:cNvSpPr>
            <a:spLocks noGrp="1"/>
          </p:cNvSpPr>
          <p:nvPr>
            <p:ph type="body" sz="quarter" idx="14"/>
          </p:nvPr>
        </p:nvSpPr>
        <p:spPr>
          <a:xfrm>
            <a:off x="9428522" y="1714500"/>
            <a:ext cx="2479352" cy="4286250"/>
          </a:xfrm>
          <a:prstGeom prst="rect">
            <a:avLst/>
          </a:prstGeom>
        </p:spPr>
        <p:txBody>
          <a:bodyPr/>
          <a:lstStyle>
            <a:lvl1pPr>
              <a:lnSpc>
                <a:spcPct val="110000"/>
              </a:lnSpc>
              <a:spcBef>
                <a:spcPts val="0"/>
              </a:spcBef>
              <a:defRPr sz="1000" b="0" i="0">
                <a:solidFill>
                  <a:schemeClr val="tx1"/>
                </a:solidFill>
                <a:latin typeface="IBM Plex Sans" panose="020B0503050203000203" pitchFamily="34" charset="0"/>
              </a:defRPr>
            </a:lvl1pPr>
            <a:lvl2pPr marL="91422" indent="-91422">
              <a:lnSpc>
                <a:spcPct val="110000"/>
              </a:lnSpc>
              <a:spcBef>
                <a:spcPts val="0"/>
              </a:spcBef>
              <a:defRPr sz="1000" b="0" i="0">
                <a:solidFill>
                  <a:schemeClr val="tx1"/>
                </a:solidFill>
                <a:latin typeface="IBM Plex Sans" panose="020B0503050203000203" pitchFamily="34" charset="0"/>
              </a:defRPr>
            </a:lvl2pPr>
            <a:lvl3pPr marL="182843" indent="-91422">
              <a:lnSpc>
                <a:spcPct val="110000"/>
              </a:lnSpc>
              <a:spcBef>
                <a:spcPts val="0"/>
              </a:spcBef>
              <a:defRPr sz="1000" b="0" i="0">
                <a:solidFill>
                  <a:schemeClr val="tx1"/>
                </a:solidFill>
                <a:latin typeface="IBM Plex Sans" panose="020B0503050203000203" pitchFamily="34" charset="0"/>
              </a:defRPr>
            </a:lvl3pPr>
            <a:lvl4pPr marL="274265" indent="-91422">
              <a:lnSpc>
                <a:spcPct val="110000"/>
              </a:lnSpc>
              <a:spcBef>
                <a:spcPts val="0"/>
              </a:spcBef>
              <a:defRPr sz="1000" b="0" i="0">
                <a:solidFill>
                  <a:schemeClr val="tx1"/>
                </a:solidFill>
                <a:latin typeface="IBM Plex Sans" panose="020B0503050203000203" pitchFamily="34" charset="0"/>
              </a:defRPr>
            </a:lvl4pPr>
            <a:lvl5pPr>
              <a:lnSpc>
                <a:spcPct val="110000"/>
              </a:lnSpc>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769EE7B3-BC6A-6676-8FA2-607F9B08DA3D}"/>
              </a:ext>
            </a:extLst>
          </p:cNvPr>
          <p:cNvSpPr>
            <a:spLocks noGrp="1"/>
          </p:cNvSpPr>
          <p:nvPr>
            <p:ph type="ftr" sz="quarter" idx="18"/>
          </p:nvPr>
        </p:nvSpPr>
        <p:spPr>
          <a:xfrm>
            <a:off x="284125" y="6402118"/>
            <a:ext cx="2477765" cy="190500"/>
          </a:xfrm>
        </p:spPr>
        <p:txBody>
          <a:bodyPr/>
          <a:lstStyle/>
          <a:p>
            <a:r>
              <a:rPr lang="en-US"/>
              <a:t>IBM Quantum Summit 2023</a:t>
            </a:r>
          </a:p>
        </p:txBody>
      </p:sp>
      <p:sp>
        <p:nvSpPr>
          <p:cNvPr id="5" name="Slide Number">
            <a:extLst>
              <a:ext uri="{FF2B5EF4-FFF2-40B4-BE49-F238E27FC236}">
                <a16:creationId xmlns:a16="http://schemas.microsoft.com/office/drawing/2014/main" id="{DB52D7E1-3828-A1B9-9239-637B1E2A5431}"/>
              </a:ext>
            </a:extLst>
          </p:cNvPr>
          <p:cNvSpPr txBox="1">
            <a:spLocks noGrp="1"/>
          </p:cNvSpPr>
          <p:nvPr>
            <p:ph type="sldNum" sz="quarter" idx="4"/>
          </p:nvPr>
        </p:nvSpPr>
        <p:spPr>
          <a:xfrm>
            <a:off x="11769264" y="6469419"/>
            <a:ext cx="135436" cy="123111"/>
          </a:xfrm>
          <a:prstGeom prst="rect">
            <a:avLst/>
          </a:prstGeom>
          <a:ln w="12700">
            <a:miter lim="400000"/>
          </a:ln>
        </p:spPr>
        <p:txBody>
          <a:bodyPr wrap="squar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3152310234"/>
      </p:ext>
    </p:extLst>
  </p:cSld>
  <p:clrMapOvr>
    <a:masterClrMapping/>
  </p:clrMapOvr>
  <p:transition spd="med"/>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 4 columns, dividers, headline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D740D-848C-40A7-AB96-E7B74E0A800D}"/>
              </a:ext>
            </a:extLst>
          </p:cNvPr>
          <p:cNvSpPr>
            <a:spLocks noGrp="1"/>
          </p:cNvSpPr>
          <p:nvPr>
            <p:ph type="title"/>
          </p:nvPr>
        </p:nvSpPr>
        <p:spPr>
          <a:xfrm>
            <a:off x="287999" y="288036"/>
            <a:ext cx="2474590" cy="762794"/>
          </a:xfrm>
        </p:spPr>
        <p:txBody>
          <a:bodyPr/>
          <a:lstStyle>
            <a:lvl1pPr>
              <a:lnSpc>
                <a:spcPct val="110000"/>
              </a:lnSpc>
              <a:defRPr sz="1400">
                <a:solidFill>
                  <a:schemeClr val="tx2"/>
                </a:solidFill>
              </a:defRPr>
            </a:lvl1pPr>
          </a:lstStyle>
          <a:p>
            <a:r>
              <a:rPr lang="en-US"/>
              <a:t>Click to edit Master title style</a:t>
            </a:r>
            <a:endParaRPr lang="en-US" dirty="0"/>
          </a:p>
        </p:txBody>
      </p:sp>
      <p:cxnSp>
        <p:nvCxnSpPr>
          <p:cNvPr id="14" name="Straight Connector 13" descr="Vertical column divider">
            <a:extLst>
              <a:ext uri="{FF2B5EF4-FFF2-40B4-BE49-F238E27FC236}">
                <a16:creationId xmlns:a16="http://schemas.microsoft.com/office/drawing/2014/main" id="{C6EB28FF-C21F-A83D-2D19-2242B76C6B09}"/>
              </a:ext>
            </a:extLst>
          </p:cNvPr>
          <p:cNvCxnSpPr/>
          <p:nvPr userDrawn="1"/>
        </p:nvCxnSpPr>
        <p:spPr bwMode="auto">
          <a:xfrm>
            <a:off x="3047603" y="284957"/>
            <a:ext cx="0" cy="5715794"/>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6" name="Text Placeholder 5">
            <a:extLst>
              <a:ext uri="{FF2B5EF4-FFF2-40B4-BE49-F238E27FC236}">
                <a16:creationId xmlns:a16="http://schemas.microsoft.com/office/drawing/2014/main" id="{9792CE3F-FA6A-2FE0-0146-4BFD45CF296A}"/>
              </a:ext>
            </a:extLst>
          </p:cNvPr>
          <p:cNvSpPr>
            <a:spLocks noGrp="1"/>
          </p:cNvSpPr>
          <p:nvPr>
            <p:ph type="body" sz="quarter" idx="15"/>
          </p:nvPr>
        </p:nvSpPr>
        <p:spPr>
          <a:xfrm>
            <a:off x="3333316" y="288036"/>
            <a:ext cx="2477765" cy="762794"/>
          </a:xfrm>
          <a:prstGeom prst="rect">
            <a:avLst/>
          </a:prstGeo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7" name="Text Placeholder 6">
            <a:extLst>
              <a:ext uri="{FF2B5EF4-FFF2-40B4-BE49-F238E27FC236}">
                <a16:creationId xmlns:a16="http://schemas.microsoft.com/office/drawing/2014/main" id="{F9E6C7C8-F097-FDD3-FF97-3FC4133BC68D}"/>
              </a:ext>
            </a:extLst>
          </p:cNvPr>
          <p:cNvSpPr>
            <a:spLocks noGrp="1"/>
          </p:cNvSpPr>
          <p:nvPr>
            <p:ph type="body" sz="quarter" idx="12"/>
          </p:nvPr>
        </p:nvSpPr>
        <p:spPr>
          <a:xfrm>
            <a:off x="3333316" y="1714500"/>
            <a:ext cx="2475384" cy="4286250"/>
          </a:xfrm>
          <a:prstGeom prst="rect">
            <a:avLst/>
          </a:prstGeom>
        </p:spPr>
        <p:txBody>
          <a:bodyPr/>
          <a:lstStyle>
            <a:lvl1pPr>
              <a:spcBef>
                <a:spcPts val="0"/>
              </a:spcBef>
              <a:defRPr sz="1000" b="0" i="0">
                <a:solidFill>
                  <a:schemeClr val="tx1"/>
                </a:solidFill>
                <a:latin typeface="IBM Plex Sans" panose="020B0503050203000203" pitchFamily="34" charset="0"/>
              </a:defRPr>
            </a:lvl1pPr>
            <a:lvl2pPr marL="91422" indent="-91422">
              <a:spcBef>
                <a:spcPts val="0"/>
              </a:spcBef>
              <a:defRPr sz="1000" b="0" i="0">
                <a:solidFill>
                  <a:schemeClr val="tx1"/>
                </a:solidFill>
                <a:latin typeface="IBM Plex Sans" panose="020B0503050203000203" pitchFamily="34" charset="0"/>
              </a:defRPr>
            </a:lvl2pPr>
            <a:lvl3pPr marL="182843" indent="-91422">
              <a:spcBef>
                <a:spcPts val="0"/>
              </a:spcBef>
              <a:defRPr sz="1000" b="0" i="0">
                <a:solidFill>
                  <a:schemeClr val="tx1"/>
                </a:solidFill>
                <a:latin typeface="IBM Plex Sans" panose="020B0503050203000203" pitchFamily="34" charset="0"/>
              </a:defRPr>
            </a:lvl3pPr>
            <a:lvl4pPr marL="274265" indent="-91422">
              <a:spcBef>
                <a:spcPts val="0"/>
              </a:spcBef>
              <a:defRPr sz="1000" b="0" i="0">
                <a:solidFill>
                  <a:schemeClr val="tx1"/>
                </a:solidFill>
                <a:latin typeface="IBM Plex Sans" panose="020B0503050203000203" pitchFamily="34" charset="0"/>
              </a:defRPr>
            </a:lvl4pPr>
            <a:lvl5pPr>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8" name="Straight Connector 17" descr="Vertical column divider">
            <a:extLst>
              <a:ext uri="{FF2B5EF4-FFF2-40B4-BE49-F238E27FC236}">
                <a16:creationId xmlns:a16="http://schemas.microsoft.com/office/drawing/2014/main" id="{3D7A0E74-695D-C6F5-07CD-01209D58A70A}"/>
              </a:ext>
            </a:extLst>
          </p:cNvPr>
          <p:cNvCxnSpPr/>
          <p:nvPr userDrawn="1"/>
        </p:nvCxnSpPr>
        <p:spPr bwMode="auto">
          <a:xfrm>
            <a:off x="6093683" y="283464"/>
            <a:ext cx="0" cy="5715794"/>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0" name="Text Placeholder 9">
            <a:extLst>
              <a:ext uri="{FF2B5EF4-FFF2-40B4-BE49-F238E27FC236}">
                <a16:creationId xmlns:a16="http://schemas.microsoft.com/office/drawing/2014/main" id="{793A9C8C-F98C-5899-BE8B-D1A544D66C6A}"/>
              </a:ext>
            </a:extLst>
          </p:cNvPr>
          <p:cNvSpPr>
            <a:spLocks noGrp="1"/>
          </p:cNvSpPr>
          <p:nvPr>
            <p:ph type="body" sz="quarter" idx="16"/>
          </p:nvPr>
        </p:nvSpPr>
        <p:spPr>
          <a:xfrm>
            <a:off x="6380919" y="288036"/>
            <a:ext cx="2476178" cy="762794"/>
          </a:xfrm>
          <a:prstGeom prst="rect">
            <a:avLst/>
          </a:prstGeo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Text Placeholder 8">
            <a:extLst>
              <a:ext uri="{FF2B5EF4-FFF2-40B4-BE49-F238E27FC236}">
                <a16:creationId xmlns:a16="http://schemas.microsoft.com/office/drawing/2014/main" id="{1E0B684B-61D6-CF9E-57FC-892D7CEE8D1D}"/>
              </a:ext>
            </a:extLst>
          </p:cNvPr>
          <p:cNvSpPr>
            <a:spLocks noGrp="1"/>
          </p:cNvSpPr>
          <p:nvPr>
            <p:ph type="body" sz="quarter" idx="13"/>
          </p:nvPr>
        </p:nvSpPr>
        <p:spPr>
          <a:xfrm>
            <a:off x="6380919" y="1714500"/>
            <a:ext cx="2476178" cy="4286250"/>
          </a:xfrm>
          <a:prstGeom prst="rect">
            <a:avLst/>
          </a:prstGeom>
        </p:spPr>
        <p:txBody>
          <a:bodyPr/>
          <a:lstStyle>
            <a:lvl1pPr>
              <a:spcBef>
                <a:spcPts val="0"/>
              </a:spcBef>
              <a:defRPr sz="1000" b="0" i="0">
                <a:solidFill>
                  <a:schemeClr val="tx1"/>
                </a:solidFill>
                <a:latin typeface="IBM Plex Sans" panose="020B0503050203000203" pitchFamily="34" charset="0"/>
              </a:defRPr>
            </a:lvl1pPr>
            <a:lvl2pPr marL="91422" indent="-91422">
              <a:spcBef>
                <a:spcPts val="0"/>
              </a:spcBef>
              <a:defRPr sz="1000" b="0" i="0">
                <a:solidFill>
                  <a:schemeClr val="tx1"/>
                </a:solidFill>
                <a:latin typeface="IBM Plex Sans" panose="020B0503050203000203" pitchFamily="34" charset="0"/>
              </a:defRPr>
            </a:lvl2pPr>
            <a:lvl3pPr marL="182843" indent="-91422">
              <a:spcBef>
                <a:spcPts val="0"/>
              </a:spcBef>
              <a:defRPr sz="1000" b="0" i="0">
                <a:solidFill>
                  <a:schemeClr val="tx1"/>
                </a:solidFill>
                <a:latin typeface="IBM Plex Sans" panose="020B0503050203000203" pitchFamily="34" charset="0"/>
              </a:defRPr>
            </a:lvl3pPr>
            <a:lvl4pPr marL="274265" indent="-91422">
              <a:spcBef>
                <a:spcPts val="0"/>
              </a:spcBef>
              <a:defRPr sz="1000" b="0" i="0">
                <a:solidFill>
                  <a:schemeClr val="tx1"/>
                </a:solidFill>
                <a:latin typeface="IBM Plex Sans" panose="020B0503050203000203" pitchFamily="34" charset="0"/>
              </a:defRPr>
            </a:lvl4pPr>
            <a:lvl5pPr>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9" name="Straight Connector 18" descr="Vertical column divider">
            <a:extLst>
              <a:ext uri="{FF2B5EF4-FFF2-40B4-BE49-F238E27FC236}">
                <a16:creationId xmlns:a16="http://schemas.microsoft.com/office/drawing/2014/main" id="{19E1AC9A-B000-435B-E4BC-54B09FB7957C}"/>
              </a:ext>
            </a:extLst>
          </p:cNvPr>
          <p:cNvCxnSpPr/>
          <p:nvPr userDrawn="1"/>
        </p:nvCxnSpPr>
        <p:spPr bwMode="auto">
          <a:xfrm>
            <a:off x="9142810" y="284957"/>
            <a:ext cx="0" cy="5715794"/>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3" name="Text Placeholder 12">
            <a:extLst>
              <a:ext uri="{FF2B5EF4-FFF2-40B4-BE49-F238E27FC236}">
                <a16:creationId xmlns:a16="http://schemas.microsoft.com/office/drawing/2014/main" id="{2A62B128-D226-0D9B-89EC-51AFD07F30CF}"/>
              </a:ext>
            </a:extLst>
          </p:cNvPr>
          <p:cNvSpPr>
            <a:spLocks noGrp="1"/>
          </p:cNvSpPr>
          <p:nvPr>
            <p:ph type="body" sz="quarter" idx="17"/>
          </p:nvPr>
        </p:nvSpPr>
        <p:spPr>
          <a:xfrm>
            <a:off x="9428522" y="288036"/>
            <a:ext cx="2479352" cy="762794"/>
          </a:xfrm>
          <a:prstGeom prst="rect">
            <a:avLst/>
          </a:prstGeo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Text Placeholder 10">
            <a:extLst>
              <a:ext uri="{FF2B5EF4-FFF2-40B4-BE49-F238E27FC236}">
                <a16:creationId xmlns:a16="http://schemas.microsoft.com/office/drawing/2014/main" id="{1E0D5184-93C0-B658-7967-FBC78C38A518}"/>
              </a:ext>
            </a:extLst>
          </p:cNvPr>
          <p:cNvSpPr>
            <a:spLocks noGrp="1"/>
          </p:cNvSpPr>
          <p:nvPr>
            <p:ph type="body" sz="quarter" idx="14"/>
          </p:nvPr>
        </p:nvSpPr>
        <p:spPr>
          <a:xfrm>
            <a:off x="9428522" y="1714500"/>
            <a:ext cx="2479352" cy="4286250"/>
          </a:xfrm>
          <a:prstGeom prst="rect">
            <a:avLst/>
          </a:prstGeom>
        </p:spPr>
        <p:txBody>
          <a:bodyPr/>
          <a:lstStyle>
            <a:lvl1pPr>
              <a:spcBef>
                <a:spcPts val="0"/>
              </a:spcBef>
              <a:defRPr sz="1000" b="0" i="0">
                <a:solidFill>
                  <a:schemeClr val="tx1"/>
                </a:solidFill>
                <a:latin typeface="IBM Plex Sans" panose="020B0503050203000203" pitchFamily="34" charset="0"/>
              </a:defRPr>
            </a:lvl1pPr>
            <a:lvl2pPr marL="91422" indent="-91422">
              <a:spcBef>
                <a:spcPts val="0"/>
              </a:spcBef>
              <a:defRPr sz="1000" b="0" i="0">
                <a:solidFill>
                  <a:schemeClr val="tx1"/>
                </a:solidFill>
                <a:latin typeface="IBM Plex Sans" panose="020B0503050203000203" pitchFamily="34" charset="0"/>
              </a:defRPr>
            </a:lvl2pPr>
            <a:lvl3pPr marL="182843" indent="-91422">
              <a:spcBef>
                <a:spcPts val="0"/>
              </a:spcBef>
              <a:defRPr sz="1000" b="0" i="0">
                <a:solidFill>
                  <a:schemeClr val="tx1"/>
                </a:solidFill>
                <a:latin typeface="IBM Plex Sans" panose="020B0503050203000203" pitchFamily="34" charset="0"/>
              </a:defRPr>
            </a:lvl3pPr>
            <a:lvl4pPr marL="274265" indent="-91422">
              <a:spcBef>
                <a:spcPts val="0"/>
              </a:spcBef>
              <a:defRPr sz="1000" b="0" i="0">
                <a:solidFill>
                  <a:schemeClr val="tx1"/>
                </a:solidFill>
                <a:latin typeface="IBM Plex Sans" panose="020B0503050203000203" pitchFamily="34" charset="0"/>
              </a:defRPr>
            </a:lvl4pPr>
            <a:lvl5pPr>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E3F3A850-F28F-F30E-5505-EA11791B052B}"/>
              </a:ext>
            </a:extLst>
          </p:cNvPr>
          <p:cNvSpPr>
            <a:spLocks noGrp="1"/>
          </p:cNvSpPr>
          <p:nvPr>
            <p:ph type="ftr" sz="quarter" idx="18"/>
          </p:nvPr>
        </p:nvSpPr>
        <p:spPr>
          <a:xfrm>
            <a:off x="284125" y="6402118"/>
            <a:ext cx="2477765" cy="190500"/>
          </a:xfrm>
        </p:spPr>
        <p:txBody>
          <a:bodyPr/>
          <a:lstStyle/>
          <a:p>
            <a:r>
              <a:rPr lang="en-US"/>
              <a:t>IBM Quantum Summit 2023</a:t>
            </a:r>
          </a:p>
        </p:txBody>
      </p:sp>
      <p:sp>
        <p:nvSpPr>
          <p:cNvPr id="5" name="Slide Number">
            <a:extLst>
              <a:ext uri="{FF2B5EF4-FFF2-40B4-BE49-F238E27FC236}">
                <a16:creationId xmlns:a16="http://schemas.microsoft.com/office/drawing/2014/main" id="{B96005D4-0874-989F-217D-8A2592F81D57}"/>
              </a:ext>
            </a:extLst>
          </p:cNvPr>
          <p:cNvSpPr txBox="1">
            <a:spLocks noGrp="1"/>
          </p:cNvSpPr>
          <p:nvPr>
            <p:ph type="sldNum" sz="quarter" idx="4"/>
          </p:nvPr>
        </p:nvSpPr>
        <p:spPr>
          <a:xfrm>
            <a:off x="11769264" y="6469419"/>
            <a:ext cx="135436" cy="123111"/>
          </a:xfrm>
          <a:prstGeom prst="rect">
            <a:avLst/>
          </a:prstGeom>
          <a:ln w="12700">
            <a:miter lim="400000"/>
          </a:ln>
        </p:spPr>
        <p:txBody>
          <a:bodyPr wrap="squar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599707034"/>
      </p:ext>
    </p:extLst>
  </p:cSld>
  <p:clrMapOvr>
    <a:masterClrMapping/>
  </p:clrMapOvr>
  <p:transition spd="med"/>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4 columns, dividers, pictogram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34332-B5B5-4358-3C72-8B35F374A887}"/>
              </a:ext>
            </a:extLst>
          </p:cNvPr>
          <p:cNvSpPr>
            <a:spLocks noGrp="1"/>
          </p:cNvSpPr>
          <p:nvPr>
            <p:ph type="title"/>
          </p:nvPr>
        </p:nvSpPr>
        <p:spPr>
          <a:xfrm>
            <a:off x="287999" y="288036"/>
            <a:ext cx="2474590" cy="1048544"/>
          </a:xfrm>
        </p:spPr>
        <p:txBody>
          <a:bodyPr/>
          <a:lstStyle>
            <a:lvl1pPr>
              <a:lnSpc>
                <a:spcPct val="110000"/>
              </a:lnSpc>
              <a:defRPr sz="1200">
                <a:solidFill>
                  <a:schemeClr val="tx2"/>
                </a:solidFill>
              </a:defRPr>
            </a:lvl1pPr>
          </a:lstStyle>
          <a:p>
            <a:r>
              <a:rPr lang="en-US"/>
              <a:t>Click to edit Master title style</a:t>
            </a:r>
            <a:endParaRPr lang="en-US" dirty="0"/>
          </a:p>
        </p:txBody>
      </p:sp>
      <p:sp>
        <p:nvSpPr>
          <p:cNvPr id="5" name="Text Placeholder 4">
            <a:extLst>
              <a:ext uri="{FF2B5EF4-FFF2-40B4-BE49-F238E27FC236}">
                <a16:creationId xmlns:a16="http://schemas.microsoft.com/office/drawing/2014/main" id="{A59C4772-2960-241E-274D-18A4B5568DAB}"/>
              </a:ext>
            </a:extLst>
          </p:cNvPr>
          <p:cNvSpPr>
            <a:spLocks noGrp="1"/>
          </p:cNvSpPr>
          <p:nvPr>
            <p:ph type="body" sz="quarter" idx="11"/>
          </p:nvPr>
        </p:nvSpPr>
        <p:spPr>
          <a:xfrm>
            <a:off x="287999" y="1714500"/>
            <a:ext cx="2477765" cy="2000250"/>
          </a:xfrm>
          <a:prstGeom prst="rect">
            <a:avLst/>
          </a:prstGeom>
        </p:spPr>
        <p:txBody>
          <a:bodyPr/>
          <a:lstStyle>
            <a:lvl1pPr>
              <a:lnSpc>
                <a:spcPct val="100000"/>
              </a:lnSpc>
              <a:spcBef>
                <a:spcPts val="0"/>
              </a:spcBef>
              <a:defRPr sz="1800">
                <a:solidFill>
                  <a:schemeClr val="tx1"/>
                </a:solidFill>
              </a:defRPr>
            </a:lvl1pPr>
          </a:lstStyle>
          <a:p>
            <a:pPr lvl="0"/>
            <a:r>
              <a:rPr lang="en-US"/>
              <a:t>Click to edit Master text styles</a:t>
            </a:r>
          </a:p>
        </p:txBody>
      </p:sp>
      <p:cxnSp>
        <p:nvCxnSpPr>
          <p:cNvPr id="17" name="Straight Connector 16" descr="Vertical column divider">
            <a:extLst>
              <a:ext uri="{FF2B5EF4-FFF2-40B4-BE49-F238E27FC236}">
                <a16:creationId xmlns:a16="http://schemas.microsoft.com/office/drawing/2014/main" id="{4D695107-5427-4D2D-F88F-89BA74127CBF}"/>
              </a:ext>
            </a:extLst>
          </p:cNvPr>
          <p:cNvCxnSpPr/>
          <p:nvPr userDrawn="1"/>
        </p:nvCxnSpPr>
        <p:spPr bwMode="auto">
          <a:xfrm>
            <a:off x="3047603" y="284957"/>
            <a:ext cx="0" cy="5715794"/>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4" name="Picture Placeholder 13" descr="Place pictogram here">
            <a:extLst>
              <a:ext uri="{FF2B5EF4-FFF2-40B4-BE49-F238E27FC236}">
                <a16:creationId xmlns:a16="http://schemas.microsoft.com/office/drawing/2014/main" id="{637C5D5A-A533-DB2D-8BBE-C9DAA013CA01}"/>
              </a:ext>
            </a:extLst>
          </p:cNvPr>
          <p:cNvSpPr>
            <a:spLocks noGrp="1"/>
          </p:cNvSpPr>
          <p:nvPr>
            <p:ph type="pic" sz="quarter" idx="15" hasCustomPrompt="1"/>
          </p:nvPr>
        </p:nvSpPr>
        <p:spPr>
          <a:xfrm>
            <a:off x="3333316" y="288036"/>
            <a:ext cx="607997" cy="608076"/>
          </a:xfrm>
          <a:prstGeom prst="rect">
            <a:avLst/>
          </a:prstGeom>
        </p:spPr>
        <p:txBody>
          <a:bodyPr anchor="ctr"/>
          <a:lstStyle>
            <a:lvl1pPr algn="ctr">
              <a:defRPr sz="800">
                <a:solidFill>
                  <a:schemeClr val="tx1"/>
                </a:solidFill>
              </a:defRPr>
            </a:lvl1pPr>
          </a:lstStyle>
          <a:p>
            <a:r>
              <a:rPr lang="en-US"/>
              <a:t>Pictogram</a:t>
            </a:r>
          </a:p>
        </p:txBody>
      </p:sp>
      <p:sp>
        <p:nvSpPr>
          <p:cNvPr id="10" name="Text Placeholder 9">
            <a:extLst>
              <a:ext uri="{FF2B5EF4-FFF2-40B4-BE49-F238E27FC236}">
                <a16:creationId xmlns:a16="http://schemas.microsoft.com/office/drawing/2014/main" id="{627CF39F-F0FC-7815-2582-A13E0599BC21}"/>
              </a:ext>
            </a:extLst>
          </p:cNvPr>
          <p:cNvSpPr>
            <a:spLocks noGrp="1"/>
          </p:cNvSpPr>
          <p:nvPr>
            <p:ph type="body" sz="quarter" idx="12"/>
          </p:nvPr>
        </p:nvSpPr>
        <p:spPr>
          <a:xfrm>
            <a:off x="3333316" y="1714500"/>
            <a:ext cx="2475384" cy="4286250"/>
          </a:xfrm>
          <a:prstGeom prst="rect">
            <a:avLst/>
          </a:prstGeom>
        </p:spPr>
        <p:txBody>
          <a:bodyPr/>
          <a:lstStyle>
            <a:lvl1pPr>
              <a:lnSpc>
                <a:spcPct val="110000"/>
              </a:lnSpc>
              <a:spcBef>
                <a:spcPts val="0"/>
              </a:spcBef>
              <a:defRPr sz="1200">
                <a:solidFill>
                  <a:schemeClr val="tx1"/>
                </a:solidFill>
              </a:defRPr>
            </a:lvl1pPr>
            <a:lvl2pPr marL="109706" indent="-109706">
              <a:lnSpc>
                <a:spcPct val="110000"/>
              </a:lnSpc>
              <a:spcBef>
                <a:spcPts val="0"/>
              </a:spcBef>
              <a:defRPr sz="1200">
                <a:solidFill>
                  <a:schemeClr val="tx1"/>
                </a:solidFill>
              </a:defRPr>
            </a:lvl2pPr>
            <a:lvl3pPr marL="219412" indent="-109706">
              <a:lnSpc>
                <a:spcPct val="110000"/>
              </a:lnSpc>
              <a:spcBef>
                <a:spcPts val="0"/>
              </a:spcBef>
              <a:defRPr sz="1200">
                <a:solidFill>
                  <a:schemeClr val="tx1"/>
                </a:solidFill>
              </a:defRPr>
            </a:lvl3pPr>
            <a:lvl4pPr marL="329118" indent="-109706">
              <a:lnSpc>
                <a:spcPct val="110000"/>
              </a:lnSpc>
              <a:spcBef>
                <a:spcPts val="0"/>
              </a:spcBef>
              <a:defRPr sz="1200">
                <a:solidFill>
                  <a:schemeClr val="tx1"/>
                </a:solidFill>
              </a:defRPr>
            </a:lvl4pPr>
            <a:lvl5pPr>
              <a:lnSpc>
                <a:spcPct val="110000"/>
              </a:lnSpc>
              <a:spcBef>
                <a:spcPts val="0"/>
              </a:spcBef>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8" name="Straight Connector 17" descr="Vertical column divider">
            <a:extLst>
              <a:ext uri="{FF2B5EF4-FFF2-40B4-BE49-F238E27FC236}">
                <a16:creationId xmlns:a16="http://schemas.microsoft.com/office/drawing/2014/main" id="{43B07B4A-5DB5-8126-EA79-502787053E82}"/>
              </a:ext>
            </a:extLst>
          </p:cNvPr>
          <p:cNvCxnSpPr/>
          <p:nvPr userDrawn="1"/>
        </p:nvCxnSpPr>
        <p:spPr bwMode="auto">
          <a:xfrm>
            <a:off x="6093683" y="283464"/>
            <a:ext cx="0" cy="5715794"/>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5" name="Picture Placeholder 13" descr="Place pictogram here">
            <a:extLst>
              <a:ext uri="{FF2B5EF4-FFF2-40B4-BE49-F238E27FC236}">
                <a16:creationId xmlns:a16="http://schemas.microsoft.com/office/drawing/2014/main" id="{81413BEF-DDD1-548F-409B-224DE030B67E}"/>
              </a:ext>
            </a:extLst>
          </p:cNvPr>
          <p:cNvSpPr>
            <a:spLocks noGrp="1"/>
          </p:cNvSpPr>
          <p:nvPr>
            <p:ph type="pic" sz="quarter" idx="16" hasCustomPrompt="1"/>
          </p:nvPr>
        </p:nvSpPr>
        <p:spPr>
          <a:xfrm>
            <a:off x="6387345" y="288036"/>
            <a:ext cx="607997" cy="608076"/>
          </a:xfrm>
          <a:prstGeom prst="rect">
            <a:avLst/>
          </a:prstGeom>
        </p:spPr>
        <p:txBody>
          <a:bodyPr anchor="ctr"/>
          <a:lstStyle>
            <a:lvl1pPr algn="ctr">
              <a:defRPr sz="800">
                <a:solidFill>
                  <a:schemeClr val="tx1"/>
                </a:solidFill>
              </a:defRPr>
            </a:lvl1pPr>
          </a:lstStyle>
          <a:p>
            <a:r>
              <a:rPr lang="en-US"/>
              <a:t>Pictogram</a:t>
            </a:r>
          </a:p>
        </p:txBody>
      </p:sp>
      <p:sp>
        <p:nvSpPr>
          <p:cNvPr id="11" name="Text Placeholder 9">
            <a:extLst>
              <a:ext uri="{FF2B5EF4-FFF2-40B4-BE49-F238E27FC236}">
                <a16:creationId xmlns:a16="http://schemas.microsoft.com/office/drawing/2014/main" id="{68C92137-8AC3-46D8-C9A2-F6F058938BEF}"/>
              </a:ext>
            </a:extLst>
          </p:cNvPr>
          <p:cNvSpPr>
            <a:spLocks noGrp="1"/>
          </p:cNvSpPr>
          <p:nvPr>
            <p:ph type="body" sz="quarter" idx="13"/>
          </p:nvPr>
        </p:nvSpPr>
        <p:spPr>
          <a:xfrm>
            <a:off x="6383185" y="1714500"/>
            <a:ext cx="2470738" cy="4286250"/>
          </a:xfrm>
          <a:prstGeom prst="rect">
            <a:avLst/>
          </a:prstGeom>
        </p:spPr>
        <p:txBody>
          <a:bodyPr/>
          <a:lstStyle>
            <a:lvl1pPr>
              <a:lnSpc>
                <a:spcPct val="110000"/>
              </a:lnSpc>
              <a:spcBef>
                <a:spcPts val="0"/>
              </a:spcBef>
              <a:defRPr sz="1200">
                <a:solidFill>
                  <a:schemeClr val="tx1"/>
                </a:solidFill>
              </a:defRPr>
            </a:lvl1pPr>
            <a:lvl2pPr marL="109706" indent="-109706">
              <a:lnSpc>
                <a:spcPct val="110000"/>
              </a:lnSpc>
              <a:spcBef>
                <a:spcPts val="0"/>
              </a:spcBef>
              <a:defRPr sz="1200">
                <a:solidFill>
                  <a:schemeClr val="tx1"/>
                </a:solidFill>
              </a:defRPr>
            </a:lvl2pPr>
            <a:lvl3pPr marL="219412" indent="-109706">
              <a:lnSpc>
                <a:spcPct val="110000"/>
              </a:lnSpc>
              <a:spcBef>
                <a:spcPts val="0"/>
              </a:spcBef>
              <a:defRPr sz="1200">
                <a:solidFill>
                  <a:schemeClr val="tx1"/>
                </a:solidFill>
              </a:defRPr>
            </a:lvl3pPr>
            <a:lvl4pPr marL="329118" indent="-109706">
              <a:lnSpc>
                <a:spcPct val="110000"/>
              </a:lnSpc>
              <a:spcBef>
                <a:spcPts val="0"/>
              </a:spcBef>
              <a:defRPr sz="1200">
                <a:solidFill>
                  <a:schemeClr val="tx1"/>
                </a:solidFill>
              </a:defRPr>
            </a:lvl4pPr>
            <a:lvl5pPr>
              <a:lnSpc>
                <a:spcPct val="110000"/>
              </a:lnSpc>
              <a:spcBef>
                <a:spcPts val="0"/>
              </a:spcBef>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9" name="Straight Connector 18" descr="Vertical column divider">
            <a:extLst>
              <a:ext uri="{FF2B5EF4-FFF2-40B4-BE49-F238E27FC236}">
                <a16:creationId xmlns:a16="http://schemas.microsoft.com/office/drawing/2014/main" id="{4D829559-0A72-8826-E06A-C6CCD39750A4}"/>
              </a:ext>
            </a:extLst>
          </p:cNvPr>
          <p:cNvCxnSpPr/>
          <p:nvPr userDrawn="1"/>
        </p:nvCxnSpPr>
        <p:spPr bwMode="auto">
          <a:xfrm>
            <a:off x="9142810" y="284957"/>
            <a:ext cx="0" cy="5715794"/>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6" name="Picture Placeholder 13" descr="Place pictogram here">
            <a:extLst>
              <a:ext uri="{FF2B5EF4-FFF2-40B4-BE49-F238E27FC236}">
                <a16:creationId xmlns:a16="http://schemas.microsoft.com/office/drawing/2014/main" id="{B37C3DBB-1177-5FC6-7F7F-E6C5931C9620}"/>
              </a:ext>
            </a:extLst>
          </p:cNvPr>
          <p:cNvSpPr>
            <a:spLocks noGrp="1"/>
          </p:cNvSpPr>
          <p:nvPr>
            <p:ph type="pic" sz="quarter" idx="17" hasCustomPrompt="1"/>
          </p:nvPr>
        </p:nvSpPr>
        <p:spPr>
          <a:xfrm>
            <a:off x="9428522" y="288036"/>
            <a:ext cx="607997" cy="608076"/>
          </a:xfrm>
          <a:prstGeom prst="rect">
            <a:avLst/>
          </a:prstGeom>
        </p:spPr>
        <p:txBody>
          <a:bodyPr anchor="ctr"/>
          <a:lstStyle>
            <a:lvl1pPr algn="ctr">
              <a:defRPr sz="800">
                <a:solidFill>
                  <a:schemeClr val="tx1"/>
                </a:solidFill>
              </a:defRPr>
            </a:lvl1pPr>
          </a:lstStyle>
          <a:p>
            <a:r>
              <a:rPr lang="en-US"/>
              <a:t>Pictogram</a:t>
            </a:r>
          </a:p>
        </p:txBody>
      </p:sp>
      <p:sp>
        <p:nvSpPr>
          <p:cNvPr id="12" name="Text Placeholder 9">
            <a:extLst>
              <a:ext uri="{FF2B5EF4-FFF2-40B4-BE49-F238E27FC236}">
                <a16:creationId xmlns:a16="http://schemas.microsoft.com/office/drawing/2014/main" id="{AC380211-AA5F-2F8D-309F-DC766DF1EF52}"/>
              </a:ext>
            </a:extLst>
          </p:cNvPr>
          <p:cNvSpPr>
            <a:spLocks noGrp="1"/>
          </p:cNvSpPr>
          <p:nvPr>
            <p:ph type="body" sz="quarter" idx="14"/>
          </p:nvPr>
        </p:nvSpPr>
        <p:spPr>
          <a:xfrm>
            <a:off x="9428523" y="1714500"/>
            <a:ext cx="2476177" cy="4286250"/>
          </a:xfrm>
          <a:prstGeom prst="rect">
            <a:avLst/>
          </a:prstGeom>
        </p:spPr>
        <p:txBody>
          <a:bodyPr/>
          <a:lstStyle>
            <a:lvl1pPr>
              <a:lnSpc>
                <a:spcPct val="110000"/>
              </a:lnSpc>
              <a:spcBef>
                <a:spcPts val="0"/>
              </a:spcBef>
              <a:defRPr sz="1200">
                <a:solidFill>
                  <a:schemeClr val="tx1"/>
                </a:solidFill>
              </a:defRPr>
            </a:lvl1pPr>
            <a:lvl2pPr marL="109706" indent="-109706">
              <a:lnSpc>
                <a:spcPct val="110000"/>
              </a:lnSpc>
              <a:spcBef>
                <a:spcPts val="0"/>
              </a:spcBef>
              <a:defRPr sz="1200">
                <a:solidFill>
                  <a:schemeClr val="tx1"/>
                </a:solidFill>
              </a:defRPr>
            </a:lvl2pPr>
            <a:lvl3pPr marL="219412" indent="-109706">
              <a:lnSpc>
                <a:spcPct val="110000"/>
              </a:lnSpc>
              <a:spcBef>
                <a:spcPts val="0"/>
              </a:spcBef>
              <a:defRPr sz="1200">
                <a:solidFill>
                  <a:schemeClr val="tx1"/>
                </a:solidFill>
              </a:defRPr>
            </a:lvl3pPr>
            <a:lvl4pPr marL="329118" indent="-109706">
              <a:lnSpc>
                <a:spcPct val="110000"/>
              </a:lnSpc>
              <a:spcBef>
                <a:spcPts val="0"/>
              </a:spcBef>
              <a:defRPr sz="1200">
                <a:solidFill>
                  <a:schemeClr val="tx1"/>
                </a:solidFill>
              </a:defRPr>
            </a:lvl4pPr>
            <a:lvl5pPr>
              <a:lnSpc>
                <a:spcPct val="110000"/>
              </a:lnSpc>
              <a:spcBef>
                <a:spcPts val="0"/>
              </a:spcBef>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Footer Placeholder 3">
            <a:extLst>
              <a:ext uri="{FF2B5EF4-FFF2-40B4-BE49-F238E27FC236}">
                <a16:creationId xmlns:a16="http://schemas.microsoft.com/office/drawing/2014/main" id="{ACE782CF-665F-3C56-698C-16112EB19B2F}"/>
              </a:ext>
            </a:extLst>
          </p:cNvPr>
          <p:cNvSpPr>
            <a:spLocks noGrp="1"/>
          </p:cNvSpPr>
          <p:nvPr>
            <p:ph type="ftr" sz="quarter" idx="18"/>
          </p:nvPr>
        </p:nvSpPr>
        <p:spPr/>
        <p:txBody>
          <a:bodyPr/>
          <a:lstStyle/>
          <a:p>
            <a:r>
              <a:rPr lang="en-US"/>
              <a:t>IBM Quantum Summit 2023</a:t>
            </a:r>
          </a:p>
        </p:txBody>
      </p:sp>
      <p:sp>
        <p:nvSpPr>
          <p:cNvPr id="6" name="Slide Number">
            <a:extLst>
              <a:ext uri="{FF2B5EF4-FFF2-40B4-BE49-F238E27FC236}">
                <a16:creationId xmlns:a16="http://schemas.microsoft.com/office/drawing/2014/main" id="{D2A45AB7-102C-FBDF-94FD-99783B6A5A18}"/>
              </a:ext>
            </a:extLst>
          </p:cNvPr>
          <p:cNvSpPr txBox="1">
            <a:spLocks noGrp="1"/>
          </p:cNvSpPr>
          <p:nvPr>
            <p:ph type="sldNum" sz="quarter" idx="4"/>
          </p:nvPr>
        </p:nvSpPr>
        <p:spPr>
          <a:xfrm>
            <a:off x="11769264" y="6469419"/>
            <a:ext cx="135436" cy="123111"/>
          </a:xfrm>
          <a:prstGeom prst="rect">
            <a:avLst/>
          </a:prstGeom>
          <a:ln w="12700">
            <a:miter lim="400000"/>
          </a:ln>
        </p:spPr>
        <p:txBody>
          <a:bodyPr wrap="squar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1595899409"/>
      </p:ext>
    </p:extLst>
  </p:cSld>
  <p:clrMapOvr>
    <a:masterClrMapping/>
  </p:clrMapOvr>
  <p:transition spd="med"/>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1 wide column, divider">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D740D-848C-40A7-AB96-E7B74E0A800D}"/>
              </a:ext>
            </a:extLst>
          </p:cNvPr>
          <p:cNvSpPr>
            <a:spLocks noGrp="1"/>
          </p:cNvSpPr>
          <p:nvPr>
            <p:ph type="title"/>
          </p:nvPr>
        </p:nvSpPr>
        <p:spPr>
          <a:xfrm>
            <a:off x="287999" y="192024"/>
            <a:ext cx="2474590" cy="570706"/>
          </a:xfrm>
        </p:spPr>
        <p:txBody>
          <a:bodyPr/>
          <a:lstStyle>
            <a:lvl1pPr>
              <a:lnSpc>
                <a:spcPct val="100000"/>
              </a:lnSpc>
              <a:defRPr sz="3199">
                <a:solidFill>
                  <a:schemeClr val="tx2"/>
                </a:solidFill>
              </a:defRPr>
            </a:lvl1pPr>
          </a:lstStyle>
          <a:p>
            <a:r>
              <a:rPr lang="en-US"/>
              <a:t>Click to edit Master title style</a:t>
            </a:r>
            <a:endParaRPr lang="en-US" dirty="0"/>
          </a:p>
        </p:txBody>
      </p:sp>
      <p:sp>
        <p:nvSpPr>
          <p:cNvPr id="6" name="Text Placeholder 5">
            <a:extLst>
              <a:ext uri="{FF2B5EF4-FFF2-40B4-BE49-F238E27FC236}">
                <a16:creationId xmlns:a16="http://schemas.microsoft.com/office/drawing/2014/main" id="{9792CE3F-FA6A-2FE0-0146-4BFD45CF296A}"/>
              </a:ext>
            </a:extLst>
          </p:cNvPr>
          <p:cNvSpPr>
            <a:spLocks noGrp="1"/>
          </p:cNvSpPr>
          <p:nvPr>
            <p:ph type="body" sz="quarter" idx="15"/>
          </p:nvPr>
        </p:nvSpPr>
        <p:spPr>
          <a:xfrm>
            <a:off x="3332554" y="192024"/>
            <a:ext cx="2477765" cy="570706"/>
          </a:xfrm>
          <a:prstGeom prst="rect">
            <a:avLst/>
          </a:prstGeom>
        </p:spPr>
        <p:txBody>
          <a:bodyPr/>
          <a:lstStyle>
            <a:lvl1pPr>
              <a:lnSpc>
                <a:spcPct val="100000"/>
              </a:lnSpc>
              <a:spcBef>
                <a:spcPts val="0"/>
              </a:spcBef>
              <a:defRPr sz="3199">
                <a:solidFill>
                  <a:schemeClr val="tx2"/>
                </a:solidFill>
              </a:defRPr>
            </a:lvl1pPr>
            <a:lvl2pPr>
              <a:spcBef>
                <a:spcPts val="0"/>
              </a:spcBef>
              <a:defRPr sz="1400"/>
            </a:lvl2pPr>
            <a:lvl3pPr>
              <a:spcBef>
                <a:spcPts val="0"/>
              </a:spcBef>
              <a:defRPr sz="1400"/>
            </a:lvl3pPr>
            <a:lvl4pPr>
              <a:spcBef>
                <a:spcPts val="0"/>
              </a:spcBef>
              <a:defRPr sz="1400"/>
            </a:lvl4pPr>
            <a:lvl5pPr>
              <a:spcBef>
                <a:spcPts val="0"/>
              </a:spcBef>
              <a:defRPr sz="1400"/>
            </a:lvl5pPr>
          </a:lstStyle>
          <a:p>
            <a:pPr lvl="0"/>
            <a:r>
              <a:rPr lang="en-US"/>
              <a:t>Click to edit Master text styles</a:t>
            </a:r>
          </a:p>
        </p:txBody>
      </p:sp>
      <p:sp>
        <p:nvSpPr>
          <p:cNvPr id="7" name="Text Placeholder 6">
            <a:extLst>
              <a:ext uri="{FF2B5EF4-FFF2-40B4-BE49-F238E27FC236}">
                <a16:creationId xmlns:a16="http://schemas.microsoft.com/office/drawing/2014/main" id="{F9E6C7C8-F097-FDD3-FF97-3FC4133BC68D}"/>
              </a:ext>
            </a:extLst>
          </p:cNvPr>
          <p:cNvSpPr>
            <a:spLocks noGrp="1"/>
          </p:cNvSpPr>
          <p:nvPr>
            <p:ph type="body" sz="quarter" idx="12"/>
          </p:nvPr>
        </p:nvSpPr>
        <p:spPr>
          <a:xfrm>
            <a:off x="3333316" y="1714500"/>
            <a:ext cx="2475384" cy="4286250"/>
          </a:xfrm>
          <a:prstGeom prst="rect">
            <a:avLst/>
          </a:prstGeom>
        </p:spPr>
        <p:txBody>
          <a:bodyPr/>
          <a:lstStyle>
            <a:lvl1pPr>
              <a:spcBef>
                <a:spcPts val="0"/>
              </a:spcBef>
              <a:defRPr sz="1400" b="0" i="0">
                <a:solidFill>
                  <a:schemeClr val="tx1"/>
                </a:solidFill>
                <a:latin typeface="IBM Plex Sans Light" panose="020B0403050203000203" pitchFamily="34" charset="0"/>
              </a:defRPr>
            </a:lvl1pPr>
            <a:lvl2pPr marL="127990" indent="-127990">
              <a:spcBef>
                <a:spcPts val="0"/>
              </a:spcBef>
              <a:defRPr sz="1400" b="0" i="0">
                <a:solidFill>
                  <a:schemeClr val="tx1"/>
                </a:solidFill>
                <a:latin typeface="IBM Plex Sans Light" panose="020B0403050203000203" pitchFamily="34" charset="0"/>
              </a:defRPr>
            </a:lvl2pPr>
            <a:lvl3pPr marL="255981" indent="-127990">
              <a:spcBef>
                <a:spcPts val="0"/>
              </a:spcBef>
              <a:defRPr sz="1400" b="0" i="0">
                <a:solidFill>
                  <a:schemeClr val="tx1"/>
                </a:solidFill>
                <a:latin typeface="IBM Plex Sans Light" panose="020B0403050203000203" pitchFamily="34" charset="0"/>
              </a:defRPr>
            </a:lvl3pPr>
            <a:lvl4pPr marL="383971" indent="-127990">
              <a:spcBef>
                <a:spcPts val="0"/>
              </a:spcBef>
              <a:defRPr sz="1400" b="0" i="0">
                <a:solidFill>
                  <a:schemeClr val="tx1"/>
                </a:solidFill>
                <a:latin typeface="IBM Plex Sans Light" panose="020B0403050203000203" pitchFamily="34" charset="0"/>
              </a:defRPr>
            </a:lvl4pPr>
            <a:lvl5pPr>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Text Placeholder 8">
            <a:extLst>
              <a:ext uri="{FF2B5EF4-FFF2-40B4-BE49-F238E27FC236}">
                <a16:creationId xmlns:a16="http://schemas.microsoft.com/office/drawing/2014/main" id="{1E0B684B-61D6-CF9E-57FC-892D7CEE8D1D}"/>
              </a:ext>
            </a:extLst>
          </p:cNvPr>
          <p:cNvSpPr>
            <a:spLocks noGrp="1"/>
          </p:cNvSpPr>
          <p:nvPr>
            <p:ph type="body" sz="quarter" idx="13"/>
          </p:nvPr>
        </p:nvSpPr>
        <p:spPr>
          <a:xfrm>
            <a:off x="6380919" y="1714500"/>
            <a:ext cx="5047593" cy="4286250"/>
          </a:xfrm>
          <a:prstGeom prst="rect">
            <a:avLst/>
          </a:prstGeom>
        </p:spPr>
        <p:txBody>
          <a:bodyPr/>
          <a:lstStyle>
            <a:lvl1pPr>
              <a:spcBef>
                <a:spcPts val="0"/>
              </a:spcBef>
              <a:defRPr sz="1400" b="0" i="0">
                <a:solidFill>
                  <a:schemeClr val="tx1"/>
                </a:solidFill>
                <a:latin typeface="IBM Plex Sans Light" panose="020B0403050203000203" pitchFamily="34" charset="0"/>
              </a:defRPr>
            </a:lvl1pPr>
            <a:lvl2pPr marL="127990" indent="-127990">
              <a:spcBef>
                <a:spcPts val="0"/>
              </a:spcBef>
              <a:defRPr sz="1400" b="0" i="0">
                <a:solidFill>
                  <a:schemeClr val="tx1"/>
                </a:solidFill>
                <a:latin typeface="IBM Plex Sans Light" panose="020B0403050203000203" pitchFamily="34" charset="0"/>
              </a:defRPr>
            </a:lvl2pPr>
            <a:lvl3pPr marL="255981" indent="-127990">
              <a:spcBef>
                <a:spcPts val="0"/>
              </a:spcBef>
              <a:defRPr sz="1400" b="0" i="0">
                <a:solidFill>
                  <a:schemeClr val="tx1"/>
                </a:solidFill>
                <a:latin typeface="IBM Plex Sans Light" panose="020B0403050203000203" pitchFamily="34" charset="0"/>
              </a:defRPr>
            </a:lvl3pPr>
            <a:lvl4pPr marL="383971" indent="-127990">
              <a:spcBef>
                <a:spcPts val="0"/>
              </a:spcBef>
              <a:defRPr sz="1400" b="0" i="0">
                <a:solidFill>
                  <a:schemeClr val="tx1"/>
                </a:solidFill>
                <a:latin typeface="IBM Plex Sans Light" panose="020B0403050203000203" pitchFamily="34" charset="0"/>
              </a:defRPr>
            </a:lvl4pPr>
            <a:lvl5pPr>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Footer Placeholder 3">
            <a:extLst>
              <a:ext uri="{FF2B5EF4-FFF2-40B4-BE49-F238E27FC236}">
                <a16:creationId xmlns:a16="http://schemas.microsoft.com/office/drawing/2014/main" id="{BA03B922-FA59-5165-48BF-0B57DFD66348}"/>
              </a:ext>
            </a:extLst>
          </p:cNvPr>
          <p:cNvSpPr>
            <a:spLocks noGrp="1"/>
          </p:cNvSpPr>
          <p:nvPr>
            <p:ph type="ftr" sz="quarter" idx="16"/>
          </p:nvPr>
        </p:nvSpPr>
        <p:spPr/>
        <p:txBody>
          <a:bodyPr/>
          <a:lstStyle/>
          <a:p>
            <a:r>
              <a:rPr lang="en-US"/>
              <a:t>IBM Quantum Summit 2023</a:t>
            </a:r>
          </a:p>
        </p:txBody>
      </p:sp>
      <p:sp>
        <p:nvSpPr>
          <p:cNvPr id="5" name="Slide Number">
            <a:extLst>
              <a:ext uri="{FF2B5EF4-FFF2-40B4-BE49-F238E27FC236}">
                <a16:creationId xmlns:a16="http://schemas.microsoft.com/office/drawing/2014/main" id="{5C3B405E-94D1-4A09-C6BF-A66D9CBEF63D}"/>
              </a:ext>
            </a:extLst>
          </p:cNvPr>
          <p:cNvSpPr txBox="1">
            <a:spLocks noGrp="1"/>
          </p:cNvSpPr>
          <p:nvPr>
            <p:ph type="sldNum" sz="quarter" idx="4"/>
          </p:nvPr>
        </p:nvSpPr>
        <p:spPr>
          <a:xfrm>
            <a:off x="11769264" y="6469419"/>
            <a:ext cx="135436" cy="123111"/>
          </a:xfrm>
          <a:prstGeom prst="rect">
            <a:avLst/>
          </a:prstGeom>
          <a:ln w="12700">
            <a:miter lim="400000"/>
          </a:ln>
        </p:spPr>
        <p:txBody>
          <a:bodyPr wrap="squar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3553649678"/>
      </p:ext>
    </p:extLst>
  </p:cSld>
  <p:clrMapOvr>
    <a:masterClrMapping/>
  </p:clrMapOvr>
  <p:transition spd="med"/>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ext, 2 wide column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46C39-902F-3DA0-AAF4-319DA8AE384D}"/>
              </a:ext>
            </a:extLst>
          </p:cNvPr>
          <p:cNvSpPr>
            <a:spLocks noGrp="1"/>
          </p:cNvSpPr>
          <p:nvPr>
            <p:ph type="title"/>
          </p:nvPr>
        </p:nvSpPr>
        <p:spPr>
          <a:xfrm>
            <a:off x="287999" y="288036"/>
            <a:ext cx="3711980" cy="953294"/>
          </a:xfrm>
        </p:spPr>
        <p:txBody>
          <a:bodyPr/>
          <a:lstStyle>
            <a:lvl1pPr>
              <a:lnSpc>
                <a:spcPct val="110000"/>
              </a:lnSpc>
              <a:defRPr sz="1800">
                <a:solidFill>
                  <a:schemeClr val="tx2"/>
                </a:solidFill>
              </a:defRPr>
            </a:lvl1pPr>
          </a:lstStyle>
          <a:p>
            <a:r>
              <a:rPr lang="en-US"/>
              <a:t>Click to edit Master title style</a:t>
            </a:r>
            <a:endParaRPr lang="en-US" dirty="0"/>
          </a:p>
        </p:txBody>
      </p:sp>
      <p:sp>
        <p:nvSpPr>
          <p:cNvPr id="5" name="Text Placeholder 4">
            <a:extLst>
              <a:ext uri="{FF2B5EF4-FFF2-40B4-BE49-F238E27FC236}">
                <a16:creationId xmlns:a16="http://schemas.microsoft.com/office/drawing/2014/main" id="{DABBA43D-8D00-4EDB-B803-D1EEE6CE2CB5}"/>
              </a:ext>
            </a:extLst>
          </p:cNvPr>
          <p:cNvSpPr>
            <a:spLocks noGrp="1"/>
          </p:cNvSpPr>
          <p:nvPr>
            <p:ph type="body" sz="quarter" idx="11"/>
          </p:nvPr>
        </p:nvSpPr>
        <p:spPr>
          <a:xfrm>
            <a:off x="287999" y="1714500"/>
            <a:ext cx="5049180" cy="4286250"/>
          </a:xfrm>
          <a:prstGeom prst="rect">
            <a:avLst/>
          </a:prstGeom>
        </p:spPr>
        <p:txBody>
          <a:bodyPr/>
          <a:lstStyle>
            <a:lvl1pPr>
              <a:lnSpc>
                <a:spcPct val="110000"/>
              </a:lnSpc>
              <a:spcBef>
                <a:spcPts val="0"/>
              </a:spcBef>
              <a:defRPr>
                <a:solidFill>
                  <a:schemeClr val="tx1"/>
                </a:solidFill>
              </a:defRPr>
            </a:lvl1pPr>
            <a:lvl2pPr>
              <a:lnSpc>
                <a:spcPct val="110000"/>
              </a:lnSpc>
              <a:spcBef>
                <a:spcPts val="0"/>
              </a:spcBef>
              <a:defRPr>
                <a:solidFill>
                  <a:schemeClr val="tx1"/>
                </a:solidFill>
              </a:defRPr>
            </a:lvl2pPr>
            <a:lvl3pPr>
              <a:lnSpc>
                <a:spcPct val="110000"/>
              </a:lnSpc>
              <a:spcBef>
                <a:spcPts val="0"/>
              </a:spcBef>
              <a:defRPr>
                <a:solidFill>
                  <a:schemeClr val="tx1"/>
                </a:solidFill>
              </a:defRPr>
            </a:lvl3pPr>
            <a:lvl4pPr>
              <a:lnSpc>
                <a:spcPct val="110000"/>
              </a:lnSpc>
              <a:spcBef>
                <a:spcPts val="0"/>
              </a:spcBef>
              <a:defRPr>
                <a:solidFill>
                  <a:schemeClr val="tx1"/>
                </a:solidFill>
              </a:defRPr>
            </a:lvl4pPr>
            <a:lvl5pPr>
              <a:lnSpc>
                <a:spcPct val="110000"/>
              </a:lnSpc>
              <a:spcBef>
                <a:spcPts val="0"/>
              </a:spcBef>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Text Placeholder 4">
            <a:extLst>
              <a:ext uri="{FF2B5EF4-FFF2-40B4-BE49-F238E27FC236}">
                <a16:creationId xmlns:a16="http://schemas.microsoft.com/office/drawing/2014/main" id="{D32DCE7C-29C5-BC86-B154-7DD0C4F0553A}"/>
              </a:ext>
            </a:extLst>
          </p:cNvPr>
          <p:cNvSpPr>
            <a:spLocks noGrp="1"/>
          </p:cNvSpPr>
          <p:nvPr>
            <p:ph type="body" sz="quarter" idx="12"/>
          </p:nvPr>
        </p:nvSpPr>
        <p:spPr>
          <a:xfrm>
            <a:off x="6380919" y="1714500"/>
            <a:ext cx="5047593" cy="4286250"/>
          </a:xfrm>
          <a:prstGeom prst="rect">
            <a:avLst/>
          </a:prstGeom>
        </p:spPr>
        <p:txBody>
          <a:bodyPr/>
          <a:lstStyle>
            <a:lvl1pPr>
              <a:lnSpc>
                <a:spcPct val="110000"/>
              </a:lnSpc>
              <a:spcBef>
                <a:spcPts val="0"/>
              </a:spcBef>
              <a:defRPr>
                <a:solidFill>
                  <a:schemeClr val="tx1"/>
                </a:solidFill>
              </a:defRPr>
            </a:lvl1pPr>
            <a:lvl2pPr>
              <a:lnSpc>
                <a:spcPct val="110000"/>
              </a:lnSpc>
              <a:spcBef>
                <a:spcPts val="0"/>
              </a:spcBef>
              <a:defRPr>
                <a:solidFill>
                  <a:schemeClr val="tx1"/>
                </a:solidFill>
              </a:defRPr>
            </a:lvl2pPr>
            <a:lvl3pPr>
              <a:lnSpc>
                <a:spcPct val="110000"/>
              </a:lnSpc>
              <a:spcBef>
                <a:spcPts val="0"/>
              </a:spcBef>
              <a:defRPr>
                <a:solidFill>
                  <a:schemeClr val="tx1"/>
                </a:solidFill>
              </a:defRPr>
            </a:lvl3pPr>
            <a:lvl4pPr>
              <a:lnSpc>
                <a:spcPct val="110000"/>
              </a:lnSpc>
              <a:spcBef>
                <a:spcPts val="0"/>
              </a:spcBef>
              <a:defRPr>
                <a:solidFill>
                  <a:schemeClr val="tx1"/>
                </a:solidFill>
              </a:defRPr>
            </a:lvl4pPr>
            <a:lvl5pPr>
              <a:lnSpc>
                <a:spcPct val="110000"/>
              </a:lnSpc>
              <a:spcBef>
                <a:spcPts val="0"/>
              </a:spcBef>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Footer Placeholder 3">
            <a:extLst>
              <a:ext uri="{FF2B5EF4-FFF2-40B4-BE49-F238E27FC236}">
                <a16:creationId xmlns:a16="http://schemas.microsoft.com/office/drawing/2014/main" id="{91A0F4B3-D63C-0D8F-2804-F97776F90E4E}"/>
              </a:ext>
            </a:extLst>
          </p:cNvPr>
          <p:cNvSpPr>
            <a:spLocks noGrp="1"/>
          </p:cNvSpPr>
          <p:nvPr>
            <p:ph type="ftr" sz="quarter" idx="13"/>
          </p:nvPr>
        </p:nvSpPr>
        <p:spPr/>
        <p:txBody>
          <a:bodyPr/>
          <a:lstStyle/>
          <a:p>
            <a:r>
              <a:rPr lang="en-US"/>
              <a:t>IBM Quantum Summit 2023</a:t>
            </a:r>
          </a:p>
        </p:txBody>
      </p:sp>
      <p:sp>
        <p:nvSpPr>
          <p:cNvPr id="7" name="Slide Number">
            <a:extLst>
              <a:ext uri="{FF2B5EF4-FFF2-40B4-BE49-F238E27FC236}">
                <a16:creationId xmlns:a16="http://schemas.microsoft.com/office/drawing/2014/main" id="{38EC09FB-402F-F3CE-E1D2-51583F1BCCFA}"/>
              </a:ext>
            </a:extLst>
          </p:cNvPr>
          <p:cNvSpPr txBox="1">
            <a:spLocks noGrp="1"/>
          </p:cNvSpPr>
          <p:nvPr>
            <p:ph type="sldNum" sz="quarter" idx="4"/>
          </p:nvPr>
        </p:nvSpPr>
        <p:spPr>
          <a:xfrm>
            <a:off x="11769264" y="6469419"/>
            <a:ext cx="135436" cy="123111"/>
          </a:xfrm>
          <a:prstGeom prst="rect">
            <a:avLst/>
          </a:prstGeom>
          <a:ln w="12700">
            <a:miter lim="400000"/>
          </a:ln>
        </p:spPr>
        <p:txBody>
          <a:bodyPr wrap="squar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3874945124"/>
      </p:ext>
    </p:extLst>
  </p:cSld>
  <p:clrMapOvr>
    <a:masterClrMapping/>
  </p:clrMapOvr>
  <p:transition spd="med"/>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ext, 2 columns, large titl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4691A7-388D-D543-2C74-58FA1F3BC20C}"/>
              </a:ext>
            </a:extLst>
          </p:cNvPr>
          <p:cNvSpPr>
            <a:spLocks noGrp="1"/>
          </p:cNvSpPr>
          <p:nvPr>
            <p:ph type="title"/>
          </p:nvPr>
        </p:nvSpPr>
        <p:spPr>
          <a:xfrm>
            <a:off x="287999" y="192024"/>
            <a:ext cx="5522193" cy="2286794"/>
          </a:xfrm>
        </p:spPr>
        <p:txBody>
          <a:bodyPr rIns="457200"/>
          <a:lstStyle>
            <a:lvl1pPr>
              <a:lnSpc>
                <a:spcPct val="100000"/>
              </a:lnSpc>
              <a:defRPr>
                <a:solidFill>
                  <a:schemeClr val="tx2"/>
                </a:solidFill>
              </a:defRPr>
            </a:lvl1pPr>
          </a:lstStyle>
          <a:p>
            <a:r>
              <a:rPr lang="en-US"/>
              <a:t>Click to edit Master title style</a:t>
            </a:r>
            <a:endParaRPr lang="en-US" dirty="0"/>
          </a:p>
        </p:txBody>
      </p:sp>
      <p:sp>
        <p:nvSpPr>
          <p:cNvPr id="5" name="Text Placeholder 4">
            <a:extLst>
              <a:ext uri="{FF2B5EF4-FFF2-40B4-BE49-F238E27FC236}">
                <a16:creationId xmlns:a16="http://schemas.microsoft.com/office/drawing/2014/main" id="{CDE09569-73DF-2226-A7D7-ABBE84A47048}"/>
              </a:ext>
            </a:extLst>
          </p:cNvPr>
          <p:cNvSpPr>
            <a:spLocks noGrp="1"/>
          </p:cNvSpPr>
          <p:nvPr>
            <p:ph type="body" sz="quarter" idx="11"/>
          </p:nvPr>
        </p:nvSpPr>
        <p:spPr>
          <a:xfrm>
            <a:off x="6380919" y="288036"/>
            <a:ext cx="2476178" cy="5715794"/>
          </a:xfrm>
          <a:prstGeom prst="rect">
            <a:avLst/>
          </a:prstGeo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Text Placeholder 4">
            <a:extLst>
              <a:ext uri="{FF2B5EF4-FFF2-40B4-BE49-F238E27FC236}">
                <a16:creationId xmlns:a16="http://schemas.microsoft.com/office/drawing/2014/main" id="{9B0D0BB0-9896-0353-D972-26B687C3D8DD}"/>
              </a:ext>
            </a:extLst>
          </p:cNvPr>
          <p:cNvSpPr>
            <a:spLocks noGrp="1"/>
          </p:cNvSpPr>
          <p:nvPr>
            <p:ph type="body" sz="quarter" idx="12"/>
          </p:nvPr>
        </p:nvSpPr>
        <p:spPr>
          <a:xfrm>
            <a:off x="9428522" y="288036"/>
            <a:ext cx="2476178" cy="5715794"/>
          </a:xfrm>
          <a:prstGeom prst="rect">
            <a:avLst/>
          </a:prstGeo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Footer Placeholder 3">
            <a:extLst>
              <a:ext uri="{FF2B5EF4-FFF2-40B4-BE49-F238E27FC236}">
                <a16:creationId xmlns:a16="http://schemas.microsoft.com/office/drawing/2014/main" id="{5AA54578-ECD5-347E-35A9-C3F93EB8CDFE}"/>
              </a:ext>
            </a:extLst>
          </p:cNvPr>
          <p:cNvSpPr>
            <a:spLocks noGrp="1"/>
          </p:cNvSpPr>
          <p:nvPr>
            <p:ph type="ftr" sz="quarter" idx="13"/>
          </p:nvPr>
        </p:nvSpPr>
        <p:spPr/>
        <p:txBody>
          <a:bodyPr/>
          <a:lstStyle/>
          <a:p>
            <a:r>
              <a:rPr lang="en-US"/>
              <a:t>IBM Quantum Summit 2023</a:t>
            </a:r>
          </a:p>
        </p:txBody>
      </p:sp>
      <p:sp>
        <p:nvSpPr>
          <p:cNvPr id="7" name="Slide Number">
            <a:extLst>
              <a:ext uri="{FF2B5EF4-FFF2-40B4-BE49-F238E27FC236}">
                <a16:creationId xmlns:a16="http://schemas.microsoft.com/office/drawing/2014/main" id="{C7A51FE3-0F54-1487-47B4-164B5B802CA1}"/>
              </a:ext>
            </a:extLst>
          </p:cNvPr>
          <p:cNvSpPr txBox="1">
            <a:spLocks noGrp="1"/>
          </p:cNvSpPr>
          <p:nvPr>
            <p:ph type="sldNum" sz="quarter" idx="4"/>
          </p:nvPr>
        </p:nvSpPr>
        <p:spPr>
          <a:xfrm>
            <a:off x="11769264" y="6469419"/>
            <a:ext cx="135436" cy="123111"/>
          </a:xfrm>
          <a:prstGeom prst="rect">
            <a:avLst/>
          </a:prstGeom>
          <a:ln w="12700">
            <a:miter lim="400000"/>
          </a:ln>
        </p:spPr>
        <p:txBody>
          <a:bodyPr wrap="squar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1559821703"/>
      </p:ext>
    </p:extLst>
  </p:cSld>
  <p:clrMapOvr>
    <a:masterClrMapping/>
  </p:clrMapOvr>
  <p:transition spd="med"/>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2 columns, small titl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4691A7-388D-D543-2C74-58FA1F3BC20C}"/>
              </a:ext>
            </a:extLst>
          </p:cNvPr>
          <p:cNvSpPr>
            <a:spLocks noGrp="1"/>
          </p:cNvSpPr>
          <p:nvPr>
            <p:ph type="title"/>
          </p:nvPr>
        </p:nvSpPr>
        <p:spPr>
          <a:xfrm>
            <a:off x="287998" y="288036"/>
            <a:ext cx="2476178" cy="2286794"/>
          </a:xfrm>
        </p:spPr>
        <p:txBody>
          <a:bodyPr/>
          <a:lstStyle>
            <a:lvl1pPr>
              <a:lnSpc>
                <a:spcPct val="100000"/>
              </a:lnSpc>
              <a:defRPr sz="1800">
                <a:solidFill>
                  <a:schemeClr val="tx2"/>
                </a:solidFill>
              </a:defRPr>
            </a:lvl1pPr>
          </a:lstStyle>
          <a:p>
            <a:r>
              <a:rPr lang="en-US"/>
              <a:t>Click to edit Master title style</a:t>
            </a:r>
            <a:endParaRPr lang="en-US" dirty="0"/>
          </a:p>
        </p:txBody>
      </p:sp>
      <p:sp>
        <p:nvSpPr>
          <p:cNvPr id="5" name="Text Placeholder 4">
            <a:extLst>
              <a:ext uri="{FF2B5EF4-FFF2-40B4-BE49-F238E27FC236}">
                <a16:creationId xmlns:a16="http://schemas.microsoft.com/office/drawing/2014/main" id="{CDE09569-73DF-2226-A7D7-ABBE84A47048}"/>
              </a:ext>
            </a:extLst>
          </p:cNvPr>
          <p:cNvSpPr>
            <a:spLocks noGrp="1"/>
          </p:cNvSpPr>
          <p:nvPr>
            <p:ph type="body" sz="quarter" idx="11"/>
          </p:nvPr>
        </p:nvSpPr>
        <p:spPr>
          <a:xfrm>
            <a:off x="6380919" y="284957"/>
            <a:ext cx="2476178" cy="5715794"/>
          </a:xfrm>
          <a:prstGeom prst="rect">
            <a:avLst/>
          </a:prstGeo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Text Placeholder 4">
            <a:extLst>
              <a:ext uri="{FF2B5EF4-FFF2-40B4-BE49-F238E27FC236}">
                <a16:creationId xmlns:a16="http://schemas.microsoft.com/office/drawing/2014/main" id="{9B0D0BB0-9896-0353-D972-26B687C3D8DD}"/>
              </a:ext>
            </a:extLst>
          </p:cNvPr>
          <p:cNvSpPr>
            <a:spLocks noGrp="1"/>
          </p:cNvSpPr>
          <p:nvPr>
            <p:ph type="body" sz="quarter" idx="12"/>
          </p:nvPr>
        </p:nvSpPr>
        <p:spPr>
          <a:xfrm>
            <a:off x="9428522" y="284957"/>
            <a:ext cx="2476178" cy="5715794"/>
          </a:xfrm>
          <a:prstGeom prst="rect">
            <a:avLst/>
          </a:prstGeo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Footer Placeholder 3">
            <a:extLst>
              <a:ext uri="{FF2B5EF4-FFF2-40B4-BE49-F238E27FC236}">
                <a16:creationId xmlns:a16="http://schemas.microsoft.com/office/drawing/2014/main" id="{5AA54578-ECD5-347E-35A9-C3F93EB8CDFE}"/>
              </a:ext>
            </a:extLst>
          </p:cNvPr>
          <p:cNvSpPr>
            <a:spLocks noGrp="1"/>
          </p:cNvSpPr>
          <p:nvPr>
            <p:ph type="ftr" sz="quarter" idx="13"/>
          </p:nvPr>
        </p:nvSpPr>
        <p:spPr/>
        <p:txBody>
          <a:bodyPr/>
          <a:lstStyle/>
          <a:p>
            <a:r>
              <a:rPr lang="en-US"/>
              <a:t>IBM Quantum Summit 2023</a:t>
            </a:r>
          </a:p>
        </p:txBody>
      </p:sp>
      <p:sp>
        <p:nvSpPr>
          <p:cNvPr id="7" name="Slide Number">
            <a:extLst>
              <a:ext uri="{FF2B5EF4-FFF2-40B4-BE49-F238E27FC236}">
                <a16:creationId xmlns:a16="http://schemas.microsoft.com/office/drawing/2014/main" id="{745FF4F8-7F82-E9C2-8046-C791019E1694}"/>
              </a:ext>
            </a:extLst>
          </p:cNvPr>
          <p:cNvSpPr txBox="1">
            <a:spLocks noGrp="1"/>
          </p:cNvSpPr>
          <p:nvPr>
            <p:ph type="sldNum" sz="quarter" idx="4"/>
          </p:nvPr>
        </p:nvSpPr>
        <p:spPr>
          <a:xfrm>
            <a:off x="11769264" y="6469419"/>
            <a:ext cx="135436" cy="123111"/>
          </a:xfrm>
          <a:prstGeom prst="rect">
            <a:avLst/>
          </a:prstGeom>
          <a:ln w="12700">
            <a:miter lim="400000"/>
          </a:ln>
        </p:spPr>
        <p:txBody>
          <a:bodyPr wrap="squar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2204956051"/>
      </p:ext>
    </p:extLst>
  </p:cSld>
  <p:clrMapOvr>
    <a:masterClrMapping/>
  </p:clrMapOvr>
  <p:transition spd="med"/>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2 columns, dividers, large titl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3E75BA-E283-08AE-B230-A89A2245C127}"/>
              </a:ext>
            </a:extLst>
          </p:cNvPr>
          <p:cNvSpPr>
            <a:spLocks noGrp="1"/>
          </p:cNvSpPr>
          <p:nvPr>
            <p:ph type="title"/>
          </p:nvPr>
        </p:nvSpPr>
        <p:spPr>
          <a:xfrm>
            <a:off x="287999" y="192024"/>
            <a:ext cx="5519019" cy="2286794"/>
          </a:xfrm>
        </p:spPr>
        <p:txBody>
          <a:bodyPr rIns="457200"/>
          <a:lstStyle>
            <a:lvl1pPr>
              <a:lnSpc>
                <a:spcPct val="100000"/>
              </a:lnSpc>
              <a:defRPr>
                <a:solidFill>
                  <a:schemeClr val="tx2"/>
                </a:solidFill>
              </a:defRPr>
            </a:lvl1pPr>
          </a:lstStyle>
          <a:p>
            <a:r>
              <a:rPr lang="en-US"/>
              <a:t>Click to edit Master title style</a:t>
            </a:r>
            <a:endParaRPr lang="en-US" dirty="0"/>
          </a:p>
        </p:txBody>
      </p:sp>
      <p:sp>
        <p:nvSpPr>
          <p:cNvPr id="4" name="Text Placeholder 9">
            <a:extLst>
              <a:ext uri="{FF2B5EF4-FFF2-40B4-BE49-F238E27FC236}">
                <a16:creationId xmlns:a16="http://schemas.microsoft.com/office/drawing/2014/main" id="{8AF10F27-0178-9C93-8741-F0241501B4B0}"/>
              </a:ext>
            </a:extLst>
          </p:cNvPr>
          <p:cNvSpPr>
            <a:spLocks noGrp="1"/>
          </p:cNvSpPr>
          <p:nvPr>
            <p:ph type="body" sz="quarter" idx="16"/>
          </p:nvPr>
        </p:nvSpPr>
        <p:spPr>
          <a:xfrm>
            <a:off x="6380919" y="288036"/>
            <a:ext cx="2476178" cy="762794"/>
          </a:xfrm>
          <a:prstGeom prst="rect">
            <a:avLst/>
          </a:prstGeo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Text Placeholder 8">
            <a:extLst>
              <a:ext uri="{FF2B5EF4-FFF2-40B4-BE49-F238E27FC236}">
                <a16:creationId xmlns:a16="http://schemas.microsoft.com/office/drawing/2014/main" id="{5898D950-EA52-ABF9-D15D-C6C8FE946495}"/>
              </a:ext>
            </a:extLst>
          </p:cNvPr>
          <p:cNvSpPr>
            <a:spLocks noGrp="1"/>
          </p:cNvSpPr>
          <p:nvPr>
            <p:ph type="body" sz="quarter" idx="18"/>
          </p:nvPr>
        </p:nvSpPr>
        <p:spPr>
          <a:xfrm>
            <a:off x="6380919" y="1714500"/>
            <a:ext cx="2476178" cy="4286250"/>
          </a:xfrm>
          <a:prstGeom prst="rect">
            <a:avLst/>
          </a:prstGeom>
        </p:spPr>
        <p:txBody>
          <a:bodyPr/>
          <a:lstStyle>
            <a:lvl1pPr>
              <a:lnSpc>
                <a:spcPct val="110000"/>
              </a:lnSpc>
              <a:spcBef>
                <a:spcPts val="0"/>
              </a:spcBef>
              <a:defRPr sz="1000" b="0" i="0">
                <a:solidFill>
                  <a:schemeClr val="tx1"/>
                </a:solidFill>
                <a:latin typeface="IBM Plex Sans" panose="020B0503050203000203" pitchFamily="34" charset="0"/>
              </a:defRPr>
            </a:lvl1pPr>
            <a:lvl2pPr marL="91422" indent="-91422">
              <a:lnSpc>
                <a:spcPct val="110000"/>
              </a:lnSpc>
              <a:spcBef>
                <a:spcPts val="0"/>
              </a:spcBef>
              <a:defRPr sz="1000" b="0" i="0">
                <a:solidFill>
                  <a:schemeClr val="tx1"/>
                </a:solidFill>
                <a:latin typeface="IBM Plex Sans" panose="020B0503050203000203" pitchFamily="34" charset="0"/>
              </a:defRPr>
            </a:lvl2pPr>
            <a:lvl3pPr marL="182843" indent="-91422">
              <a:lnSpc>
                <a:spcPct val="110000"/>
              </a:lnSpc>
              <a:spcBef>
                <a:spcPts val="0"/>
              </a:spcBef>
              <a:defRPr sz="1000" b="0" i="0">
                <a:solidFill>
                  <a:schemeClr val="tx1"/>
                </a:solidFill>
                <a:latin typeface="IBM Plex Sans" panose="020B0503050203000203" pitchFamily="34" charset="0"/>
              </a:defRPr>
            </a:lvl3pPr>
            <a:lvl4pPr marL="274265" indent="-91422">
              <a:lnSpc>
                <a:spcPct val="110000"/>
              </a:lnSpc>
              <a:spcBef>
                <a:spcPts val="0"/>
              </a:spcBef>
              <a:defRPr sz="1000" b="0" i="0">
                <a:solidFill>
                  <a:schemeClr val="tx1"/>
                </a:solidFill>
                <a:latin typeface="IBM Plex Sans" panose="020B0503050203000203" pitchFamily="34" charset="0"/>
              </a:defRPr>
            </a:lvl4pPr>
            <a:lvl5pPr>
              <a:lnSpc>
                <a:spcPct val="110000"/>
              </a:lnSpc>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Text Placeholder 12">
            <a:extLst>
              <a:ext uri="{FF2B5EF4-FFF2-40B4-BE49-F238E27FC236}">
                <a16:creationId xmlns:a16="http://schemas.microsoft.com/office/drawing/2014/main" id="{17CD3DC6-7946-2D82-C3E4-10BC579C88DE}"/>
              </a:ext>
            </a:extLst>
          </p:cNvPr>
          <p:cNvSpPr>
            <a:spLocks noGrp="1"/>
          </p:cNvSpPr>
          <p:nvPr>
            <p:ph type="body" sz="quarter" idx="17"/>
          </p:nvPr>
        </p:nvSpPr>
        <p:spPr>
          <a:xfrm>
            <a:off x="9428522" y="288036"/>
            <a:ext cx="2479352" cy="762794"/>
          </a:xfrm>
          <a:prstGeom prst="rect">
            <a:avLst/>
          </a:prstGeo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Text Placeholder 8">
            <a:extLst>
              <a:ext uri="{FF2B5EF4-FFF2-40B4-BE49-F238E27FC236}">
                <a16:creationId xmlns:a16="http://schemas.microsoft.com/office/drawing/2014/main" id="{A501ADC5-5846-FF23-F5DB-93E8D05863E8}"/>
              </a:ext>
            </a:extLst>
          </p:cNvPr>
          <p:cNvSpPr>
            <a:spLocks noGrp="1"/>
          </p:cNvSpPr>
          <p:nvPr>
            <p:ph type="body" sz="quarter" idx="19"/>
          </p:nvPr>
        </p:nvSpPr>
        <p:spPr>
          <a:xfrm>
            <a:off x="9430109" y="1714500"/>
            <a:ext cx="2476178" cy="4286250"/>
          </a:xfrm>
          <a:prstGeom prst="rect">
            <a:avLst/>
          </a:prstGeom>
        </p:spPr>
        <p:txBody>
          <a:bodyPr/>
          <a:lstStyle>
            <a:lvl1pPr>
              <a:lnSpc>
                <a:spcPct val="110000"/>
              </a:lnSpc>
              <a:spcBef>
                <a:spcPts val="0"/>
              </a:spcBef>
              <a:defRPr sz="1000" b="0" i="0">
                <a:solidFill>
                  <a:schemeClr val="tx1"/>
                </a:solidFill>
                <a:latin typeface="IBM Plex Sans" panose="020B0503050203000203" pitchFamily="34" charset="0"/>
              </a:defRPr>
            </a:lvl1pPr>
            <a:lvl2pPr marL="91422" indent="-91422">
              <a:lnSpc>
                <a:spcPct val="110000"/>
              </a:lnSpc>
              <a:spcBef>
                <a:spcPts val="0"/>
              </a:spcBef>
              <a:defRPr sz="1000" b="0" i="0">
                <a:solidFill>
                  <a:schemeClr val="tx1"/>
                </a:solidFill>
                <a:latin typeface="IBM Plex Sans" panose="020B0503050203000203" pitchFamily="34" charset="0"/>
              </a:defRPr>
            </a:lvl2pPr>
            <a:lvl3pPr marL="182843" indent="-91422">
              <a:lnSpc>
                <a:spcPct val="110000"/>
              </a:lnSpc>
              <a:spcBef>
                <a:spcPts val="0"/>
              </a:spcBef>
              <a:defRPr sz="1000" b="0" i="0">
                <a:solidFill>
                  <a:schemeClr val="tx1"/>
                </a:solidFill>
                <a:latin typeface="IBM Plex Sans" panose="020B0503050203000203" pitchFamily="34" charset="0"/>
              </a:defRPr>
            </a:lvl3pPr>
            <a:lvl4pPr marL="274265" indent="-91422">
              <a:lnSpc>
                <a:spcPct val="110000"/>
              </a:lnSpc>
              <a:spcBef>
                <a:spcPts val="0"/>
              </a:spcBef>
              <a:defRPr sz="1000" b="0" i="0">
                <a:solidFill>
                  <a:schemeClr val="tx1"/>
                </a:solidFill>
                <a:latin typeface="IBM Plex Sans" panose="020B0503050203000203" pitchFamily="34" charset="0"/>
              </a:defRPr>
            </a:lvl4pPr>
            <a:lvl5pPr>
              <a:lnSpc>
                <a:spcPct val="110000"/>
              </a:lnSpc>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Footer Placeholder 5">
            <a:extLst>
              <a:ext uri="{FF2B5EF4-FFF2-40B4-BE49-F238E27FC236}">
                <a16:creationId xmlns:a16="http://schemas.microsoft.com/office/drawing/2014/main" id="{A3AE734E-170F-6CE2-C852-A644ACB8F409}"/>
              </a:ext>
            </a:extLst>
          </p:cNvPr>
          <p:cNvSpPr>
            <a:spLocks noGrp="1"/>
          </p:cNvSpPr>
          <p:nvPr>
            <p:ph type="ftr" sz="quarter" idx="20"/>
          </p:nvPr>
        </p:nvSpPr>
        <p:spPr/>
        <p:txBody>
          <a:bodyPr/>
          <a:lstStyle/>
          <a:p>
            <a:r>
              <a:rPr lang="en-US"/>
              <a:t>IBM Quantum Summit 2023</a:t>
            </a:r>
          </a:p>
        </p:txBody>
      </p:sp>
      <p:sp>
        <p:nvSpPr>
          <p:cNvPr id="7" name="Slide Number">
            <a:extLst>
              <a:ext uri="{FF2B5EF4-FFF2-40B4-BE49-F238E27FC236}">
                <a16:creationId xmlns:a16="http://schemas.microsoft.com/office/drawing/2014/main" id="{9BFC0CA6-CE6F-D94C-2967-FBF2240020C4}"/>
              </a:ext>
            </a:extLst>
          </p:cNvPr>
          <p:cNvSpPr txBox="1">
            <a:spLocks noGrp="1"/>
          </p:cNvSpPr>
          <p:nvPr>
            <p:ph type="sldNum" sz="quarter" idx="4"/>
          </p:nvPr>
        </p:nvSpPr>
        <p:spPr>
          <a:xfrm>
            <a:off x="11769264" y="6469419"/>
            <a:ext cx="135436" cy="123111"/>
          </a:xfrm>
          <a:prstGeom prst="rect">
            <a:avLst/>
          </a:prstGeom>
          <a:ln w="12700">
            <a:miter lim="400000"/>
          </a:ln>
        </p:spPr>
        <p:txBody>
          <a:bodyPr wrap="squar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177170831"/>
      </p:ext>
    </p:extLst>
  </p:cSld>
  <p:clrMapOvr>
    <a:masterClrMapping/>
  </p:clrMapOvr>
  <p:transition spd="med"/>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ext, 2 columns, dividers, small titl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3E75BA-E283-08AE-B230-A89A2245C127}"/>
              </a:ext>
            </a:extLst>
          </p:cNvPr>
          <p:cNvSpPr>
            <a:spLocks noGrp="1"/>
          </p:cNvSpPr>
          <p:nvPr>
            <p:ph type="title"/>
          </p:nvPr>
        </p:nvSpPr>
        <p:spPr>
          <a:xfrm>
            <a:off x="287998" y="288036"/>
            <a:ext cx="2474591" cy="2286794"/>
          </a:xfrm>
        </p:spPr>
        <p:txBody>
          <a:bodyPr rIns="0"/>
          <a:lstStyle>
            <a:lvl1pPr>
              <a:lnSpc>
                <a:spcPct val="100000"/>
              </a:lnSpc>
              <a:defRPr sz="1400">
                <a:solidFill>
                  <a:schemeClr val="tx2"/>
                </a:solidFill>
              </a:defRPr>
            </a:lvl1pPr>
          </a:lstStyle>
          <a:p>
            <a:r>
              <a:rPr lang="en-US"/>
              <a:t>Click to edit Master title style</a:t>
            </a:r>
            <a:endParaRPr lang="en-US" dirty="0"/>
          </a:p>
        </p:txBody>
      </p:sp>
      <p:sp>
        <p:nvSpPr>
          <p:cNvPr id="4" name="Text Placeholder 9">
            <a:extLst>
              <a:ext uri="{FF2B5EF4-FFF2-40B4-BE49-F238E27FC236}">
                <a16:creationId xmlns:a16="http://schemas.microsoft.com/office/drawing/2014/main" id="{8AF10F27-0178-9C93-8741-F0241501B4B0}"/>
              </a:ext>
            </a:extLst>
          </p:cNvPr>
          <p:cNvSpPr>
            <a:spLocks noGrp="1"/>
          </p:cNvSpPr>
          <p:nvPr>
            <p:ph type="body" sz="quarter" idx="16"/>
          </p:nvPr>
        </p:nvSpPr>
        <p:spPr>
          <a:xfrm>
            <a:off x="6380919" y="288036"/>
            <a:ext cx="2476178" cy="762794"/>
          </a:xfrm>
          <a:prstGeom prst="rect">
            <a:avLst/>
          </a:prstGeo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Text Placeholder 8">
            <a:extLst>
              <a:ext uri="{FF2B5EF4-FFF2-40B4-BE49-F238E27FC236}">
                <a16:creationId xmlns:a16="http://schemas.microsoft.com/office/drawing/2014/main" id="{5898D950-EA52-ABF9-D15D-C6C8FE946495}"/>
              </a:ext>
            </a:extLst>
          </p:cNvPr>
          <p:cNvSpPr>
            <a:spLocks noGrp="1"/>
          </p:cNvSpPr>
          <p:nvPr>
            <p:ph type="body" sz="quarter" idx="18"/>
          </p:nvPr>
        </p:nvSpPr>
        <p:spPr>
          <a:xfrm>
            <a:off x="6380919" y="1714500"/>
            <a:ext cx="2476178" cy="4286250"/>
          </a:xfrm>
          <a:prstGeom prst="rect">
            <a:avLst/>
          </a:prstGeom>
        </p:spPr>
        <p:txBody>
          <a:bodyPr/>
          <a:lstStyle>
            <a:lvl1pPr>
              <a:lnSpc>
                <a:spcPct val="110000"/>
              </a:lnSpc>
              <a:spcBef>
                <a:spcPts val="0"/>
              </a:spcBef>
              <a:defRPr sz="1000" b="0" i="0">
                <a:solidFill>
                  <a:schemeClr val="tx1"/>
                </a:solidFill>
                <a:latin typeface="IBM Plex Sans" panose="020B0503050203000203" pitchFamily="34" charset="0"/>
              </a:defRPr>
            </a:lvl1pPr>
            <a:lvl2pPr marL="91422" indent="-91422">
              <a:lnSpc>
                <a:spcPct val="110000"/>
              </a:lnSpc>
              <a:spcBef>
                <a:spcPts val="0"/>
              </a:spcBef>
              <a:defRPr sz="1000" b="0" i="0">
                <a:solidFill>
                  <a:schemeClr val="tx1"/>
                </a:solidFill>
                <a:latin typeface="IBM Plex Sans" panose="020B0503050203000203" pitchFamily="34" charset="0"/>
              </a:defRPr>
            </a:lvl2pPr>
            <a:lvl3pPr marL="182843" indent="-91422">
              <a:lnSpc>
                <a:spcPct val="110000"/>
              </a:lnSpc>
              <a:spcBef>
                <a:spcPts val="0"/>
              </a:spcBef>
              <a:defRPr sz="1000" b="0" i="0">
                <a:solidFill>
                  <a:schemeClr val="tx1"/>
                </a:solidFill>
                <a:latin typeface="IBM Plex Sans" panose="020B0503050203000203" pitchFamily="34" charset="0"/>
              </a:defRPr>
            </a:lvl3pPr>
            <a:lvl4pPr marL="274265" indent="-91422">
              <a:lnSpc>
                <a:spcPct val="110000"/>
              </a:lnSpc>
              <a:spcBef>
                <a:spcPts val="0"/>
              </a:spcBef>
              <a:defRPr sz="1000" b="0" i="0">
                <a:solidFill>
                  <a:schemeClr val="tx1"/>
                </a:solidFill>
                <a:latin typeface="IBM Plex Sans" panose="020B0503050203000203" pitchFamily="34" charset="0"/>
              </a:defRPr>
            </a:lvl4pPr>
            <a:lvl5pPr>
              <a:lnSpc>
                <a:spcPct val="110000"/>
              </a:lnSpc>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Text Placeholder 12">
            <a:extLst>
              <a:ext uri="{FF2B5EF4-FFF2-40B4-BE49-F238E27FC236}">
                <a16:creationId xmlns:a16="http://schemas.microsoft.com/office/drawing/2014/main" id="{17CD3DC6-7946-2D82-C3E4-10BC579C88DE}"/>
              </a:ext>
            </a:extLst>
          </p:cNvPr>
          <p:cNvSpPr>
            <a:spLocks noGrp="1"/>
          </p:cNvSpPr>
          <p:nvPr>
            <p:ph type="body" sz="quarter" idx="17"/>
          </p:nvPr>
        </p:nvSpPr>
        <p:spPr>
          <a:xfrm>
            <a:off x="9428522" y="288036"/>
            <a:ext cx="2479352" cy="762794"/>
          </a:xfrm>
          <a:prstGeom prst="rect">
            <a:avLst/>
          </a:prstGeo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Text Placeholder 8">
            <a:extLst>
              <a:ext uri="{FF2B5EF4-FFF2-40B4-BE49-F238E27FC236}">
                <a16:creationId xmlns:a16="http://schemas.microsoft.com/office/drawing/2014/main" id="{A501ADC5-5846-FF23-F5DB-93E8D05863E8}"/>
              </a:ext>
            </a:extLst>
          </p:cNvPr>
          <p:cNvSpPr>
            <a:spLocks noGrp="1"/>
          </p:cNvSpPr>
          <p:nvPr>
            <p:ph type="body" sz="quarter" idx="19"/>
          </p:nvPr>
        </p:nvSpPr>
        <p:spPr>
          <a:xfrm>
            <a:off x="9431697" y="1714500"/>
            <a:ext cx="2476178" cy="4286250"/>
          </a:xfrm>
          <a:prstGeom prst="rect">
            <a:avLst/>
          </a:prstGeom>
        </p:spPr>
        <p:txBody>
          <a:bodyPr/>
          <a:lstStyle>
            <a:lvl1pPr>
              <a:lnSpc>
                <a:spcPct val="110000"/>
              </a:lnSpc>
              <a:spcBef>
                <a:spcPts val="0"/>
              </a:spcBef>
              <a:defRPr sz="1000" b="0" i="0">
                <a:solidFill>
                  <a:schemeClr val="tx1"/>
                </a:solidFill>
                <a:latin typeface="IBM Plex Sans" panose="020B0503050203000203" pitchFamily="34" charset="0"/>
              </a:defRPr>
            </a:lvl1pPr>
            <a:lvl2pPr marL="91422" indent="-91422">
              <a:lnSpc>
                <a:spcPct val="110000"/>
              </a:lnSpc>
              <a:spcBef>
                <a:spcPts val="0"/>
              </a:spcBef>
              <a:defRPr sz="1000" b="0" i="0">
                <a:solidFill>
                  <a:schemeClr val="tx1"/>
                </a:solidFill>
                <a:latin typeface="IBM Plex Sans" panose="020B0503050203000203" pitchFamily="34" charset="0"/>
              </a:defRPr>
            </a:lvl2pPr>
            <a:lvl3pPr marL="182843" indent="-91422">
              <a:lnSpc>
                <a:spcPct val="110000"/>
              </a:lnSpc>
              <a:spcBef>
                <a:spcPts val="0"/>
              </a:spcBef>
              <a:defRPr sz="1000" b="0" i="0">
                <a:solidFill>
                  <a:schemeClr val="tx1"/>
                </a:solidFill>
                <a:latin typeface="IBM Plex Sans" panose="020B0503050203000203" pitchFamily="34" charset="0"/>
              </a:defRPr>
            </a:lvl3pPr>
            <a:lvl4pPr marL="274265" indent="-91422">
              <a:lnSpc>
                <a:spcPct val="110000"/>
              </a:lnSpc>
              <a:spcBef>
                <a:spcPts val="0"/>
              </a:spcBef>
              <a:defRPr sz="1000" b="0" i="0">
                <a:solidFill>
                  <a:schemeClr val="tx1"/>
                </a:solidFill>
                <a:latin typeface="IBM Plex Sans" panose="020B0503050203000203" pitchFamily="34" charset="0"/>
              </a:defRPr>
            </a:lvl4pPr>
            <a:lvl5pPr>
              <a:lnSpc>
                <a:spcPct val="110000"/>
              </a:lnSpc>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Footer Placeholder 5">
            <a:extLst>
              <a:ext uri="{FF2B5EF4-FFF2-40B4-BE49-F238E27FC236}">
                <a16:creationId xmlns:a16="http://schemas.microsoft.com/office/drawing/2014/main" id="{A3AE734E-170F-6CE2-C852-A644ACB8F409}"/>
              </a:ext>
            </a:extLst>
          </p:cNvPr>
          <p:cNvSpPr>
            <a:spLocks noGrp="1"/>
          </p:cNvSpPr>
          <p:nvPr>
            <p:ph type="ftr" sz="quarter" idx="20"/>
          </p:nvPr>
        </p:nvSpPr>
        <p:spPr/>
        <p:txBody>
          <a:bodyPr/>
          <a:lstStyle/>
          <a:p>
            <a:r>
              <a:rPr lang="en-US"/>
              <a:t>IBM Quantum Summit 2023</a:t>
            </a:r>
          </a:p>
        </p:txBody>
      </p:sp>
      <p:sp>
        <p:nvSpPr>
          <p:cNvPr id="7" name="Slide Number">
            <a:extLst>
              <a:ext uri="{FF2B5EF4-FFF2-40B4-BE49-F238E27FC236}">
                <a16:creationId xmlns:a16="http://schemas.microsoft.com/office/drawing/2014/main" id="{8CF1D655-1791-BEF3-D8AA-E589057E73AC}"/>
              </a:ext>
            </a:extLst>
          </p:cNvPr>
          <p:cNvSpPr txBox="1">
            <a:spLocks noGrp="1"/>
          </p:cNvSpPr>
          <p:nvPr>
            <p:ph type="sldNum" sz="quarter" idx="4"/>
          </p:nvPr>
        </p:nvSpPr>
        <p:spPr>
          <a:xfrm>
            <a:off x="11769264" y="6469419"/>
            <a:ext cx="135436" cy="123111"/>
          </a:xfrm>
          <a:prstGeom prst="rect">
            <a:avLst/>
          </a:prstGeom>
          <a:ln w="12700">
            <a:miter lim="400000"/>
          </a:ln>
        </p:spPr>
        <p:txBody>
          <a:bodyPr wrap="squar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1629240754"/>
      </p:ext>
    </p:extLst>
  </p:cSld>
  <p:clrMapOvr>
    <a:masterClrMapping/>
  </p:clrMapOvr>
  <p:transition spd="med"/>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ext, 2 columns, dividers, pictogram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D740D-848C-40A7-AB96-E7B74E0A800D}"/>
              </a:ext>
            </a:extLst>
          </p:cNvPr>
          <p:cNvSpPr>
            <a:spLocks noGrp="1"/>
          </p:cNvSpPr>
          <p:nvPr>
            <p:ph type="title"/>
          </p:nvPr>
        </p:nvSpPr>
        <p:spPr>
          <a:xfrm>
            <a:off x="287999" y="192024"/>
            <a:ext cx="2474590" cy="570707"/>
          </a:xfrm>
        </p:spPr>
        <p:txBody>
          <a:bodyPr/>
          <a:lstStyle>
            <a:lvl1pPr>
              <a:lnSpc>
                <a:spcPct val="100000"/>
              </a:lnSpc>
              <a:defRPr sz="3199">
                <a:solidFill>
                  <a:schemeClr val="tx2"/>
                </a:solidFill>
              </a:defRPr>
            </a:lvl1pPr>
          </a:lstStyle>
          <a:p>
            <a:r>
              <a:rPr lang="en-US"/>
              <a:t>Click to edit Master title style</a:t>
            </a:r>
            <a:endParaRPr lang="en-US" dirty="0"/>
          </a:p>
        </p:txBody>
      </p:sp>
      <p:sp>
        <p:nvSpPr>
          <p:cNvPr id="6" name="Text Placeholder 5">
            <a:extLst>
              <a:ext uri="{FF2B5EF4-FFF2-40B4-BE49-F238E27FC236}">
                <a16:creationId xmlns:a16="http://schemas.microsoft.com/office/drawing/2014/main" id="{9792CE3F-FA6A-2FE0-0146-4BFD45CF296A}"/>
              </a:ext>
            </a:extLst>
          </p:cNvPr>
          <p:cNvSpPr>
            <a:spLocks noGrp="1"/>
          </p:cNvSpPr>
          <p:nvPr>
            <p:ph type="body" sz="quarter" idx="15"/>
          </p:nvPr>
        </p:nvSpPr>
        <p:spPr>
          <a:xfrm>
            <a:off x="3334142" y="192024"/>
            <a:ext cx="2477765" cy="570706"/>
          </a:xfrm>
          <a:prstGeom prst="rect">
            <a:avLst/>
          </a:prstGeom>
        </p:spPr>
        <p:txBody>
          <a:bodyPr/>
          <a:lstStyle>
            <a:lvl1pPr>
              <a:lnSpc>
                <a:spcPct val="100000"/>
              </a:lnSpc>
              <a:spcBef>
                <a:spcPts val="0"/>
              </a:spcBef>
              <a:defRPr sz="3199">
                <a:solidFill>
                  <a:schemeClr val="tx2"/>
                </a:solidFill>
              </a:defRPr>
            </a:lvl1pPr>
            <a:lvl2pPr>
              <a:lnSpc>
                <a:spcPct val="90000"/>
              </a:lnSpc>
              <a:spcBef>
                <a:spcPts val="0"/>
              </a:spcBef>
              <a:defRPr sz="1400"/>
            </a:lvl2pPr>
            <a:lvl3pPr>
              <a:lnSpc>
                <a:spcPct val="90000"/>
              </a:lnSpc>
              <a:spcBef>
                <a:spcPts val="0"/>
              </a:spcBef>
              <a:defRPr sz="1400"/>
            </a:lvl3pPr>
            <a:lvl4pPr>
              <a:lnSpc>
                <a:spcPct val="90000"/>
              </a:lnSpc>
              <a:spcBef>
                <a:spcPts val="0"/>
              </a:spcBef>
              <a:defRPr sz="1400"/>
            </a:lvl4pPr>
            <a:lvl5pPr>
              <a:lnSpc>
                <a:spcPct val="90000"/>
              </a:lnSpc>
              <a:spcBef>
                <a:spcPts val="0"/>
              </a:spcBef>
              <a:defRPr sz="1400"/>
            </a:lvl5pPr>
          </a:lstStyle>
          <a:p>
            <a:pPr lvl="0"/>
            <a:r>
              <a:rPr lang="en-US"/>
              <a:t>Click to edit Master text styles</a:t>
            </a:r>
          </a:p>
        </p:txBody>
      </p:sp>
      <p:sp>
        <p:nvSpPr>
          <p:cNvPr id="7" name="Text Placeholder 6">
            <a:extLst>
              <a:ext uri="{FF2B5EF4-FFF2-40B4-BE49-F238E27FC236}">
                <a16:creationId xmlns:a16="http://schemas.microsoft.com/office/drawing/2014/main" id="{F9E6C7C8-F097-FDD3-FF97-3FC4133BC68D}"/>
              </a:ext>
            </a:extLst>
          </p:cNvPr>
          <p:cNvSpPr>
            <a:spLocks noGrp="1"/>
          </p:cNvSpPr>
          <p:nvPr>
            <p:ph type="body" sz="quarter" idx="12"/>
          </p:nvPr>
        </p:nvSpPr>
        <p:spPr>
          <a:xfrm>
            <a:off x="3333316" y="1714500"/>
            <a:ext cx="2475384" cy="4286250"/>
          </a:xfrm>
          <a:prstGeom prst="rect">
            <a:avLst/>
          </a:prstGeom>
        </p:spPr>
        <p:txBody>
          <a:bodyPr/>
          <a:lstStyle>
            <a:lvl1pPr>
              <a:spcBef>
                <a:spcPts val="0"/>
              </a:spcBef>
              <a:defRPr sz="1400" b="0" i="0">
                <a:solidFill>
                  <a:schemeClr val="tx1"/>
                </a:solidFill>
                <a:latin typeface="IBM Plex Sans Light" panose="020B0403050203000203" pitchFamily="34" charset="0"/>
              </a:defRPr>
            </a:lvl1pPr>
            <a:lvl2pPr marL="127990" indent="-127990">
              <a:spcBef>
                <a:spcPts val="0"/>
              </a:spcBef>
              <a:defRPr sz="1400" b="0" i="0">
                <a:solidFill>
                  <a:schemeClr val="tx1"/>
                </a:solidFill>
                <a:latin typeface="IBM Plex Sans Light" panose="020B0403050203000203" pitchFamily="34" charset="0"/>
              </a:defRPr>
            </a:lvl2pPr>
            <a:lvl3pPr marL="255981" indent="-127990">
              <a:spcBef>
                <a:spcPts val="0"/>
              </a:spcBef>
              <a:defRPr sz="1400" b="0" i="0">
                <a:solidFill>
                  <a:schemeClr val="tx1"/>
                </a:solidFill>
                <a:latin typeface="IBM Plex Sans Light" panose="020B0403050203000203" pitchFamily="34" charset="0"/>
              </a:defRPr>
            </a:lvl3pPr>
            <a:lvl4pPr marL="383971" indent="-127990">
              <a:spcBef>
                <a:spcPts val="0"/>
              </a:spcBef>
              <a:defRPr sz="1400" b="0" i="0">
                <a:solidFill>
                  <a:schemeClr val="tx1"/>
                </a:solidFill>
                <a:latin typeface="IBM Plex Sans Light" panose="020B0403050203000203" pitchFamily="34" charset="0"/>
              </a:defRPr>
            </a:lvl4pPr>
            <a:lvl5pPr>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3" name="Straight Connector 12" descr="Vertical column divider">
            <a:extLst>
              <a:ext uri="{FF2B5EF4-FFF2-40B4-BE49-F238E27FC236}">
                <a16:creationId xmlns:a16="http://schemas.microsoft.com/office/drawing/2014/main" id="{202744BD-C7A4-D538-2E19-AA279C025A21}"/>
              </a:ext>
            </a:extLst>
          </p:cNvPr>
          <p:cNvCxnSpPr/>
          <p:nvPr userDrawn="1"/>
        </p:nvCxnSpPr>
        <p:spPr bwMode="auto">
          <a:xfrm>
            <a:off x="6093683" y="284957"/>
            <a:ext cx="0" cy="5715794"/>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5" name="Picture Placeholder 4" descr="Place pictogram here">
            <a:extLst>
              <a:ext uri="{FF2B5EF4-FFF2-40B4-BE49-F238E27FC236}">
                <a16:creationId xmlns:a16="http://schemas.microsoft.com/office/drawing/2014/main" id="{4E8FFEFF-CCD0-A436-418A-5FB8624CCC89}"/>
              </a:ext>
            </a:extLst>
          </p:cNvPr>
          <p:cNvSpPr>
            <a:spLocks noGrp="1" noChangeAspect="1"/>
          </p:cNvSpPr>
          <p:nvPr>
            <p:ph type="pic" sz="quarter" idx="16" hasCustomPrompt="1"/>
          </p:nvPr>
        </p:nvSpPr>
        <p:spPr>
          <a:xfrm>
            <a:off x="6380919" y="288036"/>
            <a:ext cx="607997" cy="607231"/>
          </a:xfrm>
          <a:prstGeom prst="rect">
            <a:avLst/>
          </a:prstGeom>
        </p:spPr>
        <p:txBody>
          <a:bodyPr anchor="ctr"/>
          <a:lstStyle>
            <a:lvl1pPr algn="ctr">
              <a:defRPr sz="800">
                <a:solidFill>
                  <a:schemeClr val="tx1"/>
                </a:solidFill>
              </a:defRPr>
            </a:lvl1pPr>
          </a:lstStyle>
          <a:p>
            <a:r>
              <a:rPr lang="en-US"/>
              <a:t>Pictogram</a:t>
            </a:r>
          </a:p>
        </p:txBody>
      </p:sp>
      <p:sp>
        <p:nvSpPr>
          <p:cNvPr id="9" name="Text Placeholder 8">
            <a:extLst>
              <a:ext uri="{FF2B5EF4-FFF2-40B4-BE49-F238E27FC236}">
                <a16:creationId xmlns:a16="http://schemas.microsoft.com/office/drawing/2014/main" id="{1E0B684B-61D6-CF9E-57FC-892D7CEE8D1D}"/>
              </a:ext>
            </a:extLst>
          </p:cNvPr>
          <p:cNvSpPr>
            <a:spLocks noGrp="1"/>
          </p:cNvSpPr>
          <p:nvPr>
            <p:ph type="body" sz="quarter" idx="13"/>
          </p:nvPr>
        </p:nvSpPr>
        <p:spPr>
          <a:xfrm>
            <a:off x="6382988" y="1714500"/>
            <a:ext cx="2476178" cy="4286250"/>
          </a:xfrm>
          <a:prstGeom prst="rect">
            <a:avLst/>
          </a:prstGeom>
        </p:spPr>
        <p:txBody>
          <a:bodyPr/>
          <a:lstStyle>
            <a:lvl1pPr>
              <a:spcBef>
                <a:spcPts val="0"/>
              </a:spcBef>
              <a:defRPr sz="1000" b="0" i="0">
                <a:solidFill>
                  <a:schemeClr val="tx1"/>
                </a:solidFill>
                <a:latin typeface="IBM Plex Sans" panose="020B0503050203000203" pitchFamily="34" charset="0"/>
              </a:defRPr>
            </a:lvl1pPr>
            <a:lvl2pPr marL="91422" indent="-91422">
              <a:spcBef>
                <a:spcPts val="0"/>
              </a:spcBef>
              <a:defRPr sz="1000" b="0" i="0">
                <a:solidFill>
                  <a:schemeClr val="tx1"/>
                </a:solidFill>
                <a:latin typeface="IBM Plex Sans" panose="020B0503050203000203" pitchFamily="34" charset="0"/>
              </a:defRPr>
            </a:lvl2pPr>
            <a:lvl3pPr marL="182843" indent="-91422">
              <a:spcBef>
                <a:spcPts val="0"/>
              </a:spcBef>
              <a:defRPr sz="1000" b="0" i="0">
                <a:solidFill>
                  <a:schemeClr val="tx1"/>
                </a:solidFill>
                <a:latin typeface="IBM Plex Sans" panose="020B0503050203000203" pitchFamily="34" charset="0"/>
              </a:defRPr>
            </a:lvl3pPr>
            <a:lvl4pPr marL="274265" indent="-91422">
              <a:spcBef>
                <a:spcPts val="0"/>
              </a:spcBef>
              <a:defRPr sz="1000" b="0" i="0">
                <a:solidFill>
                  <a:schemeClr val="tx1"/>
                </a:solidFill>
                <a:latin typeface="IBM Plex Sans" panose="020B0503050203000203" pitchFamily="34" charset="0"/>
              </a:defRPr>
            </a:lvl4pPr>
            <a:lvl5pPr>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4" name="Straight Connector 13" descr="Vertical column divider">
            <a:extLst>
              <a:ext uri="{FF2B5EF4-FFF2-40B4-BE49-F238E27FC236}">
                <a16:creationId xmlns:a16="http://schemas.microsoft.com/office/drawing/2014/main" id="{ADCE883F-3781-7F7E-8236-8BB5CEBAD77C}"/>
              </a:ext>
            </a:extLst>
          </p:cNvPr>
          <p:cNvCxnSpPr/>
          <p:nvPr userDrawn="1"/>
        </p:nvCxnSpPr>
        <p:spPr bwMode="auto">
          <a:xfrm>
            <a:off x="9142810" y="284957"/>
            <a:ext cx="0" cy="5715794"/>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2" name="Picture Placeholder 11" descr="Place pictogram here">
            <a:extLst>
              <a:ext uri="{FF2B5EF4-FFF2-40B4-BE49-F238E27FC236}">
                <a16:creationId xmlns:a16="http://schemas.microsoft.com/office/drawing/2014/main" id="{484E55D7-CBB2-992D-3E77-5CB7B7CADA9C}"/>
              </a:ext>
            </a:extLst>
          </p:cNvPr>
          <p:cNvSpPr>
            <a:spLocks noGrp="1" noChangeAspect="1"/>
          </p:cNvSpPr>
          <p:nvPr>
            <p:ph type="pic" sz="quarter" idx="17" hasCustomPrompt="1"/>
          </p:nvPr>
        </p:nvSpPr>
        <p:spPr>
          <a:xfrm>
            <a:off x="9428522" y="288036"/>
            <a:ext cx="608843" cy="608076"/>
          </a:xfrm>
          <a:prstGeom prst="rect">
            <a:avLst/>
          </a:prstGeom>
        </p:spPr>
        <p:txBody>
          <a:bodyPr anchor="ctr"/>
          <a:lstStyle>
            <a:lvl1pPr algn="ctr">
              <a:defRPr sz="800">
                <a:solidFill>
                  <a:schemeClr val="tx1"/>
                </a:solidFill>
              </a:defRPr>
            </a:lvl1pPr>
          </a:lstStyle>
          <a:p>
            <a:r>
              <a:rPr lang="en-US"/>
              <a:t>Pictogram</a:t>
            </a:r>
          </a:p>
        </p:txBody>
      </p:sp>
      <p:sp>
        <p:nvSpPr>
          <p:cNvPr id="11" name="Text Placeholder 10">
            <a:extLst>
              <a:ext uri="{FF2B5EF4-FFF2-40B4-BE49-F238E27FC236}">
                <a16:creationId xmlns:a16="http://schemas.microsoft.com/office/drawing/2014/main" id="{1E0D5184-93C0-B658-7967-FBC78C38A518}"/>
              </a:ext>
            </a:extLst>
          </p:cNvPr>
          <p:cNvSpPr>
            <a:spLocks noGrp="1"/>
          </p:cNvSpPr>
          <p:nvPr>
            <p:ph type="body" sz="quarter" idx="14"/>
          </p:nvPr>
        </p:nvSpPr>
        <p:spPr>
          <a:xfrm>
            <a:off x="9430591" y="1714500"/>
            <a:ext cx="2479352" cy="4286250"/>
          </a:xfrm>
          <a:prstGeom prst="rect">
            <a:avLst/>
          </a:prstGeom>
        </p:spPr>
        <p:txBody>
          <a:bodyPr/>
          <a:lstStyle>
            <a:lvl1pPr>
              <a:spcBef>
                <a:spcPts val="0"/>
              </a:spcBef>
              <a:defRPr sz="1000" b="0" i="0">
                <a:solidFill>
                  <a:schemeClr val="tx1"/>
                </a:solidFill>
                <a:latin typeface="IBM Plex Sans" panose="020B0503050203000203" pitchFamily="34" charset="0"/>
              </a:defRPr>
            </a:lvl1pPr>
            <a:lvl2pPr marL="91422" indent="-91422">
              <a:spcBef>
                <a:spcPts val="0"/>
              </a:spcBef>
              <a:defRPr sz="1000" b="0" i="0">
                <a:solidFill>
                  <a:schemeClr val="tx1"/>
                </a:solidFill>
                <a:latin typeface="IBM Plex Sans" panose="020B0503050203000203" pitchFamily="34" charset="0"/>
              </a:defRPr>
            </a:lvl2pPr>
            <a:lvl3pPr marL="182843" indent="-91422">
              <a:spcBef>
                <a:spcPts val="0"/>
              </a:spcBef>
              <a:defRPr sz="1000" b="0" i="0">
                <a:solidFill>
                  <a:schemeClr val="tx1"/>
                </a:solidFill>
                <a:latin typeface="IBM Plex Sans" panose="020B0503050203000203" pitchFamily="34" charset="0"/>
              </a:defRPr>
            </a:lvl3pPr>
            <a:lvl4pPr marL="274265" indent="-91422">
              <a:spcBef>
                <a:spcPts val="0"/>
              </a:spcBef>
              <a:defRPr sz="1000" b="0" i="0">
                <a:solidFill>
                  <a:schemeClr val="tx1"/>
                </a:solidFill>
                <a:latin typeface="IBM Plex Sans" panose="020B0503050203000203" pitchFamily="34" charset="0"/>
              </a:defRPr>
            </a:lvl4pPr>
            <a:lvl5pPr>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Footer Placeholder 3">
            <a:extLst>
              <a:ext uri="{FF2B5EF4-FFF2-40B4-BE49-F238E27FC236}">
                <a16:creationId xmlns:a16="http://schemas.microsoft.com/office/drawing/2014/main" id="{87B96A2B-2DD4-AEBB-75C4-9215E33D2664}"/>
              </a:ext>
            </a:extLst>
          </p:cNvPr>
          <p:cNvSpPr>
            <a:spLocks noGrp="1"/>
          </p:cNvSpPr>
          <p:nvPr>
            <p:ph type="ftr" sz="quarter" idx="18"/>
          </p:nvPr>
        </p:nvSpPr>
        <p:spPr/>
        <p:txBody>
          <a:bodyPr/>
          <a:lstStyle/>
          <a:p>
            <a:r>
              <a:rPr lang="en-US"/>
              <a:t>IBM Quantum Summit 2023</a:t>
            </a:r>
          </a:p>
        </p:txBody>
      </p:sp>
      <p:sp>
        <p:nvSpPr>
          <p:cNvPr id="8" name="Slide Number">
            <a:extLst>
              <a:ext uri="{FF2B5EF4-FFF2-40B4-BE49-F238E27FC236}">
                <a16:creationId xmlns:a16="http://schemas.microsoft.com/office/drawing/2014/main" id="{FE28AB83-26B6-464D-000B-077BBC188616}"/>
              </a:ext>
            </a:extLst>
          </p:cNvPr>
          <p:cNvSpPr txBox="1">
            <a:spLocks noGrp="1"/>
          </p:cNvSpPr>
          <p:nvPr>
            <p:ph type="sldNum" sz="quarter" idx="4"/>
          </p:nvPr>
        </p:nvSpPr>
        <p:spPr>
          <a:xfrm>
            <a:off x="11769264" y="6469419"/>
            <a:ext cx="135436" cy="123111"/>
          </a:xfrm>
          <a:prstGeom prst="rect">
            <a:avLst/>
          </a:prstGeom>
          <a:ln w="12700">
            <a:miter lim="400000"/>
          </a:ln>
        </p:spPr>
        <p:txBody>
          <a:bodyPr wrap="squar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4133412524"/>
      </p:ext>
    </p:extLst>
  </p:cSld>
  <p:clrMapOvr>
    <a:masterClrMapping/>
  </p:clrMapOvr>
  <p:transition spd="med"/>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Boxes, 4 stacked wide, pictograms">
    <p:bg>
      <p:bgPr>
        <a:solidFill>
          <a:schemeClr val="bg1"/>
        </a:solidFill>
        <a:effectLst/>
      </p:bgPr>
    </p:bg>
    <p:spTree>
      <p:nvGrpSpPr>
        <p:cNvPr id="1" name=""/>
        <p:cNvGrpSpPr/>
        <p:nvPr/>
      </p:nvGrpSpPr>
      <p:grpSpPr>
        <a:xfrm>
          <a:off x="0" y="0"/>
          <a:ext cx="0" cy="0"/>
          <a:chOff x="0" y="0"/>
          <a:chExt cx="0" cy="0"/>
        </a:xfrm>
      </p:grpSpPr>
      <p:sp>
        <p:nvSpPr>
          <p:cNvPr id="13" name="Picture Placeholder 12" descr="Place pictogram here">
            <a:extLst>
              <a:ext uri="{FF2B5EF4-FFF2-40B4-BE49-F238E27FC236}">
                <a16:creationId xmlns:a16="http://schemas.microsoft.com/office/drawing/2014/main" id="{30AB5158-BCB8-39EE-DA85-F2CD01699FBB}"/>
              </a:ext>
            </a:extLst>
          </p:cNvPr>
          <p:cNvSpPr>
            <a:spLocks noGrp="1"/>
          </p:cNvSpPr>
          <p:nvPr>
            <p:ph type="pic" sz="quarter" idx="15" hasCustomPrompt="1"/>
          </p:nvPr>
        </p:nvSpPr>
        <p:spPr>
          <a:xfrm>
            <a:off x="287998" y="288036"/>
            <a:ext cx="607997" cy="608076"/>
          </a:xfrm>
          <a:prstGeom prst="rect">
            <a:avLst/>
          </a:prstGeom>
        </p:spPr>
        <p:txBody>
          <a:bodyPr anchor="ctr"/>
          <a:lstStyle>
            <a:lvl1pPr algn="ctr">
              <a:defRPr sz="800"/>
            </a:lvl1pPr>
          </a:lstStyle>
          <a:p>
            <a:r>
              <a:rPr lang="en-US"/>
              <a:t>Pictogram</a:t>
            </a:r>
          </a:p>
        </p:txBody>
      </p:sp>
      <p:sp>
        <p:nvSpPr>
          <p:cNvPr id="5" name="Text Placeholder 4">
            <a:extLst>
              <a:ext uri="{FF2B5EF4-FFF2-40B4-BE49-F238E27FC236}">
                <a16:creationId xmlns:a16="http://schemas.microsoft.com/office/drawing/2014/main" id="{931099CB-CB87-D5D5-506D-4B49C08161D3}"/>
              </a:ext>
            </a:extLst>
          </p:cNvPr>
          <p:cNvSpPr>
            <a:spLocks noGrp="1"/>
          </p:cNvSpPr>
          <p:nvPr>
            <p:ph type="body" sz="quarter" idx="11"/>
          </p:nvPr>
        </p:nvSpPr>
        <p:spPr>
          <a:xfrm>
            <a:off x="287999" y="1239012"/>
            <a:ext cx="3334903" cy="1524000"/>
          </a:xfrm>
          <a:prstGeom prst="rect">
            <a:avLst/>
          </a:prstGeom>
        </p:spPr>
        <p:txBody>
          <a:bodyPr/>
          <a:lstStyle>
            <a:lvl1pPr>
              <a:lnSpc>
                <a:spcPct val="100000"/>
              </a:lnSpc>
              <a:spcBef>
                <a:spcPts val="0"/>
              </a:spcBef>
              <a:defRPr sz="2200">
                <a:solidFill>
                  <a:schemeClr val="tx1"/>
                </a:solidFill>
              </a:defRPr>
            </a:lvl1pPr>
            <a:lvl2pPr marL="201128" indent="-201128">
              <a:lnSpc>
                <a:spcPct val="100000"/>
              </a:lnSpc>
              <a:spcBef>
                <a:spcPts val="0"/>
              </a:spcBef>
              <a:defRPr sz="2200">
                <a:solidFill>
                  <a:schemeClr val="tx1"/>
                </a:solidFill>
              </a:defRPr>
            </a:lvl2pPr>
            <a:lvl3pPr marL="402256" indent="-201128">
              <a:lnSpc>
                <a:spcPct val="100000"/>
              </a:lnSpc>
              <a:spcBef>
                <a:spcPts val="0"/>
              </a:spcBef>
              <a:defRPr sz="2200">
                <a:solidFill>
                  <a:schemeClr val="tx1"/>
                </a:solidFill>
              </a:defRPr>
            </a:lvl3pPr>
            <a:lvl4pPr marL="557672" indent="-201128">
              <a:lnSpc>
                <a:spcPct val="100000"/>
              </a:lnSpc>
              <a:spcBef>
                <a:spcPts val="0"/>
              </a:spcBef>
              <a:defRPr sz="2200">
                <a:solidFill>
                  <a:schemeClr val="tx1"/>
                </a:solidFill>
              </a:defRPr>
            </a:lvl4pPr>
            <a:lvl5pPr>
              <a:lnSpc>
                <a:spcPct val="100000"/>
              </a:lnSpc>
              <a:spcBef>
                <a:spcPts val="0"/>
              </a:spcBef>
              <a:defRPr sz="2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4" name="Straight Connector 13" descr="Vertical column divider">
            <a:extLst>
              <a:ext uri="{FF2B5EF4-FFF2-40B4-BE49-F238E27FC236}">
                <a16:creationId xmlns:a16="http://schemas.microsoft.com/office/drawing/2014/main" id="{00A530A6-2F26-DA70-D0D9-6DD90453CEC1}"/>
              </a:ext>
              <a:ext uri="{C183D7F6-B498-43B3-948B-1728B52AA6E4}">
                <adec:decorative xmlns:adec="http://schemas.microsoft.com/office/drawing/2017/decorative" val="0"/>
              </a:ext>
            </a:extLst>
          </p:cNvPr>
          <p:cNvCxnSpPr/>
          <p:nvPr userDrawn="1"/>
        </p:nvCxnSpPr>
        <p:spPr bwMode="auto">
          <a:xfrm>
            <a:off x="6095206" y="284957"/>
            <a:ext cx="0" cy="5715794"/>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5" name="Picture Placeholder 14" descr="Place pictogram here">
            <a:extLst>
              <a:ext uri="{FF2B5EF4-FFF2-40B4-BE49-F238E27FC236}">
                <a16:creationId xmlns:a16="http://schemas.microsoft.com/office/drawing/2014/main" id="{3C3730E5-61EB-7405-CC85-AB04242CDBC4}"/>
              </a:ext>
            </a:extLst>
          </p:cNvPr>
          <p:cNvSpPr>
            <a:spLocks noGrp="1"/>
          </p:cNvSpPr>
          <p:nvPr>
            <p:ph type="pic" sz="quarter" idx="16" hasCustomPrompt="1"/>
          </p:nvPr>
        </p:nvSpPr>
        <p:spPr>
          <a:xfrm>
            <a:off x="6380919" y="288036"/>
            <a:ext cx="607997" cy="608076"/>
          </a:xfrm>
          <a:prstGeom prst="rect">
            <a:avLst/>
          </a:prstGeom>
        </p:spPr>
        <p:txBody>
          <a:bodyPr anchor="ctr"/>
          <a:lstStyle>
            <a:lvl1pPr algn="ctr">
              <a:defRPr sz="800"/>
            </a:lvl1pPr>
          </a:lstStyle>
          <a:p>
            <a:r>
              <a:rPr lang="en-US"/>
              <a:t>Pictogram</a:t>
            </a:r>
          </a:p>
        </p:txBody>
      </p:sp>
      <p:sp>
        <p:nvSpPr>
          <p:cNvPr id="7" name="Text Placeholder 6">
            <a:extLst>
              <a:ext uri="{FF2B5EF4-FFF2-40B4-BE49-F238E27FC236}">
                <a16:creationId xmlns:a16="http://schemas.microsoft.com/office/drawing/2014/main" id="{FC1DA3C4-E728-0E45-C91D-8EDF4B495FFC}"/>
              </a:ext>
            </a:extLst>
          </p:cNvPr>
          <p:cNvSpPr>
            <a:spLocks noGrp="1"/>
          </p:cNvSpPr>
          <p:nvPr>
            <p:ph type="body" sz="quarter" idx="12"/>
          </p:nvPr>
        </p:nvSpPr>
        <p:spPr>
          <a:xfrm>
            <a:off x="6380919" y="1238250"/>
            <a:ext cx="3333316" cy="1524000"/>
          </a:xfrm>
          <a:prstGeom prst="rect">
            <a:avLst/>
          </a:prstGeom>
        </p:spPr>
        <p:txBody>
          <a:bodyPr/>
          <a:lstStyle>
            <a:lvl1pPr>
              <a:lnSpc>
                <a:spcPct val="100000"/>
              </a:lnSpc>
              <a:spcBef>
                <a:spcPts val="0"/>
              </a:spcBef>
              <a:defRPr sz="2200">
                <a:solidFill>
                  <a:schemeClr val="tx1"/>
                </a:solidFill>
              </a:defRPr>
            </a:lvl1pPr>
            <a:lvl2pPr marL="201128" indent="-201128">
              <a:lnSpc>
                <a:spcPct val="100000"/>
              </a:lnSpc>
              <a:spcBef>
                <a:spcPts val="0"/>
              </a:spcBef>
              <a:defRPr sz="2200">
                <a:solidFill>
                  <a:schemeClr val="tx1"/>
                </a:solidFill>
              </a:defRPr>
            </a:lvl2pPr>
            <a:lvl3pPr marL="402256" indent="-201128">
              <a:lnSpc>
                <a:spcPct val="100000"/>
              </a:lnSpc>
              <a:spcBef>
                <a:spcPts val="0"/>
              </a:spcBef>
              <a:defRPr sz="2200">
                <a:solidFill>
                  <a:schemeClr val="tx1"/>
                </a:solidFill>
              </a:defRPr>
            </a:lvl3pPr>
            <a:lvl4pPr marL="557672" indent="-201128">
              <a:lnSpc>
                <a:spcPct val="100000"/>
              </a:lnSpc>
              <a:spcBef>
                <a:spcPts val="0"/>
              </a:spcBef>
              <a:defRPr sz="2200">
                <a:solidFill>
                  <a:schemeClr val="tx1"/>
                </a:solidFill>
              </a:defRPr>
            </a:lvl4pPr>
            <a:lvl5pPr>
              <a:lnSpc>
                <a:spcPct val="100000"/>
              </a:lnSpc>
              <a:spcBef>
                <a:spcPts val="0"/>
              </a:spcBef>
              <a:defRPr sz="2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6" name="Straight Connector 15" descr="Horizontal row divider">
            <a:extLst>
              <a:ext uri="{FF2B5EF4-FFF2-40B4-BE49-F238E27FC236}">
                <a16:creationId xmlns:a16="http://schemas.microsoft.com/office/drawing/2014/main" id="{9C5483A0-0E31-72CE-21C3-6248FAEBC09A}"/>
              </a:ext>
              <a:ext uri="{C183D7F6-B498-43B3-948B-1728B52AA6E4}">
                <adec:decorative xmlns:adec="http://schemas.microsoft.com/office/drawing/2017/decorative" val="0"/>
              </a:ext>
            </a:extLst>
          </p:cNvPr>
          <p:cNvCxnSpPr/>
          <p:nvPr userDrawn="1"/>
        </p:nvCxnSpPr>
        <p:spPr bwMode="auto">
          <a:xfrm>
            <a:off x="284126" y="3048000"/>
            <a:ext cx="11620574" cy="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7" name="Picture Placeholder 16" descr="Place pictogram here">
            <a:extLst>
              <a:ext uri="{FF2B5EF4-FFF2-40B4-BE49-F238E27FC236}">
                <a16:creationId xmlns:a16="http://schemas.microsoft.com/office/drawing/2014/main" id="{62C94928-6A9B-2EA7-301C-71E5F2547C8A}"/>
              </a:ext>
            </a:extLst>
          </p:cNvPr>
          <p:cNvSpPr>
            <a:spLocks noGrp="1"/>
          </p:cNvSpPr>
          <p:nvPr>
            <p:ph type="pic" sz="quarter" idx="17" hasCustomPrompt="1"/>
          </p:nvPr>
        </p:nvSpPr>
        <p:spPr>
          <a:xfrm>
            <a:off x="287998" y="3236976"/>
            <a:ext cx="607997" cy="608076"/>
          </a:xfrm>
          <a:prstGeom prst="rect">
            <a:avLst/>
          </a:prstGeom>
        </p:spPr>
        <p:txBody>
          <a:bodyPr anchor="ctr"/>
          <a:lstStyle>
            <a:lvl1pPr algn="ctr">
              <a:defRPr sz="800"/>
            </a:lvl1pPr>
          </a:lstStyle>
          <a:p>
            <a:r>
              <a:rPr lang="en-US"/>
              <a:t>Pictogram</a:t>
            </a:r>
          </a:p>
        </p:txBody>
      </p:sp>
      <p:sp>
        <p:nvSpPr>
          <p:cNvPr id="9" name="Text Placeholder 8">
            <a:extLst>
              <a:ext uri="{FF2B5EF4-FFF2-40B4-BE49-F238E27FC236}">
                <a16:creationId xmlns:a16="http://schemas.microsoft.com/office/drawing/2014/main" id="{B0565063-698E-31B0-B619-B99A9A0B3DB6}"/>
              </a:ext>
            </a:extLst>
          </p:cNvPr>
          <p:cNvSpPr>
            <a:spLocks noGrp="1"/>
          </p:cNvSpPr>
          <p:nvPr>
            <p:ph type="body" sz="quarter" idx="13"/>
          </p:nvPr>
        </p:nvSpPr>
        <p:spPr>
          <a:xfrm>
            <a:off x="287998" y="4192524"/>
            <a:ext cx="3334904" cy="1524000"/>
          </a:xfrm>
          <a:prstGeom prst="rect">
            <a:avLst/>
          </a:prstGeom>
        </p:spPr>
        <p:txBody>
          <a:bodyPr/>
          <a:lstStyle>
            <a:lvl1pPr>
              <a:lnSpc>
                <a:spcPct val="100000"/>
              </a:lnSpc>
              <a:spcBef>
                <a:spcPts val="0"/>
              </a:spcBef>
              <a:defRPr sz="2200">
                <a:solidFill>
                  <a:schemeClr val="tx1"/>
                </a:solidFill>
              </a:defRPr>
            </a:lvl1pPr>
            <a:lvl2pPr marL="201128" indent="-201128">
              <a:lnSpc>
                <a:spcPct val="100000"/>
              </a:lnSpc>
              <a:spcBef>
                <a:spcPts val="0"/>
              </a:spcBef>
              <a:defRPr sz="2200">
                <a:solidFill>
                  <a:schemeClr val="tx1"/>
                </a:solidFill>
              </a:defRPr>
            </a:lvl2pPr>
            <a:lvl3pPr marL="402256" indent="-201128">
              <a:lnSpc>
                <a:spcPct val="100000"/>
              </a:lnSpc>
              <a:spcBef>
                <a:spcPts val="0"/>
              </a:spcBef>
              <a:defRPr sz="2200">
                <a:solidFill>
                  <a:schemeClr val="tx1"/>
                </a:solidFill>
              </a:defRPr>
            </a:lvl3pPr>
            <a:lvl4pPr marL="557672" indent="-201128">
              <a:lnSpc>
                <a:spcPct val="100000"/>
              </a:lnSpc>
              <a:spcBef>
                <a:spcPts val="0"/>
              </a:spcBef>
              <a:defRPr sz="2200">
                <a:solidFill>
                  <a:schemeClr val="tx1"/>
                </a:solidFill>
              </a:defRPr>
            </a:lvl4pPr>
            <a:lvl5pPr>
              <a:lnSpc>
                <a:spcPct val="100000"/>
              </a:lnSpc>
              <a:spcBef>
                <a:spcPts val="0"/>
              </a:spcBef>
              <a:defRPr sz="2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18" descr="Place pictogram here">
            <a:extLst>
              <a:ext uri="{FF2B5EF4-FFF2-40B4-BE49-F238E27FC236}">
                <a16:creationId xmlns:a16="http://schemas.microsoft.com/office/drawing/2014/main" id="{2E840026-2FAF-826F-DCFD-3FF0082B0823}"/>
              </a:ext>
            </a:extLst>
          </p:cNvPr>
          <p:cNvSpPr>
            <a:spLocks noGrp="1"/>
          </p:cNvSpPr>
          <p:nvPr>
            <p:ph type="pic" sz="quarter" idx="18" hasCustomPrompt="1"/>
          </p:nvPr>
        </p:nvSpPr>
        <p:spPr>
          <a:xfrm>
            <a:off x="6380919" y="3238500"/>
            <a:ext cx="607997" cy="608076"/>
          </a:xfrm>
          <a:prstGeom prst="rect">
            <a:avLst/>
          </a:prstGeom>
        </p:spPr>
        <p:txBody>
          <a:bodyPr anchor="ctr"/>
          <a:lstStyle>
            <a:lvl1pPr algn="ctr">
              <a:defRPr sz="800"/>
            </a:lvl1pPr>
          </a:lstStyle>
          <a:p>
            <a:r>
              <a:rPr lang="en-US"/>
              <a:t>Pictogram</a:t>
            </a:r>
          </a:p>
        </p:txBody>
      </p:sp>
      <p:sp>
        <p:nvSpPr>
          <p:cNvPr id="11" name="Text Placeholder 10">
            <a:extLst>
              <a:ext uri="{FF2B5EF4-FFF2-40B4-BE49-F238E27FC236}">
                <a16:creationId xmlns:a16="http://schemas.microsoft.com/office/drawing/2014/main" id="{B4E44FFD-1EB7-1873-F6D1-67DE839EF09E}"/>
              </a:ext>
            </a:extLst>
          </p:cNvPr>
          <p:cNvSpPr>
            <a:spLocks noGrp="1"/>
          </p:cNvSpPr>
          <p:nvPr>
            <p:ph type="body" sz="quarter" idx="14"/>
          </p:nvPr>
        </p:nvSpPr>
        <p:spPr>
          <a:xfrm>
            <a:off x="6380920" y="4191000"/>
            <a:ext cx="3333316" cy="1524000"/>
          </a:xfrm>
          <a:prstGeom prst="rect">
            <a:avLst/>
          </a:prstGeom>
        </p:spPr>
        <p:txBody>
          <a:bodyPr/>
          <a:lstStyle>
            <a:lvl1pPr>
              <a:lnSpc>
                <a:spcPct val="100000"/>
              </a:lnSpc>
              <a:spcBef>
                <a:spcPts val="0"/>
              </a:spcBef>
              <a:defRPr sz="2200">
                <a:solidFill>
                  <a:schemeClr val="tx1"/>
                </a:solidFill>
              </a:defRPr>
            </a:lvl1pPr>
            <a:lvl2pPr marL="201128" indent="-201128">
              <a:lnSpc>
                <a:spcPct val="100000"/>
              </a:lnSpc>
              <a:spcBef>
                <a:spcPts val="0"/>
              </a:spcBef>
              <a:defRPr sz="2200">
                <a:solidFill>
                  <a:schemeClr val="tx1"/>
                </a:solidFill>
              </a:defRPr>
            </a:lvl2pPr>
            <a:lvl3pPr marL="402256" indent="-201128">
              <a:lnSpc>
                <a:spcPct val="100000"/>
              </a:lnSpc>
              <a:spcBef>
                <a:spcPts val="0"/>
              </a:spcBef>
              <a:defRPr sz="2200">
                <a:solidFill>
                  <a:schemeClr val="tx1"/>
                </a:solidFill>
              </a:defRPr>
            </a:lvl3pPr>
            <a:lvl4pPr marL="557672" indent="-201128">
              <a:lnSpc>
                <a:spcPct val="100000"/>
              </a:lnSpc>
              <a:spcBef>
                <a:spcPts val="0"/>
              </a:spcBef>
              <a:defRPr sz="2200">
                <a:solidFill>
                  <a:schemeClr val="tx1"/>
                </a:solidFill>
              </a:defRPr>
            </a:lvl4pPr>
            <a:lvl5pPr>
              <a:lnSpc>
                <a:spcPct val="100000"/>
              </a:lnSpc>
              <a:spcBef>
                <a:spcPts val="0"/>
              </a:spcBef>
              <a:defRPr sz="2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 name="Footer Placeholder 1">
            <a:extLst>
              <a:ext uri="{FF2B5EF4-FFF2-40B4-BE49-F238E27FC236}">
                <a16:creationId xmlns:a16="http://schemas.microsoft.com/office/drawing/2014/main" id="{007BB90E-D2B7-D6BA-E8F5-B16C3F57F6F9}"/>
              </a:ext>
            </a:extLst>
          </p:cNvPr>
          <p:cNvSpPr>
            <a:spLocks noGrp="1"/>
          </p:cNvSpPr>
          <p:nvPr>
            <p:ph type="ftr" sz="quarter" idx="19"/>
          </p:nvPr>
        </p:nvSpPr>
        <p:spPr/>
        <p:txBody>
          <a:bodyPr/>
          <a:lstStyle/>
          <a:p>
            <a:r>
              <a:rPr lang="en-US"/>
              <a:t>IBM Quantum Summit 2023</a:t>
            </a:r>
          </a:p>
        </p:txBody>
      </p:sp>
      <p:sp>
        <p:nvSpPr>
          <p:cNvPr id="4" name="Slide Number">
            <a:extLst>
              <a:ext uri="{FF2B5EF4-FFF2-40B4-BE49-F238E27FC236}">
                <a16:creationId xmlns:a16="http://schemas.microsoft.com/office/drawing/2014/main" id="{FDDCE3A8-54F6-70FC-38D0-2AF2D8AB71EE}"/>
              </a:ext>
            </a:extLst>
          </p:cNvPr>
          <p:cNvSpPr txBox="1">
            <a:spLocks noGrp="1"/>
          </p:cNvSpPr>
          <p:nvPr>
            <p:ph type="sldNum" sz="quarter" idx="4"/>
          </p:nvPr>
        </p:nvSpPr>
        <p:spPr>
          <a:xfrm>
            <a:off x="11769264" y="6469419"/>
            <a:ext cx="135436" cy="123111"/>
          </a:xfrm>
          <a:prstGeom prst="rect">
            <a:avLst/>
          </a:prstGeom>
          <a:ln w="12700">
            <a:miter lim="400000"/>
          </a:ln>
        </p:spPr>
        <p:txBody>
          <a:bodyPr wrap="squar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2380496384"/>
      </p:ext>
    </p:extLst>
  </p:cSld>
  <p:clrMapOvr>
    <a:masterClrMapping/>
  </p:clrMapOvr>
  <p:transition spd="med"/>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Boxes, 4 stacked, small title">
    <p:bg>
      <p:bgPr>
        <a:solidFill>
          <a:schemeClr val="bg1"/>
        </a:solid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E29EF9E2-1551-8357-22BD-8C43EF5EBE34}"/>
              </a:ext>
            </a:extLst>
          </p:cNvPr>
          <p:cNvSpPr>
            <a:spLocks noGrp="1"/>
          </p:cNvSpPr>
          <p:nvPr>
            <p:ph type="body" sz="quarter" idx="21"/>
          </p:nvPr>
        </p:nvSpPr>
        <p:spPr>
          <a:xfrm>
            <a:off x="287999" y="288036"/>
            <a:ext cx="2477765" cy="570706"/>
          </a:xfrm>
          <a:prstGeom prst="rect">
            <a:avLst/>
          </a:prstGeom>
        </p:spPr>
        <p:txBody>
          <a:bodyPr/>
          <a:lstStyle>
            <a:lvl1pPr>
              <a:defRPr sz="1400">
                <a:solidFill>
                  <a:schemeClr val="tx2"/>
                </a:solidFill>
              </a:defRPr>
            </a:lvl1pPr>
          </a:lstStyle>
          <a:p>
            <a:pPr lvl="0"/>
            <a:r>
              <a:rPr lang="en-US"/>
              <a:t>Click to edit Master text styles</a:t>
            </a:r>
          </a:p>
        </p:txBody>
      </p:sp>
      <p:sp>
        <p:nvSpPr>
          <p:cNvPr id="2" name="Title 1">
            <a:extLst>
              <a:ext uri="{FF2B5EF4-FFF2-40B4-BE49-F238E27FC236}">
                <a16:creationId xmlns:a16="http://schemas.microsoft.com/office/drawing/2014/main" id="{B1DD740D-848C-40A7-AB96-E7B74E0A800D}"/>
              </a:ext>
            </a:extLst>
          </p:cNvPr>
          <p:cNvSpPr>
            <a:spLocks noGrp="1"/>
          </p:cNvSpPr>
          <p:nvPr>
            <p:ph type="title"/>
          </p:nvPr>
        </p:nvSpPr>
        <p:spPr>
          <a:xfrm>
            <a:off x="287998" y="841248"/>
            <a:ext cx="2857128" cy="1138428"/>
          </a:xfrm>
        </p:spPr>
        <p:txBody>
          <a:bodyPr/>
          <a:lstStyle>
            <a:lvl1pPr>
              <a:lnSpc>
                <a:spcPct val="110000"/>
              </a:lnSpc>
              <a:defRPr sz="1800">
                <a:solidFill>
                  <a:schemeClr val="tx2"/>
                </a:solidFill>
              </a:defRPr>
            </a:lvl1pPr>
          </a:lstStyle>
          <a:p>
            <a:r>
              <a:rPr lang="en-US"/>
              <a:t>Click to edit Master title style</a:t>
            </a:r>
            <a:endParaRPr lang="en-US" dirty="0"/>
          </a:p>
        </p:txBody>
      </p:sp>
      <p:sp>
        <p:nvSpPr>
          <p:cNvPr id="10" name="Text Placeholder 9">
            <a:extLst>
              <a:ext uri="{FF2B5EF4-FFF2-40B4-BE49-F238E27FC236}">
                <a16:creationId xmlns:a16="http://schemas.microsoft.com/office/drawing/2014/main" id="{793A9C8C-F98C-5899-BE8B-D1A544D66C6A}"/>
              </a:ext>
            </a:extLst>
          </p:cNvPr>
          <p:cNvSpPr>
            <a:spLocks noGrp="1"/>
          </p:cNvSpPr>
          <p:nvPr>
            <p:ph type="body" sz="quarter" idx="16"/>
          </p:nvPr>
        </p:nvSpPr>
        <p:spPr>
          <a:xfrm>
            <a:off x="6381681" y="288036"/>
            <a:ext cx="2476178" cy="2572544"/>
          </a:xfrm>
          <a:prstGeom prst="rect">
            <a:avLst/>
          </a:prstGeom>
        </p:spPr>
        <p:txBody>
          <a:bodyPr/>
          <a:lstStyle>
            <a:lvl1pPr>
              <a:lnSpc>
                <a:spcPct val="110000"/>
              </a:lnSpc>
              <a:spcBef>
                <a:spcPts val="0"/>
              </a:spcBef>
              <a:defRPr sz="1400" b="0" i="0">
                <a:solidFill>
                  <a:schemeClr val="tx1"/>
                </a:solidFill>
                <a:latin typeface="IBM Plex Sans Light" panose="020B0403050203000203" pitchFamily="34" charset="0"/>
              </a:defRPr>
            </a:lvl1pPr>
            <a:lvl2pPr marL="127990" indent="-127990">
              <a:lnSpc>
                <a:spcPct val="110000"/>
              </a:lnSpc>
              <a:spcBef>
                <a:spcPts val="0"/>
              </a:spcBef>
              <a:defRPr sz="1400" b="0" i="0">
                <a:solidFill>
                  <a:schemeClr val="tx1"/>
                </a:solidFill>
                <a:latin typeface="IBM Plex Sans Light" panose="020B0403050203000203" pitchFamily="34" charset="0"/>
              </a:defRPr>
            </a:lvl2pPr>
            <a:lvl3pPr marL="255981" indent="-127990">
              <a:lnSpc>
                <a:spcPct val="110000"/>
              </a:lnSpc>
              <a:spcBef>
                <a:spcPts val="0"/>
              </a:spcBef>
              <a:defRPr sz="1400" b="0" i="0">
                <a:solidFill>
                  <a:schemeClr val="tx1"/>
                </a:solidFill>
                <a:latin typeface="IBM Plex Sans Light" panose="020B0403050203000203" pitchFamily="34" charset="0"/>
              </a:defRPr>
            </a:lvl3pPr>
            <a:lvl4pPr marL="383971" indent="-127990">
              <a:lnSpc>
                <a:spcPct val="110000"/>
              </a:lnSpc>
              <a:spcBef>
                <a:spcPts val="0"/>
              </a:spcBef>
              <a:defRPr sz="1400" b="0" i="0">
                <a:solidFill>
                  <a:schemeClr val="tx1"/>
                </a:solidFill>
                <a:latin typeface="IBM Plex Sans Light" panose="020B0403050203000203" pitchFamily="34" charset="0"/>
              </a:defRPr>
            </a:lvl4pPr>
            <a:lvl5pPr>
              <a:lnSpc>
                <a:spcPct val="110000"/>
              </a:lnSpc>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Text Placeholder 12">
            <a:extLst>
              <a:ext uri="{FF2B5EF4-FFF2-40B4-BE49-F238E27FC236}">
                <a16:creationId xmlns:a16="http://schemas.microsoft.com/office/drawing/2014/main" id="{2A62B128-D226-0D9B-89EC-51AFD07F30CF}"/>
              </a:ext>
            </a:extLst>
          </p:cNvPr>
          <p:cNvSpPr>
            <a:spLocks noGrp="1"/>
          </p:cNvSpPr>
          <p:nvPr>
            <p:ph type="body" sz="quarter" idx="17"/>
          </p:nvPr>
        </p:nvSpPr>
        <p:spPr>
          <a:xfrm>
            <a:off x="9428522" y="288036"/>
            <a:ext cx="2479352" cy="2572544"/>
          </a:xfrm>
          <a:prstGeom prst="rect">
            <a:avLst/>
          </a:prstGeom>
        </p:spPr>
        <p:txBody>
          <a:bodyPr/>
          <a:lstStyle>
            <a:lvl1pPr>
              <a:lnSpc>
                <a:spcPct val="110000"/>
              </a:lnSpc>
              <a:spcBef>
                <a:spcPts val="0"/>
              </a:spcBef>
              <a:defRPr sz="1400" b="0" i="0">
                <a:solidFill>
                  <a:schemeClr val="tx1"/>
                </a:solidFill>
                <a:latin typeface="IBM Plex Sans Light" panose="020B0403050203000203" pitchFamily="34" charset="0"/>
              </a:defRPr>
            </a:lvl1pPr>
            <a:lvl2pPr marL="127990" indent="-127990">
              <a:lnSpc>
                <a:spcPct val="110000"/>
              </a:lnSpc>
              <a:spcBef>
                <a:spcPts val="0"/>
              </a:spcBef>
              <a:defRPr sz="1400" b="0" i="0">
                <a:solidFill>
                  <a:schemeClr val="tx1"/>
                </a:solidFill>
                <a:latin typeface="IBM Plex Sans Light" panose="020B0403050203000203" pitchFamily="34" charset="0"/>
              </a:defRPr>
            </a:lvl2pPr>
            <a:lvl3pPr marL="255981" indent="-127990">
              <a:lnSpc>
                <a:spcPct val="110000"/>
              </a:lnSpc>
              <a:spcBef>
                <a:spcPts val="0"/>
              </a:spcBef>
              <a:defRPr sz="1400" b="0" i="0">
                <a:solidFill>
                  <a:schemeClr val="tx1"/>
                </a:solidFill>
                <a:latin typeface="IBM Plex Sans Light" panose="020B0403050203000203" pitchFamily="34" charset="0"/>
              </a:defRPr>
            </a:lvl3pPr>
            <a:lvl4pPr marL="383971" indent="-127990">
              <a:lnSpc>
                <a:spcPct val="110000"/>
              </a:lnSpc>
              <a:spcBef>
                <a:spcPts val="0"/>
              </a:spcBef>
              <a:defRPr sz="1400" b="0" i="0">
                <a:solidFill>
                  <a:schemeClr val="tx1"/>
                </a:solidFill>
                <a:latin typeface="IBM Plex Sans Light" panose="020B0403050203000203" pitchFamily="34" charset="0"/>
              </a:defRPr>
            </a:lvl4pPr>
            <a:lvl5pPr>
              <a:lnSpc>
                <a:spcPct val="110000"/>
              </a:lnSpc>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Text Placeholder 4">
            <a:extLst>
              <a:ext uri="{FF2B5EF4-FFF2-40B4-BE49-F238E27FC236}">
                <a16:creationId xmlns:a16="http://schemas.microsoft.com/office/drawing/2014/main" id="{A5DD5CF1-28D6-74AF-B345-5911CB10D454}"/>
              </a:ext>
            </a:extLst>
          </p:cNvPr>
          <p:cNvSpPr>
            <a:spLocks noGrp="1"/>
          </p:cNvSpPr>
          <p:nvPr>
            <p:ph type="body" sz="quarter" idx="18"/>
          </p:nvPr>
        </p:nvSpPr>
        <p:spPr>
          <a:xfrm>
            <a:off x="6380919" y="3333750"/>
            <a:ext cx="2476178" cy="2476500"/>
          </a:xfrm>
          <a:prstGeom prst="rect">
            <a:avLst/>
          </a:prstGeom>
        </p:spPr>
        <p:txBody>
          <a:bodyPr/>
          <a:lstStyle>
            <a:lvl1pPr>
              <a:lnSpc>
                <a:spcPct val="110000"/>
              </a:lnSpc>
              <a:spcBef>
                <a:spcPts val="0"/>
              </a:spcBef>
              <a:defRPr sz="1400" b="0" i="0">
                <a:solidFill>
                  <a:schemeClr val="tx1"/>
                </a:solidFill>
                <a:latin typeface="IBM Plex Sans Light" panose="020B0403050203000203" pitchFamily="34" charset="0"/>
              </a:defRPr>
            </a:lvl1pPr>
            <a:lvl2pPr marL="127990" indent="-127990">
              <a:lnSpc>
                <a:spcPct val="110000"/>
              </a:lnSpc>
              <a:spcBef>
                <a:spcPts val="0"/>
              </a:spcBef>
              <a:defRPr sz="1400" b="0" i="0">
                <a:solidFill>
                  <a:schemeClr val="tx1"/>
                </a:solidFill>
                <a:latin typeface="IBM Plex Sans Light" panose="020B0403050203000203" pitchFamily="34" charset="0"/>
              </a:defRPr>
            </a:lvl2pPr>
            <a:lvl3pPr marL="255981" indent="-127990">
              <a:lnSpc>
                <a:spcPct val="110000"/>
              </a:lnSpc>
              <a:spcBef>
                <a:spcPts val="0"/>
              </a:spcBef>
              <a:defRPr sz="1400" b="0" i="0">
                <a:solidFill>
                  <a:schemeClr val="tx1"/>
                </a:solidFill>
                <a:latin typeface="IBM Plex Sans Light" panose="020B0403050203000203" pitchFamily="34" charset="0"/>
              </a:defRPr>
            </a:lvl3pPr>
            <a:lvl4pPr marL="383971" indent="-127990">
              <a:lnSpc>
                <a:spcPct val="110000"/>
              </a:lnSpc>
              <a:spcBef>
                <a:spcPts val="0"/>
              </a:spcBef>
              <a:defRPr sz="1400" b="0" i="0">
                <a:solidFill>
                  <a:schemeClr val="tx1"/>
                </a:solidFill>
                <a:latin typeface="IBM Plex Sans Light" panose="020B0403050203000203" pitchFamily="34" charset="0"/>
              </a:defRPr>
            </a:lvl4pPr>
            <a:lvl5pPr>
              <a:lnSpc>
                <a:spcPct val="110000"/>
              </a:lnSpc>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Text Placeholder 11">
            <a:extLst>
              <a:ext uri="{FF2B5EF4-FFF2-40B4-BE49-F238E27FC236}">
                <a16:creationId xmlns:a16="http://schemas.microsoft.com/office/drawing/2014/main" id="{67B1C684-915C-90D4-C69F-C24979A42EFC}"/>
              </a:ext>
            </a:extLst>
          </p:cNvPr>
          <p:cNvSpPr>
            <a:spLocks noGrp="1"/>
          </p:cNvSpPr>
          <p:nvPr>
            <p:ph type="body" sz="quarter" idx="19"/>
          </p:nvPr>
        </p:nvSpPr>
        <p:spPr>
          <a:xfrm>
            <a:off x="9428522" y="3333750"/>
            <a:ext cx="2476178" cy="2476500"/>
          </a:xfrm>
          <a:prstGeom prst="rect">
            <a:avLst/>
          </a:prstGeom>
        </p:spPr>
        <p:txBody>
          <a:bodyPr/>
          <a:lstStyle>
            <a:lvl1pPr>
              <a:lnSpc>
                <a:spcPct val="110000"/>
              </a:lnSpc>
              <a:spcBef>
                <a:spcPts val="0"/>
              </a:spcBef>
              <a:defRPr sz="1400" b="0" i="0">
                <a:solidFill>
                  <a:schemeClr val="tx1"/>
                </a:solidFill>
                <a:latin typeface="IBM Plex Sans Light" panose="020B0403050203000203" pitchFamily="34" charset="0"/>
              </a:defRPr>
            </a:lvl1pPr>
            <a:lvl2pPr marL="127990" indent="-127990">
              <a:lnSpc>
                <a:spcPct val="110000"/>
              </a:lnSpc>
              <a:spcBef>
                <a:spcPts val="0"/>
              </a:spcBef>
              <a:defRPr sz="1400" b="0" i="0">
                <a:solidFill>
                  <a:schemeClr val="tx1"/>
                </a:solidFill>
                <a:latin typeface="IBM Plex Sans Light" panose="020B0403050203000203" pitchFamily="34" charset="0"/>
              </a:defRPr>
            </a:lvl2pPr>
            <a:lvl3pPr marL="255981" indent="-127990">
              <a:lnSpc>
                <a:spcPct val="110000"/>
              </a:lnSpc>
              <a:spcBef>
                <a:spcPts val="0"/>
              </a:spcBef>
              <a:defRPr sz="1400" b="0" i="0">
                <a:solidFill>
                  <a:schemeClr val="tx1"/>
                </a:solidFill>
                <a:latin typeface="IBM Plex Sans Light" panose="020B0403050203000203" pitchFamily="34" charset="0"/>
              </a:defRPr>
            </a:lvl3pPr>
            <a:lvl4pPr marL="383971" indent="-127990">
              <a:lnSpc>
                <a:spcPct val="110000"/>
              </a:lnSpc>
              <a:spcBef>
                <a:spcPts val="0"/>
              </a:spcBef>
              <a:defRPr sz="1400" b="0" i="0">
                <a:solidFill>
                  <a:schemeClr val="tx1"/>
                </a:solidFill>
                <a:latin typeface="IBM Plex Sans Light" panose="020B0403050203000203" pitchFamily="34" charset="0"/>
              </a:defRPr>
            </a:lvl4pPr>
            <a:lvl5pPr>
              <a:lnSpc>
                <a:spcPct val="110000"/>
              </a:lnSpc>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Footer Placeholder 3">
            <a:extLst>
              <a:ext uri="{FF2B5EF4-FFF2-40B4-BE49-F238E27FC236}">
                <a16:creationId xmlns:a16="http://schemas.microsoft.com/office/drawing/2014/main" id="{CAD46B95-CF19-9C3F-1691-68ABF62095BE}"/>
              </a:ext>
            </a:extLst>
          </p:cNvPr>
          <p:cNvSpPr>
            <a:spLocks noGrp="1"/>
          </p:cNvSpPr>
          <p:nvPr>
            <p:ph type="ftr" sz="quarter" idx="20"/>
          </p:nvPr>
        </p:nvSpPr>
        <p:spPr/>
        <p:txBody>
          <a:bodyPr/>
          <a:lstStyle/>
          <a:p>
            <a:r>
              <a:rPr lang="en-US"/>
              <a:t>IBM Quantum Summit 2023</a:t>
            </a:r>
          </a:p>
        </p:txBody>
      </p:sp>
      <p:sp>
        <p:nvSpPr>
          <p:cNvPr id="6" name="Slide Number">
            <a:extLst>
              <a:ext uri="{FF2B5EF4-FFF2-40B4-BE49-F238E27FC236}">
                <a16:creationId xmlns:a16="http://schemas.microsoft.com/office/drawing/2014/main" id="{6CE92126-B67C-8301-95D0-A821B804399E}"/>
              </a:ext>
            </a:extLst>
          </p:cNvPr>
          <p:cNvSpPr txBox="1">
            <a:spLocks noGrp="1"/>
          </p:cNvSpPr>
          <p:nvPr>
            <p:ph type="sldNum" sz="quarter" idx="4"/>
          </p:nvPr>
        </p:nvSpPr>
        <p:spPr>
          <a:xfrm>
            <a:off x="11769264" y="6469419"/>
            <a:ext cx="135436" cy="123111"/>
          </a:xfrm>
          <a:prstGeom prst="rect">
            <a:avLst/>
          </a:prstGeom>
          <a:ln w="12700">
            <a:miter lim="400000"/>
          </a:ln>
        </p:spPr>
        <p:txBody>
          <a:bodyPr wrap="squar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70433241"/>
      </p:ext>
    </p:extLst>
  </p:cSld>
  <p:clrMapOvr>
    <a:masterClrMapping/>
  </p:clrMapOvr>
  <p:transition spd="med"/>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Boxes, 4 stacked, large title">
    <p:bg>
      <p:bgPr>
        <a:solidFill>
          <a:schemeClr val="bg1"/>
        </a:solid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E29EF9E2-1551-8357-22BD-8C43EF5EBE34}"/>
              </a:ext>
            </a:extLst>
          </p:cNvPr>
          <p:cNvSpPr>
            <a:spLocks noGrp="1"/>
          </p:cNvSpPr>
          <p:nvPr>
            <p:ph type="body" sz="quarter" idx="21"/>
          </p:nvPr>
        </p:nvSpPr>
        <p:spPr>
          <a:xfrm>
            <a:off x="287999" y="288036"/>
            <a:ext cx="2477765" cy="224028"/>
          </a:xfrm>
          <a:prstGeom prst="rect">
            <a:avLst/>
          </a:prstGeom>
        </p:spPr>
        <p:txBody>
          <a:bodyPr/>
          <a:lstStyle>
            <a:lvl1pPr>
              <a:defRPr sz="1400">
                <a:solidFill>
                  <a:schemeClr val="tx2"/>
                </a:solidFill>
              </a:defRPr>
            </a:lvl1pPr>
          </a:lstStyle>
          <a:p>
            <a:pPr lvl="0"/>
            <a:r>
              <a:rPr lang="en-US"/>
              <a:t>Click to edit Master text styles</a:t>
            </a:r>
          </a:p>
        </p:txBody>
      </p:sp>
      <p:sp>
        <p:nvSpPr>
          <p:cNvPr id="2" name="Title 1">
            <a:extLst>
              <a:ext uri="{FF2B5EF4-FFF2-40B4-BE49-F238E27FC236}">
                <a16:creationId xmlns:a16="http://schemas.microsoft.com/office/drawing/2014/main" id="{B1DD740D-848C-40A7-AB96-E7B74E0A800D}"/>
              </a:ext>
            </a:extLst>
          </p:cNvPr>
          <p:cNvSpPr>
            <a:spLocks noGrp="1"/>
          </p:cNvSpPr>
          <p:nvPr>
            <p:ph type="title"/>
          </p:nvPr>
        </p:nvSpPr>
        <p:spPr>
          <a:xfrm>
            <a:off x="287999" y="763524"/>
            <a:ext cx="5521401" cy="1138428"/>
          </a:xfrm>
        </p:spPr>
        <p:txBody>
          <a:bodyPr rIns="457200"/>
          <a:lstStyle>
            <a:lvl1pPr>
              <a:lnSpc>
                <a:spcPct val="110000"/>
              </a:lnSpc>
              <a:defRPr sz="3199">
                <a:solidFill>
                  <a:schemeClr val="tx2"/>
                </a:solidFill>
              </a:defRPr>
            </a:lvl1pPr>
          </a:lstStyle>
          <a:p>
            <a:r>
              <a:rPr lang="en-US"/>
              <a:t>Click to edit Master title style</a:t>
            </a:r>
            <a:endParaRPr lang="en-US" dirty="0"/>
          </a:p>
        </p:txBody>
      </p:sp>
      <p:sp>
        <p:nvSpPr>
          <p:cNvPr id="10" name="Text Placeholder 9">
            <a:extLst>
              <a:ext uri="{FF2B5EF4-FFF2-40B4-BE49-F238E27FC236}">
                <a16:creationId xmlns:a16="http://schemas.microsoft.com/office/drawing/2014/main" id="{793A9C8C-F98C-5899-BE8B-D1A544D66C6A}"/>
              </a:ext>
            </a:extLst>
          </p:cNvPr>
          <p:cNvSpPr>
            <a:spLocks noGrp="1"/>
          </p:cNvSpPr>
          <p:nvPr>
            <p:ph type="body" sz="quarter" idx="16"/>
          </p:nvPr>
        </p:nvSpPr>
        <p:spPr>
          <a:xfrm>
            <a:off x="6380919" y="284957"/>
            <a:ext cx="2476178" cy="2572544"/>
          </a:xfrm>
          <a:prstGeom prst="rect">
            <a:avLst/>
          </a:prstGeom>
        </p:spPr>
        <p:txBody>
          <a:bodyPr/>
          <a:lstStyle>
            <a:lvl1pPr>
              <a:lnSpc>
                <a:spcPct val="110000"/>
              </a:lnSpc>
              <a:spcBef>
                <a:spcPts val="0"/>
              </a:spcBef>
              <a:defRPr sz="1400" b="0" i="0">
                <a:solidFill>
                  <a:schemeClr val="tx1"/>
                </a:solidFill>
                <a:latin typeface="IBM Plex Sans Light" panose="020B0403050203000203" pitchFamily="34" charset="0"/>
              </a:defRPr>
            </a:lvl1pPr>
            <a:lvl2pPr marL="127990" indent="-127990">
              <a:lnSpc>
                <a:spcPct val="110000"/>
              </a:lnSpc>
              <a:spcBef>
                <a:spcPts val="0"/>
              </a:spcBef>
              <a:defRPr sz="1400" b="0" i="0">
                <a:solidFill>
                  <a:schemeClr val="tx1"/>
                </a:solidFill>
                <a:latin typeface="IBM Plex Sans Light" panose="020B0403050203000203" pitchFamily="34" charset="0"/>
              </a:defRPr>
            </a:lvl2pPr>
            <a:lvl3pPr marL="255981" indent="-127990">
              <a:lnSpc>
                <a:spcPct val="110000"/>
              </a:lnSpc>
              <a:spcBef>
                <a:spcPts val="0"/>
              </a:spcBef>
              <a:defRPr sz="1400" b="0" i="0">
                <a:solidFill>
                  <a:schemeClr val="tx1"/>
                </a:solidFill>
                <a:latin typeface="IBM Plex Sans Light" panose="020B0403050203000203" pitchFamily="34" charset="0"/>
              </a:defRPr>
            </a:lvl3pPr>
            <a:lvl4pPr marL="383971" indent="-127990">
              <a:lnSpc>
                <a:spcPct val="110000"/>
              </a:lnSpc>
              <a:spcBef>
                <a:spcPts val="0"/>
              </a:spcBef>
              <a:defRPr sz="1400" b="0" i="0">
                <a:solidFill>
                  <a:schemeClr val="tx1"/>
                </a:solidFill>
                <a:latin typeface="IBM Plex Sans Light" panose="020B0403050203000203" pitchFamily="34" charset="0"/>
              </a:defRPr>
            </a:lvl4pPr>
            <a:lvl5pPr>
              <a:lnSpc>
                <a:spcPct val="110000"/>
              </a:lnSpc>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Text Placeholder 12">
            <a:extLst>
              <a:ext uri="{FF2B5EF4-FFF2-40B4-BE49-F238E27FC236}">
                <a16:creationId xmlns:a16="http://schemas.microsoft.com/office/drawing/2014/main" id="{2A62B128-D226-0D9B-89EC-51AFD07F30CF}"/>
              </a:ext>
            </a:extLst>
          </p:cNvPr>
          <p:cNvSpPr>
            <a:spLocks noGrp="1"/>
          </p:cNvSpPr>
          <p:nvPr>
            <p:ph type="body" sz="quarter" idx="17"/>
          </p:nvPr>
        </p:nvSpPr>
        <p:spPr>
          <a:xfrm>
            <a:off x="9428522" y="284957"/>
            <a:ext cx="2479352" cy="2572544"/>
          </a:xfrm>
          <a:prstGeom prst="rect">
            <a:avLst/>
          </a:prstGeom>
        </p:spPr>
        <p:txBody>
          <a:bodyPr/>
          <a:lstStyle>
            <a:lvl1pPr>
              <a:lnSpc>
                <a:spcPct val="110000"/>
              </a:lnSpc>
              <a:spcBef>
                <a:spcPts val="0"/>
              </a:spcBef>
              <a:defRPr sz="1400" b="0" i="0">
                <a:solidFill>
                  <a:schemeClr val="tx1"/>
                </a:solidFill>
                <a:latin typeface="IBM Plex Sans Light" panose="020B0403050203000203" pitchFamily="34" charset="0"/>
              </a:defRPr>
            </a:lvl1pPr>
            <a:lvl2pPr marL="127990" indent="-127990">
              <a:lnSpc>
                <a:spcPct val="110000"/>
              </a:lnSpc>
              <a:spcBef>
                <a:spcPts val="0"/>
              </a:spcBef>
              <a:defRPr sz="1400" b="0" i="0">
                <a:solidFill>
                  <a:schemeClr val="tx1"/>
                </a:solidFill>
                <a:latin typeface="IBM Plex Sans Light" panose="020B0403050203000203" pitchFamily="34" charset="0"/>
              </a:defRPr>
            </a:lvl2pPr>
            <a:lvl3pPr marL="255981" indent="-127990">
              <a:lnSpc>
                <a:spcPct val="110000"/>
              </a:lnSpc>
              <a:spcBef>
                <a:spcPts val="0"/>
              </a:spcBef>
              <a:defRPr sz="1400" b="0" i="0">
                <a:solidFill>
                  <a:schemeClr val="tx1"/>
                </a:solidFill>
                <a:latin typeface="IBM Plex Sans Light" panose="020B0403050203000203" pitchFamily="34" charset="0"/>
              </a:defRPr>
            </a:lvl3pPr>
            <a:lvl4pPr marL="383971" indent="-127990">
              <a:lnSpc>
                <a:spcPct val="110000"/>
              </a:lnSpc>
              <a:spcBef>
                <a:spcPts val="0"/>
              </a:spcBef>
              <a:defRPr sz="1400" b="0" i="0">
                <a:solidFill>
                  <a:schemeClr val="tx1"/>
                </a:solidFill>
                <a:latin typeface="IBM Plex Sans Light" panose="020B0403050203000203" pitchFamily="34" charset="0"/>
              </a:defRPr>
            </a:lvl4pPr>
            <a:lvl5pPr>
              <a:lnSpc>
                <a:spcPct val="110000"/>
              </a:lnSpc>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Text Placeholder 4">
            <a:extLst>
              <a:ext uri="{FF2B5EF4-FFF2-40B4-BE49-F238E27FC236}">
                <a16:creationId xmlns:a16="http://schemas.microsoft.com/office/drawing/2014/main" id="{A5DD5CF1-28D6-74AF-B345-5911CB10D454}"/>
              </a:ext>
            </a:extLst>
          </p:cNvPr>
          <p:cNvSpPr>
            <a:spLocks noGrp="1"/>
          </p:cNvSpPr>
          <p:nvPr>
            <p:ph type="body" sz="quarter" idx="18"/>
          </p:nvPr>
        </p:nvSpPr>
        <p:spPr>
          <a:xfrm>
            <a:off x="6380919" y="3333750"/>
            <a:ext cx="2476178" cy="2476500"/>
          </a:xfrm>
          <a:prstGeom prst="rect">
            <a:avLst/>
          </a:prstGeom>
        </p:spPr>
        <p:txBody>
          <a:bodyPr/>
          <a:lstStyle>
            <a:lvl1pPr>
              <a:lnSpc>
                <a:spcPct val="110000"/>
              </a:lnSpc>
              <a:spcBef>
                <a:spcPts val="0"/>
              </a:spcBef>
              <a:defRPr sz="1400" b="0" i="0">
                <a:solidFill>
                  <a:schemeClr val="tx1"/>
                </a:solidFill>
                <a:latin typeface="IBM Plex Sans Light" panose="020B0403050203000203" pitchFamily="34" charset="0"/>
              </a:defRPr>
            </a:lvl1pPr>
            <a:lvl2pPr marL="127990" indent="-127990">
              <a:lnSpc>
                <a:spcPct val="110000"/>
              </a:lnSpc>
              <a:spcBef>
                <a:spcPts val="0"/>
              </a:spcBef>
              <a:defRPr sz="1400" b="0" i="0">
                <a:solidFill>
                  <a:schemeClr val="tx1"/>
                </a:solidFill>
                <a:latin typeface="IBM Plex Sans Light" panose="020B0403050203000203" pitchFamily="34" charset="0"/>
              </a:defRPr>
            </a:lvl2pPr>
            <a:lvl3pPr marL="255981" indent="-127990">
              <a:lnSpc>
                <a:spcPct val="110000"/>
              </a:lnSpc>
              <a:spcBef>
                <a:spcPts val="0"/>
              </a:spcBef>
              <a:defRPr sz="1400" b="0" i="0">
                <a:solidFill>
                  <a:schemeClr val="tx1"/>
                </a:solidFill>
                <a:latin typeface="IBM Plex Sans Light" panose="020B0403050203000203" pitchFamily="34" charset="0"/>
              </a:defRPr>
            </a:lvl3pPr>
            <a:lvl4pPr marL="383971" indent="-127990">
              <a:lnSpc>
                <a:spcPct val="110000"/>
              </a:lnSpc>
              <a:spcBef>
                <a:spcPts val="0"/>
              </a:spcBef>
              <a:defRPr sz="1400" b="0" i="0">
                <a:solidFill>
                  <a:schemeClr val="tx1"/>
                </a:solidFill>
                <a:latin typeface="IBM Plex Sans Light" panose="020B0403050203000203" pitchFamily="34" charset="0"/>
              </a:defRPr>
            </a:lvl4pPr>
            <a:lvl5pPr>
              <a:lnSpc>
                <a:spcPct val="110000"/>
              </a:lnSpc>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Text Placeholder 11">
            <a:extLst>
              <a:ext uri="{FF2B5EF4-FFF2-40B4-BE49-F238E27FC236}">
                <a16:creationId xmlns:a16="http://schemas.microsoft.com/office/drawing/2014/main" id="{67B1C684-915C-90D4-C69F-C24979A42EFC}"/>
              </a:ext>
            </a:extLst>
          </p:cNvPr>
          <p:cNvSpPr>
            <a:spLocks noGrp="1"/>
          </p:cNvSpPr>
          <p:nvPr>
            <p:ph type="body" sz="quarter" idx="19"/>
          </p:nvPr>
        </p:nvSpPr>
        <p:spPr>
          <a:xfrm>
            <a:off x="9428522" y="3333750"/>
            <a:ext cx="2476178" cy="2476500"/>
          </a:xfrm>
          <a:prstGeom prst="rect">
            <a:avLst/>
          </a:prstGeom>
        </p:spPr>
        <p:txBody>
          <a:bodyPr/>
          <a:lstStyle>
            <a:lvl1pPr>
              <a:lnSpc>
                <a:spcPct val="110000"/>
              </a:lnSpc>
              <a:spcBef>
                <a:spcPts val="0"/>
              </a:spcBef>
              <a:defRPr sz="1400" b="0" i="0">
                <a:solidFill>
                  <a:schemeClr val="tx1"/>
                </a:solidFill>
                <a:latin typeface="IBM Plex Sans Light" panose="020B0403050203000203" pitchFamily="34" charset="0"/>
              </a:defRPr>
            </a:lvl1pPr>
            <a:lvl2pPr marL="127990" indent="-127990">
              <a:lnSpc>
                <a:spcPct val="110000"/>
              </a:lnSpc>
              <a:spcBef>
                <a:spcPts val="0"/>
              </a:spcBef>
              <a:defRPr sz="1400" b="0" i="0">
                <a:solidFill>
                  <a:schemeClr val="tx1"/>
                </a:solidFill>
                <a:latin typeface="IBM Plex Sans Light" panose="020B0403050203000203" pitchFamily="34" charset="0"/>
              </a:defRPr>
            </a:lvl2pPr>
            <a:lvl3pPr marL="255981" indent="-127990">
              <a:lnSpc>
                <a:spcPct val="110000"/>
              </a:lnSpc>
              <a:spcBef>
                <a:spcPts val="0"/>
              </a:spcBef>
              <a:defRPr sz="1400" b="0" i="0">
                <a:solidFill>
                  <a:schemeClr val="tx1"/>
                </a:solidFill>
                <a:latin typeface="IBM Plex Sans Light" panose="020B0403050203000203" pitchFamily="34" charset="0"/>
              </a:defRPr>
            </a:lvl3pPr>
            <a:lvl4pPr marL="383971" indent="-127990">
              <a:lnSpc>
                <a:spcPct val="110000"/>
              </a:lnSpc>
              <a:spcBef>
                <a:spcPts val="0"/>
              </a:spcBef>
              <a:defRPr sz="1400" b="0" i="0">
                <a:solidFill>
                  <a:schemeClr val="tx1"/>
                </a:solidFill>
                <a:latin typeface="IBM Plex Sans Light" panose="020B0403050203000203" pitchFamily="34" charset="0"/>
              </a:defRPr>
            </a:lvl4pPr>
            <a:lvl5pPr>
              <a:lnSpc>
                <a:spcPct val="110000"/>
              </a:lnSpc>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Footer Placeholder 3">
            <a:extLst>
              <a:ext uri="{FF2B5EF4-FFF2-40B4-BE49-F238E27FC236}">
                <a16:creationId xmlns:a16="http://schemas.microsoft.com/office/drawing/2014/main" id="{CAD46B95-CF19-9C3F-1691-68ABF62095BE}"/>
              </a:ext>
            </a:extLst>
          </p:cNvPr>
          <p:cNvSpPr>
            <a:spLocks noGrp="1"/>
          </p:cNvSpPr>
          <p:nvPr>
            <p:ph type="ftr" sz="quarter" idx="20"/>
          </p:nvPr>
        </p:nvSpPr>
        <p:spPr/>
        <p:txBody>
          <a:bodyPr/>
          <a:lstStyle/>
          <a:p>
            <a:r>
              <a:rPr lang="en-US"/>
              <a:t>IBM Quantum Summit 2023</a:t>
            </a:r>
          </a:p>
        </p:txBody>
      </p:sp>
      <p:sp>
        <p:nvSpPr>
          <p:cNvPr id="6" name="Slide Number">
            <a:extLst>
              <a:ext uri="{FF2B5EF4-FFF2-40B4-BE49-F238E27FC236}">
                <a16:creationId xmlns:a16="http://schemas.microsoft.com/office/drawing/2014/main" id="{D8351E8F-C586-866F-37A3-340B3DD347B2}"/>
              </a:ext>
            </a:extLst>
          </p:cNvPr>
          <p:cNvSpPr txBox="1">
            <a:spLocks noGrp="1"/>
          </p:cNvSpPr>
          <p:nvPr>
            <p:ph type="sldNum" sz="quarter" idx="4"/>
          </p:nvPr>
        </p:nvSpPr>
        <p:spPr>
          <a:xfrm>
            <a:off x="11769264" y="6469419"/>
            <a:ext cx="135436" cy="123111"/>
          </a:xfrm>
          <a:prstGeom prst="rect">
            <a:avLst/>
          </a:prstGeom>
          <a:ln w="12700">
            <a:miter lim="400000"/>
          </a:ln>
        </p:spPr>
        <p:txBody>
          <a:bodyPr wrap="squar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1891810613"/>
      </p:ext>
    </p:extLst>
  </p:cSld>
  <p:clrMapOvr>
    <a:masterClrMapping/>
  </p:clrMapOvr>
  <p:transition spd="med"/>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Boxes, 4 horizontal, small titl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24353C-7670-AC55-CDA3-888971A5482E}"/>
              </a:ext>
            </a:extLst>
          </p:cNvPr>
          <p:cNvSpPr>
            <a:spLocks noGrp="1"/>
          </p:cNvSpPr>
          <p:nvPr>
            <p:ph type="title"/>
          </p:nvPr>
        </p:nvSpPr>
        <p:spPr>
          <a:xfrm>
            <a:off x="287999" y="288036"/>
            <a:ext cx="2477765" cy="2286794"/>
          </a:xfrm>
        </p:spPr>
        <p:txBody>
          <a:bodyPr/>
          <a:lstStyle>
            <a:lvl1pPr>
              <a:lnSpc>
                <a:spcPct val="100000"/>
              </a:lnSpc>
              <a:defRPr sz="1400">
                <a:solidFill>
                  <a:schemeClr val="tx2"/>
                </a:solidFill>
              </a:defRPr>
            </a:lvl1pPr>
          </a:lstStyle>
          <a:p>
            <a:r>
              <a:rPr lang="en-US"/>
              <a:t>Click to edit Master title style</a:t>
            </a:r>
            <a:endParaRPr lang="en-US" dirty="0"/>
          </a:p>
        </p:txBody>
      </p:sp>
      <p:sp>
        <p:nvSpPr>
          <p:cNvPr id="11" name="Text Placeholder 10">
            <a:extLst>
              <a:ext uri="{FF2B5EF4-FFF2-40B4-BE49-F238E27FC236}">
                <a16:creationId xmlns:a16="http://schemas.microsoft.com/office/drawing/2014/main" id="{2A71C2BF-857E-B291-7D82-5920AF4A5278}"/>
              </a:ext>
            </a:extLst>
          </p:cNvPr>
          <p:cNvSpPr>
            <a:spLocks noGrp="1"/>
          </p:cNvSpPr>
          <p:nvPr>
            <p:ph type="body" sz="quarter" idx="11"/>
          </p:nvPr>
        </p:nvSpPr>
        <p:spPr>
          <a:xfrm>
            <a:off x="287999" y="3328416"/>
            <a:ext cx="2474590" cy="2672459"/>
          </a:xfrm>
          <a:prstGeom prst="rect">
            <a:avLst/>
          </a:prstGeo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Text Placeholder 10">
            <a:extLst>
              <a:ext uri="{FF2B5EF4-FFF2-40B4-BE49-F238E27FC236}">
                <a16:creationId xmlns:a16="http://schemas.microsoft.com/office/drawing/2014/main" id="{257EC586-7CBB-7AC4-C2FA-85F4BA8AA030}"/>
              </a:ext>
            </a:extLst>
          </p:cNvPr>
          <p:cNvSpPr>
            <a:spLocks noGrp="1"/>
          </p:cNvSpPr>
          <p:nvPr>
            <p:ph type="body" sz="quarter" idx="12"/>
          </p:nvPr>
        </p:nvSpPr>
        <p:spPr>
          <a:xfrm>
            <a:off x="3331187" y="3333751"/>
            <a:ext cx="2474590" cy="2672459"/>
          </a:xfrm>
          <a:prstGeom prst="rect">
            <a:avLst/>
          </a:prstGeo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Text Placeholder 10">
            <a:extLst>
              <a:ext uri="{FF2B5EF4-FFF2-40B4-BE49-F238E27FC236}">
                <a16:creationId xmlns:a16="http://schemas.microsoft.com/office/drawing/2014/main" id="{A0ABD1EA-F6CD-F56B-B5E1-034EEB64D63E}"/>
              </a:ext>
            </a:extLst>
          </p:cNvPr>
          <p:cNvSpPr>
            <a:spLocks noGrp="1"/>
          </p:cNvSpPr>
          <p:nvPr>
            <p:ph type="body" sz="quarter" idx="13"/>
          </p:nvPr>
        </p:nvSpPr>
        <p:spPr>
          <a:xfrm>
            <a:off x="6383049" y="3333751"/>
            <a:ext cx="2474590" cy="2672459"/>
          </a:xfrm>
          <a:prstGeom prst="rect">
            <a:avLst/>
          </a:prstGeo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Text Placeholder 10">
            <a:extLst>
              <a:ext uri="{FF2B5EF4-FFF2-40B4-BE49-F238E27FC236}">
                <a16:creationId xmlns:a16="http://schemas.microsoft.com/office/drawing/2014/main" id="{0F2DD97F-E181-3C33-32D8-844B57967D83}"/>
              </a:ext>
            </a:extLst>
          </p:cNvPr>
          <p:cNvSpPr>
            <a:spLocks noGrp="1"/>
          </p:cNvSpPr>
          <p:nvPr>
            <p:ph type="body" sz="quarter" idx="14"/>
          </p:nvPr>
        </p:nvSpPr>
        <p:spPr>
          <a:xfrm>
            <a:off x="9428523" y="3333751"/>
            <a:ext cx="2474590" cy="2672459"/>
          </a:xfrm>
          <a:prstGeom prst="rect">
            <a:avLst/>
          </a:prstGeo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Footer Placeholder 3">
            <a:extLst>
              <a:ext uri="{FF2B5EF4-FFF2-40B4-BE49-F238E27FC236}">
                <a16:creationId xmlns:a16="http://schemas.microsoft.com/office/drawing/2014/main" id="{BAB76B22-9748-7A34-9D32-D77BB1B498E6}"/>
              </a:ext>
            </a:extLst>
          </p:cNvPr>
          <p:cNvSpPr>
            <a:spLocks noGrp="1"/>
          </p:cNvSpPr>
          <p:nvPr>
            <p:ph type="ftr" sz="quarter" idx="15"/>
          </p:nvPr>
        </p:nvSpPr>
        <p:spPr/>
        <p:txBody>
          <a:bodyPr/>
          <a:lstStyle/>
          <a:p>
            <a:r>
              <a:rPr lang="en-US"/>
              <a:t>IBM Quantum Summit 2023</a:t>
            </a:r>
          </a:p>
        </p:txBody>
      </p:sp>
      <p:sp>
        <p:nvSpPr>
          <p:cNvPr id="5" name="Slide Number">
            <a:extLst>
              <a:ext uri="{FF2B5EF4-FFF2-40B4-BE49-F238E27FC236}">
                <a16:creationId xmlns:a16="http://schemas.microsoft.com/office/drawing/2014/main" id="{7D0BCD34-4CA7-388C-5244-7DC8F9F36FAC}"/>
              </a:ext>
            </a:extLst>
          </p:cNvPr>
          <p:cNvSpPr txBox="1">
            <a:spLocks noGrp="1"/>
          </p:cNvSpPr>
          <p:nvPr>
            <p:ph type="sldNum" sz="quarter" idx="4"/>
          </p:nvPr>
        </p:nvSpPr>
        <p:spPr>
          <a:xfrm>
            <a:off x="11769264" y="6469419"/>
            <a:ext cx="135436" cy="123111"/>
          </a:xfrm>
          <a:prstGeom prst="rect">
            <a:avLst/>
          </a:prstGeom>
          <a:ln w="12700">
            <a:miter lim="400000"/>
          </a:ln>
        </p:spPr>
        <p:txBody>
          <a:bodyPr wrap="squar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2954362297"/>
      </p:ext>
    </p:extLst>
  </p:cSld>
  <p:clrMapOvr>
    <a:masterClrMapping/>
  </p:clrMapOvr>
  <p:transition spd="med"/>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Boxes, 4 horizontal, large titl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24353C-7670-AC55-CDA3-888971A5482E}"/>
              </a:ext>
            </a:extLst>
          </p:cNvPr>
          <p:cNvSpPr>
            <a:spLocks noGrp="1"/>
          </p:cNvSpPr>
          <p:nvPr>
            <p:ph type="title"/>
          </p:nvPr>
        </p:nvSpPr>
        <p:spPr>
          <a:xfrm>
            <a:off x="287999" y="192024"/>
            <a:ext cx="5524575" cy="2286794"/>
          </a:xfrm>
        </p:spPr>
        <p:txBody>
          <a:bodyPr rIns="457200"/>
          <a:lstStyle>
            <a:lvl1pPr>
              <a:lnSpc>
                <a:spcPct val="100000"/>
              </a:lnSpc>
              <a:defRPr>
                <a:solidFill>
                  <a:schemeClr val="tx2"/>
                </a:solidFill>
              </a:defRPr>
            </a:lvl1pPr>
          </a:lstStyle>
          <a:p>
            <a:r>
              <a:rPr lang="en-US"/>
              <a:t>Click to edit Master title style</a:t>
            </a:r>
            <a:endParaRPr lang="en-US" dirty="0"/>
          </a:p>
        </p:txBody>
      </p:sp>
      <p:sp>
        <p:nvSpPr>
          <p:cNvPr id="11" name="Text Placeholder 10">
            <a:extLst>
              <a:ext uri="{FF2B5EF4-FFF2-40B4-BE49-F238E27FC236}">
                <a16:creationId xmlns:a16="http://schemas.microsoft.com/office/drawing/2014/main" id="{2A71C2BF-857E-B291-7D82-5920AF4A5278}"/>
              </a:ext>
            </a:extLst>
          </p:cNvPr>
          <p:cNvSpPr>
            <a:spLocks noGrp="1"/>
          </p:cNvSpPr>
          <p:nvPr>
            <p:ph type="body" sz="quarter" idx="11"/>
          </p:nvPr>
        </p:nvSpPr>
        <p:spPr>
          <a:xfrm>
            <a:off x="287999" y="3328416"/>
            <a:ext cx="2474590" cy="2672459"/>
          </a:xfrm>
          <a:prstGeom prst="rect">
            <a:avLst/>
          </a:prstGeo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Text Placeholder 10">
            <a:extLst>
              <a:ext uri="{FF2B5EF4-FFF2-40B4-BE49-F238E27FC236}">
                <a16:creationId xmlns:a16="http://schemas.microsoft.com/office/drawing/2014/main" id="{257EC586-7CBB-7AC4-C2FA-85F4BA8AA030}"/>
              </a:ext>
            </a:extLst>
          </p:cNvPr>
          <p:cNvSpPr>
            <a:spLocks noGrp="1"/>
          </p:cNvSpPr>
          <p:nvPr>
            <p:ph type="body" sz="quarter" idx="12"/>
          </p:nvPr>
        </p:nvSpPr>
        <p:spPr>
          <a:xfrm>
            <a:off x="3334362" y="3333751"/>
            <a:ext cx="2474590" cy="2672459"/>
          </a:xfrm>
          <a:prstGeom prst="rect">
            <a:avLst/>
          </a:prstGeo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Text Placeholder 10">
            <a:extLst>
              <a:ext uri="{FF2B5EF4-FFF2-40B4-BE49-F238E27FC236}">
                <a16:creationId xmlns:a16="http://schemas.microsoft.com/office/drawing/2014/main" id="{A0ABD1EA-F6CD-F56B-B5E1-034EEB64D63E}"/>
              </a:ext>
            </a:extLst>
          </p:cNvPr>
          <p:cNvSpPr>
            <a:spLocks noGrp="1"/>
          </p:cNvSpPr>
          <p:nvPr>
            <p:ph type="body" sz="quarter" idx="13"/>
          </p:nvPr>
        </p:nvSpPr>
        <p:spPr>
          <a:xfrm>
            <a:off x="6383049" y="3333751"/>
            <a:ext cx="2474590" cy="2672459"/>
          </a:xfrm>
          <a:prstGeom prst="rect">
            <a:avLst/>
          </a:prstGeo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Text Placeholder 10">
            <a:extLst>
              <a:ext uri="{FF2B5EF4-FFF2-40B4-BE49-F238E27FC236}">
                <a16:creationId xmlns:a16="http://schemas.microsoft.com/office/drawing/2014/main" id="{0F2DD97F-E181-3C33-32D8-844B57967D83}"/>
              </a:ext>
            </a:extLst>
          </p:cNvPr>
          <p:cNvSpPr>
            <a:spLocks noGrp="1"/>
          </p:cNvSpPr>
          <p:nvPr>
            <p:ph type="body" sz="quarter" idx="14"/>
          </p:nvPr>
        </p:nvSpPr>
        <p:spPr>
          <a:xfrm>
            <a:off x="9428523" y="3333751"/>
            <a:ext cx="2474590" cy="2672459"/>
          </a:xfrm>
          <a:prstGeom prst="rect">
            <a:avLst/>
          </a:prstGeo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Footer Placeholder 3">
            <a:extLst>
              <a:ext uri="{FF2B5EF4-FFF2-40B4-BE49-F238E27FC236}">
                <a16:creationId xmlns:a16="http://schemas.microsoft.com/office/drawing/2014/main" id="{BAB76B22-9748-7A34-9D32-D77BB1B498E6}"/>
              </a:ext>
            </a:extLst>
          </p:cNvPr>
          <p:cNvSpPr>
            <a:spLocks noGrp="1"/>
          </p:cNvSpPr>
          <p:nvPr>
            <p:ph type="ftr" sz="quarter" idx="15"/>
          </p:nvPr>
        </p:nvSpPr>
        <p:spPr/>
        <p:txBody>
          <a:bodyPr/>
          <a:lstStyle/>
          <a:p>
            <a:r>
              <a:rPr lang="en-US"/>
              <a:t>IBM Quantum Summit 2023</a:t>
            </a:r>
          </a:p>
        </p:txBody>
      </p:sp>
      <p:sp>
        <p:nvSpPr>
          <p:cNvPr id="5" name="Slide Number">
            <a:extLst>
              <a:ext uri="{FF2B5EF4-FFF2-40B4-BE49-F238E27FC236}">
                <a16:creationId xmlns:a16="http://schemas.microsoft.com/office/drawing/2014/main" id="{238163DF-77AB-875A-C8AC-2F8AEABFB85F}"/>
              </a:ext>
            </a:extLst>
          </p:cNvPr>
          <p:cNvSpPr txBox="1">
            <a:spLocks noGrp="1"/>
          </p:cNvSpPr>
          <p:nvPr>
            <p:ph type="sldNum" sz="quarter" idx="4"/>
          </p:nvPr>
        </p:nvSpPr>
        <p:spPr>
          <a:xfrm>
            <a:off x="11769264" y="6469419"/>
            <a:ext cx="135436" cy="123111"/>
          </a:xfrm>
          <a:prstGeom prst="rect">
            <a:avLst/>
          </a:prstGeom>
          <a:ln w="12700">
            <a:miter lim="400000"/>
          </a:ln>
        </p:spPr>
        <p:txBody>
          <a:bodyPr wrap="squar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3457828484"/>
      </p:ext>
    </p:extLst>
  </p:cSld>
  <p:clrMapOvr>
    <a:masterClrMapping/>
  </p:clrMapOvr>
  <p:transition spd="med"/>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Boxes, 6 stacke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D740D-848C-40A7-AB96-E7B74E0A800D}"/>
              </a:ext>
            </a:extLst>
          </p:cNvPr>
          <p:cNvSpPr>
            <a:spLocks noGrp="1"/>
          </p:cNvSpPr>
          <p:nvPr>
            <p:ph type="title"/>
          </p:nvPr>
        </p:nvSpPr>
        <p:spPr>
          <a:xfrm>
            <a:off x="287999" y="288036"/>
            <a:ext cx="2474590" cy="2286794"/>
          </a:xfrm>
        </p:spPr>
        <p:txBody>
          <a:bodyPr/>
          <a:lstStyle>
            <a:lvl1pPr>
              <a:lnSpc>
                <a:spcPct val="110000"/>
              </a:lnSpc>
              <a:defRPr sz="1400">
                <a:solidFill>
                  <a:schemeClr val="tx2"/>
                </a:solidFill>
              </a:defRPr>
            </a:lvl1pPr>
          </a:lstStyle>
          <a:p>
            <a:r>
              <a:rPr lang="en-US"/>
              <a:t>Click to edit Master title style</a:t>
            </a:r>
            <a:endParaRPr lang="en-US" dirty="0"/>
          </a:p>
        </p:txBody>
      </p:sp>
      <p:sp>
        <p:nvSpPr>
          <p:cNvPr id="14" name="Text Placeholder 9">
            <a:extLst>
              <a:ext uri="{FF2B5EF4-FFF2-40B4-BE49-F238E27FC236}">
                <a16:creationId xmlns:a16="http://schemas.microsoft.com/office/drawing/2014/main" id="{B1D44C30-196F-B4B1-540A-E556579735DB}"/>
              </a:ext>
            </a:extLst>
          </p:cNvPr>
          <p:cNvSpPr>
            <a:spLocks noGrp="1"/>
          </p:cNvSpPr>
          <p:nvPr>
            <p:ph type="body" sz="quarter" idx="20"/>
          </p:nvPr>
        </p:nvSpPr>
        <p:spPr>
          <a:xfrm>
            <a:off x="3332554" y="288036"/>
            <a:ext cx="2476178" cy="2572544"/>
          </a:xfrm>
          <a:prstGeom prst="rect">
            <a:avLst/>
          </a:prstGeom>
        </p:spPr>
        <p:txBody>
          <a:bodyPr/>
          <a:lstStyle>
            <a:lvl1pPr>
              <a:lnSpc>
                <a:spcPct val="110000"/>
              </a:lnSpc>
              <a:spcBef>
                <a:spcPts val="0"/>
              </a:spcBef>
              <a:defRPr sz="1400" b="0" i="0">
                <a:solidFill>
                  <a:schemeClr val="tx1"/>
                </a:solidFill>
                <a:latin typeface="IBM Plex Sans Light" panose="020B0403050203000203" pitchFamily="34" charset="0"/>
              </a:defRPr>
            </a:lvl1pPr>
            <a:lvl2pPr marL="127990" indent="-127990">
              <a:lnSpc>
                <a:spcPct val="110000"/>
              </a:lnSpc>
              <a:spcBef>
                <a:spcPts val="0"/>
              </a:spcBef>
              <a:defRPr sz="1400" b="0" i="0">
                <a:solidFill>
                  <a:schemeClr val="tx1"/>
                </a:solidFill>
                <a:latin typeface="IBM Plex Sans Light" panose="020B0403050203000203" pitchFamily="34" charset="0"/>
              </a:defRPr>
            </a:lvl2pPr>
            <a:lvl3pPr marL="255981" indent="-127990">
              <a:lnSpc>
                <a:spcPct val="110000"/>
              </a:lnSpc>
              <a:spcBef>
                <a:spcPts val="0"/>
              </a:spcBef>
              <a:defRPr sz="1400" b="0" i="0">
                <a:solidFill>
                  <a:schemeClr val="tx1"/>
                </a:solidFill>
                <a:latin typeface="IBM Plex Sans Light" panose="020B0403050203000203" pitchFamily="34" charset="0"/>
              </a:defRPr>
            </a:lvl3pPr>
            <a:lvl4pPr marL="383971" indent="-127990">
              <a:lnSpc>
                <a:spcPct val="110000"/>
              </a:lnSpc>
              <a:spcBef>
                <a:spcPts val="0"/>
              </a:spcBef>
              <a:defRPr sz="1400" b="0" i="0">
                <a:solidFill>
                  <a:schemeClr val="tx1"/>
                </a:solidFill>
                <a:latin typeface="IBM Plex Sans Light" panose="020B0403050203000203" pitchFamily="34" charset="0"/>
              </a:defRPr>
            </a:lvl4pPr>
            <a:lvl5pPr>
              <a:lnSpc>
                <a:spcPct val="110000"/>
              </a:lnSpc>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Text Placeholder 9">
            <a:extLst>
              <a:ext uri="{FF2B5EF4-FFF2-40B4-BE49-F238E27FC236}">
                <a16:creationId xmlns:a16="http://schemas.microsoft.com/office/drawing/2014/main" id="{793A9C8C-F98C-5899-BE8B-D1A544D66C6A}"/>
              </a:ext>
            </a:extLst>
          </p:cNvPr>
          <p:cNvSpPr>
            <a:spLocks noGrp="1"/>
          </p:cNvSpPr>
          <p:nvPr>
            <p:ph type="body" sz="quarter" idx="16"/>
          </p:nvPr>
        </p:nvSpPr>
        <p:spPr>
          <a:xfrm>
            <a:off x="6380919" y="288036"/>
            <a:ext cx="2476178" cy="2572544"/>
          </a:xfrm>
          <a:prstGeom prst="rect">
            <a:avLst/>
          </a:prstGeom>
        </p:spPr>
        <p:txBody>
          <a:bodyPr/>
          <a:lstStyle>
            <a:lvl1pPr>
              <a:lnSpc>
                <a:spcPct val="110000"/>
              </a:lnSpc>
              <a:spcBef>
                <a:spcPts val="0"/>
              </a:spcBef>
              <a:defRPr sz="1400" b="0" i="0">
                <a:solidFill>
                  <a:schemeClr val="tx1"/>
                </a:solidFill>
                <a:latin typeface="IBM Plex Sans Light" panose="020B0403050203000203" pitchFamily="34" charset="0"/>
              </a:defRPr>
            </a:lvl1pPr>
            <a:lvl2pPr marL="127990" indent="-127990">
              <a:lnSpc>
                <a:spcPct val="110000"/>
              </a:lnSpc>
              <a:spcBef>
                <a:spcPts val="0"/>
              </a:spcBef>
              <a:defRPr sz="1400" b="0" i="0">
                <a:solidFill>
                  <a:schemeClr val="tx1"/>
                </a:solidFill>
                <a:latin typeface="IBM Plex Sans Light" panose="020B0403050203000203" pitchFamily="34" charset="0"/>
              </a:defRPr>
            </a:lvl2pPr>
            <a:lvl3pPr marL="255981" indent="-127990">
              <a:lnSpc>
                <a:spcPct val="110000"/>
              </a:lnSpc>
              <a:spcBef>
                <a:spcPts val="0"/>
              </a:spcBef>
              <a:defRPr sz="1400" b="0" i="0">
                <a:solidFill>
                  <a:schemeClr val="tx1"/>
                </a:solidFill>
                <a:latin typeface="IBM Plex Sans Light" panose="020B0403050203000203" pitchFamily="34" charset="0"/>
              </a:defRPr>
            </a:lvl3pPr>
            <a:lvl4pPr marL="383971" indent="-127990">
              <a:lnSpc>
                <a:spcPct val="110000"/>
              </a:lnSpc>
              <a:spcBef>
                <a:spcPts val="0"/>
              </a:spcBef>
              <a:defRPr sz="1400" b="0" i="0">
                <a:solidFill>
                  <a:schemeClr val="tx1"/>
                </a:solidFill>
                <a:latin typeface="IBM Plex Sans Light" panose="020B0403050203000203" pitchFamily="34" charset="0"/>
              </a:defRPr>
            </a:lvl4pPr>
            <a:lvl5pPr>
              <a:lnSpc>
                <a:spcPct val="110000"/>
              </a:lnSpc>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Text Placeholder 12">
            <a:extLst>
              <a:ext uri="{FF2B5EF4-FFF2-40B4-BE49-F238E27FC236}">
                <a16:creationId xmlns:a16="http://schemas.microsoft.com/office/drawing/2014/main" id="{2A62B128-D226-0D9B-89EC-51AFD07F30CF}"/>
              </a:ext>
            </a:extLst>
          </p:cNvPr>
          <p:cNvSpPr>
            <a:spLocks noGrp="1"/>
          </p:cNvSpPr>
          <p:nvPr>
            <p:ph type="body" sz="quarter" idx="17"/>
          </p:nvPr>
        </p:nvSpPr>
        <p:spPr>
          <a:xfrm>
            <a:off x="9428522" y="288036"/>
            <a:ext cx="2479352" cy="2572544"/>
          </a:xfrm>
          <a:prstGeom prst="rect">
            <a:avLst/>
          </a:prstGeom>
        </p:spPr>
        <p:txBody>
          <a:bodyPr/>
          <a:lstStyle>
            <a:lvl1pPr>
              <a:lnSpc>
                <a:spcPct val="110000"/>
              </a:lnSpc>
              <a:spcBef>
                <a:spcPts val="0"/>
              </a:spcBef>
              <a:defRPr sz="1400" b="0" i="0">
                <a:solidFill>
                  <a:schemeClr val="tx1"/>
                </a:solidFill>
                <a:latin typeface="IBM Plex Sans Light" panose="020B0403050203000203" pitchFamily="34" charset="0"/>
              </a:defRPr>
            </a:lvl1pPr>
            <a:lvl2pPr marL="127990" indent="-127990">
              <a:lnSpc>
                <a:spcPct val="110000"/>
              </a:lnSpc>
              <a:spcBef>
                <a:spcPts val="0"/>
              </a:spcBef>
              <a:defRPr sz="1400" b="0" i="0">
                <a:solidFill>
                  <a:schemeClr val="tx1"/>
                </a:solidFill>
                <a:latin typeface="IBM Plex Sans Light" panose="020B0403050203000203" pitchFamily="34" charset="0"/>
              </a:defRPr>
            </a:lvl2pPr>
            <a:lvl3pPr marL="255981" indent="-127990">
              <a:lnSpc>
                <a:spcPct val="110000"/>
              </a:lnSpc>
              <a:spcBef>
                <a:spcPts val="0"/>
              </a:spcBef>
              <a:defRPr sz="1400" b="0" i="0">
                <a:solidFill>
                  <a:schemeClr val="tx1"/>
                </a:solidFill>
                <a:latin typeface="IBM Plex Sans Light" panose="020B0403050203000203" pitchFamily="34" charset="0"/>
              </a:defRPr>
            </a:lvl3pPr>
            <a:lvl4pPr marL="383971" indent="-127990">
              <a:lnSpc>
                <a:spcPct val="110000"/>
              </a:lnSpc>
              <a:spcBef>
                <a:spcPts val="0"/>
              </a:spcBef>
              <a:defRPr sz="1400" b="0" i="0">
                <a:solidFill>
                  <a:schemeClr val="tx1"/>
                </a:solidFill>
                <a:latin typeface="IBM Plex Sans Light" panose="020B0403050203000203" pitchFamily="34" charset="0"/>
              </a:defRPr>
            </a:lvl4pPr>
            <a:lvl5pPr>
              <a:lnSpc>
                <a:spcPct val="110000"/>
              </a:lnSpc>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Text Placeholder 4">
            <a:extLst>
              <a:ext uri="{FF2B5EF4-FFF2-40B4-BE49-F238E27FC236}">
                <a16:creationId xmlns:a16="http://schemas.microsoft.com/office/drawing/2014/main" id="{AB1A268B-43F5-F600-93B7-6248877F5D30}"/>
              </a:ext>
            </a:extLst>
          </p:cNvPr>
          <p:cNvSpPr>
            <a:spLocks noGrp="1"/>
          </p:cNvSpPr>
          <p:nvPr>
            <p:ph type="body" sz="quarter" idx="21"/>
          </p:nvPr>
        </p:nvSpPr>
        <p:spPr>
          <a:xfrm>
            <a:off x="3334141" y="3333750"/>
            <a:ext cx="2476178" cy="2476500"/>
          </a:xfrm>
          <a:prstGeom prst="rect">
            <a:avLst/>
          </a:prstGeom>
        </p:spPr>
        <p:txBody>
          <a:bodyPr/>
          <a:lstStyle>
            <a:lvl1pPr>
              <a:lnSpc>
                <a:spcPct val="110000"/>
              </a:lnSpc>
              <a:spcBef>
                <a:spcPts val="0"/>
              </a:spcBef>
              <a:defRPr sz="1400" b="0" i="0">
                <a:solidFill>
                  <a:schemeClr val="tx1"/>
                </a:solidFill>
                <a:latin typeface="IBM Plex Sans Light" panose="020B0403050203000203" pitchFamily="34" charset="0"/>
              </a:defRPr>
            </a:lvl1pPr>
            <a:lvl2pPr marL="127990" indent="-127990">
              <a:lnSpc>
                <a:spcPct val="110000"/>
              </a:lnSpc>
              <a:spcBef>
                <a:spcPts val="0"/>
              </a:spcBef>
              <a:defRPr sz="1400" b="0" i="0">
                <a:solidFill>
                  <a:schemeClr val="tx1"/>
                </a:solidFill>
                <a:latin typeface="IBM Plex Sans Light" panose="020B0403050203000203" pitchFamily="34" charset="0"/>
              </a:defRPr>
            </a:lvl2pPr>
            <a:lvl3pPr marL="255981" indent="-127990">
              <a:lnSpc>
                <a:spcPct val="110000"/>
              </a:lnSpc>
              <a:spcBef>
                <a:spcPts val="0"/>
              </a:spcBef>
              <a:defRPr sz="1400" b="0" i="0">
                <a:solidFill>
                  <a:schemeClr val="tx1"/>
                </a:solidFill>
                <a:latin typeface="IBM Plex Sans Light" panose="020B0403050203000203" pitchFamily="34" charset="0"/>
              </a:defRPr>
            </a:lvl3pPr>
            <a:lvl4pPr marL="383971" indent="-127990">
              <a:lnSpc>
                <a:spcPct val="110000"/>
              </a:lnSpc>
              <a:spcBef>
                <a:spcPts val="0"/>
              </a:spcBef>
              <a:defRPr sz="1400" b="0" i="0">
                <a:solidFill>
                  <a:schemeClr val="tx1"/>
                </a:solidFill>
                <a:latin typeface="IBM Plex Sans Light" panose="020B0403050203000203" pitchFamily="34" charset="0"/>
              </a:defRPr>
            </a:lvl4pPr>
            <a:lvl5pPr>
              <a:lnSpc>
                <a:spcPct val="110000"/>
              </a:lnSpc>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Text Placeholder 4">
            <a:extLst>
              <a:ext uri="{FF2B5EF4-FFF2-40B4-BE49-F238E27FC236}">
                <a16:creationId xmlns:a16="http://schemas.microsoft.com/office/drawing/2014/main" id="{A5DD5CF1-28D6-74AF-B345-5911CB10D454}"/>
              </a:ext>
            </a:extLst>
          </p:cNvPr>
          <p:cNvSpPr>
            <a:spLocks noGrp="1"/>
          </p:cNvSpPr>
          <p:nvPr>
            <p:ph type="body" sz="quarter" idx="18"/>
          </p:nvPr>
        </p:nvSpPr>
        <p:spPr>
          <a:xfrm>
            <a:off x="6380919" y="3333750"/>
            <a:ext cx="2476178" cy="2476500"/>
          </a:xfrm>
          <a:prstGeom prst="rect">
            <a:avLst/>
          </a:prstGeom>
        </p:spPr>
        <p:txBody>
          <a:bodyPr/>
          <a:lstStyle>
            <a:lvl1pPr>
              <a:lnSpc>
                <a:spcPct val="110000"/>
              </a:lnSpc>
              <a:spcBef>
                <a:spcPts val="0"/>
              </a:spcBef>
              <a:defRPr sz="1400" b="0" i="0">
                <a:solidFill>
                  <a:schemeClr val="tx1"/>
                </a:solidFill>
                <a:latin typeface="IBM Plex Sans Light" panose="020B0403050203000203" pitchFamily="34" charset="0"/>
              </a:defRPr>
            </a:lvl1pPr>
            <a:lvl2pPr marL="127990" indent="-127990">
              <a:lnSpc>
                <a:spcPct val="110000"/>
              </a:lnSpc>
              <a:spcBef>
                <a:spcPts val="0"/>
              </a:spcBef>
              <a:defRPr sz="1400" b="0" i="0">
                <a:solidFill>
                  <a:schemeClr val="tx1"/>
                </a:solidFill>
                <a:latin typeface="IBM Plex Sans Light" panose="020B0403050203000203" pitchFamily="34" charset="0"/>
              </a:defRPr>
            </a:lvl2pPr>
            <a:lvl3pPr marL="255981" indent="-127990">
              <a:lnSpc>
                <a:spcPct val="110000"/>
              </a:lnSpc>
              <a:spcBef>
                <a:spcPts val="0"/>
              </a:spcBef>
              <a:defRPr sz="1400" b="0" i="0">
                <a:solidFill>
                  <a:schemeClr val="tx1"/>
                </a:solidFill>
                <a:latin typeface="IBM Plex Sans Light" panose="020B0403050203000203" pitchFamily="34" charset="0"/>
              </a:defRPr>
            </a:lvl3pPr>
            <a:lvl4pPr marL="383971" indent="-127990">
              <a:lnSpc>
                <a:spcPct val="110000"/>
              </a:lnSpc>
              <a:spcBef>
                <a:spcPts val="0"/>
              </a:spcBef>
              <a:defRPr sz="1400" b="0" i="0">
                <a:solidFill>
                  <a:schemeClr val="tx1"/>
                </a:solidFill>
                <a:latin typeface="IBM Plex Sans Light" panose="020B0403050203000203" pitchFamily="34" charset="0"/>
              </a:defRPr>
            </a:lvl4pPr>
            <a:lvl5pPr>
              <a:lnSpc>
                <a:spcPct val="110000"/>
              </a:lnSpc>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Text Placeholder 11">
            <a:extLst>
              <a:ext uri="{FF2B5EF4-FFF2-40B4-BE49-F238E27FC236}">
                <a16:creationId xmlns:a16="http://schemas.microsoft.com/office/drawing/2014/main" id="{67B1C684-915C-90D4-C69F-C24979A42EFC}"/>
              </a:ext>
            </a:extLst>
          </p:cNvPr>
          <p:cNvSpPr>
            <a:spLocks noGrp="1"/>
          </p:cNvSpPr>
          <p:nvPr>
            <p:ph type="body" sz="quarter" idx="19"/>
          </p:nvPr>
        </p:nvSpPr>
        <p:spPr>
          <a:xfrm>
            <a:off x="9428522" y="3333750"/>
            <a:ext cx="2476178" cy="2476500"/>
          </a:xfrm>
          <a:prstGeom prst="rect">
            <a:avLst/>
          </a:prstGeom>
        </p:spPr>
        <p:txBody>
          <a:bodyPr/>
          <a:lstStyle>
            <a:lvl1pPr>
              <a:lnSpc>
                <a:spcPct val="110000"/>
              </a:lnSpc>
              <a:spcBef>
                <a:spcPts val="0"/>
              </a:spcBef>
              <a:defRPr sz="1400" b="0" i="0">
                <a:solidFill>
                  <a:schemeClr val="tx1"/>
                </a:solidFill>
                <a:latin typeface="IBM Plex Sans Light" panose="020B0403050203000203" pitchFamily="34" charset="0"/>
              </a:defRPr>
            </a:lvl1pPr>
            <a:lvl2pPr marL="127990" indent="-127990">
              <a:lnSpc>
                <a:spcPct val="110000"/>
              </a:lnSpc>
              <a:spcBef>
                <a:spcPts val="0"/>
              </a:spcBef>
              <a:defRPr sz="1400" b="0" i="0">
                <a:solidFill>
                  <a:schemeClr val="tx1"/>
                </a:solidFill>
                <a:latin typeface="IBM Plex Sans Light" panose="020B0403050203000203" pitchFamily="34" charset="0"/>
              </a:defRPr>
            </a:lvl2pPr>
            <a:lvl3pPr marL="255981" indent="-127990">
              <a:lnSpc>
                <a:spcPct val="110000"/>
              </a:lnSpc>
              <a:spcBef>
                <a:spcPts val="0"/>
              </a:spcBef>
              <a:defRPr sz="1400" b="0" i="0">
                <a:solidFill>
                  <a:schemeClr val="tx1"/>
                </a:solidFill>
                <a:latin typeface="IBM Plex Sans Light" panose="020B0403050203000203" pitchFamily="34" charset="0"/>
              </a:defRPr>
            </a:lvl3pPr>
            <a:lvl4pPr marL="383971" indent="-127990">
              <a:lnSpc>
                <a:spcPct val="110000"/>
              </a:lnSpc>
              <a:spcBef>
                <a:spcPts val="0"/>
              </a:spcBef>
              <a:defRPr sz="1400" b="0" i="0">
                <a:solidFill>
                  <a:schemeClr val="tx1"/>
                </a:solidFill>
                <a:latin typeface="IBM Plex Sans Light" panose="020B0403050203000203" pitchFamily="34" charset="0"/>
              </a:defRPr>
            </a:lvl4pPr>
            <a:lvl5pPr>
              <a:lnSpc>
                <a:spcPct val="110000"/>
              </a:lnSpc>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Footer Placeholder 3">
            <a:extLst>
              <a:ext uri="{FF2B5EF4-FFF2-40B4-BE49-F238E27FC236}">
                <a16:creationId xmlns:a16="http://schemas.microsoft.com/office/drawing/2014/main" id="{01A4BD59-9F51-7E32-8659-A763D0799EB2}"/>
              </a:ext>
            </a:extLst>
          </p:cNvPr>
          <p:cNvSpPr>
            <a:spLocks noGrp="1"/>
          </p:cNvSpPr>
          <p:nvPr>
            <p:ph type="ftr" sz="quarter" idx="22"/>
          </p:nvPr>
        </p:nvSpPr>
        <p:spPr/>
        <p:txBody>
          <a:bodyPr/>
          <a:lstStyle/>
          <a:p>
            <a:r>
              <a:rPr lang="en-US"/>
              <a:t>IBM Quantum Summit 2023</a:t>
            </a:r>
          </a:p>
        </p:txBody>
      </p:sp>
      <p:sp>
        <p:nvSpPr>
          <p:cNvPr id="6" name="Slide Number">
            <a:extLst>
              <a:ext uri="{FF2B5EF4-FFF2-40B4-BE49-F238E27FC236}">
                <a16:creationId xmlns:a16="http://schemas.microsoft.com/office/drawing/2014/main" id="{180E7AB4-F0E4-7C09-7FE7-9F182217FE07}"/>
              </a:ext>
            </a:extLst>
          </p:cNvPr>
          <p:cNvSpPr txBox="1">
            <a:spLocks noGrp="1"/>
          </p:cNvSpPr>
          <p:nvPr>
            <p:ph type="sldNum" sz="quarter" idx="4"/>
          </p:nvPr>
        </p:nvSpPr>
        <p:spPr>
          <a:xfrm>
            <a:off x="11769264" y="6469419"/>
            <a:ext cx="135436" cy="123111"/>
          </a:xfrm>
          <a:prstGeom prst="rect">
            <a:avLst/>
          </a:prstGeom>
          <a:ln w="12700">
            <a:miter lim="400000"/>
          </a:ln>
        </p:spPr>
        <p:txBody>
          <a:bodyPr wrap="squar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3156056091"/>
      </p:ext>
    </p:extLst>
  </p:cSld>
  <p:clrMapOvr>
    <a:masterClrMapping/>
  </p:clrMapOvr>
  <p:transition spd="med"/>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Boxes, 6 stacked, icon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3A5819-78ED-4475-16CD-65C8A2C5EC85}"/>
              </a:ext>
            </a:extLst>
          </p:cNvPr>
          <p:cNvSpPr>
            <a:spLocks noGrp="1"/>
          </p:cNvSpPr>
          <p:nvPr>
            <p:ph type="title"/>
          </p:nvPr>
        </p:nvSpPr>
        <p:spPr>
          <a:xfrm>
            <a:off x="287999" y="288036"/>
            <a:ext cx="2474590" cy="1429544"/>
          </a:xfrm>
        </p:spPr>
        <p:txBody>
          <a:bodyPr/>
          <a:lstStyle>
            <a:lvl1pPr>
              <a:lnSpc>
                <a:spcPct val="110000"/>
              </a:lnSpc>
              <a:defRPr sz="1400">
                <a:solidFill>
                  <a:schemeClr val="tx2"/>
                </a:solidFill>
              </a:defRPr>
            </a:lvl1pPr>
          </a:lstStyle>
          <a:p>
            <a:r>
              <a:rPr lang="en-US"/>
              <a:t>Click to edit Master title style</a:t>
            </a:r>
            <a:endParaRPr lang="en-US" dirty="0"/>
          </a:p>
        </p:txBody>
      </p:sp>
      <p:cxnSp>
        <p:nvCxnSpPr>
          <p:cNvPr id="24" name="Straight Connector 23" descr="Vertical column divider">
            <a:extLst>
              <a:ext uri="{FF2B5EF4-FFF2-40B4-BE49-F238E27FC236}">
                <a16:creationId xmlns:a16="http://schemas.microsoft.com/office/drawing/2014/main" id="{B5CBE6E3-0E18-8A57-578D-D314948AF14F}"/>
              </a:ext>
              <a:ext uri="{C183D7F6-B498-43B3-948B-1728B52AA6E4}">
                <adec:decorative xmlns:adec="http://schemas.microsoft.com/office/drawing/2017/decorative" val="0"/>
              </a:ext>
            </a:extLst>
          </p:cNvPr>
          <p:cNvCxnSpPr/>
          <p:nvPr userDrawn="1"/>
        </p:nvCxnSpPr>
        <p:spPr bwMode="auto">
          <a:xfrm>
            <a:off x="3047603" y="284957"/>
            <a:ext cx="0" cy="5715794"/>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6" name="Picture Placeholder 15" descr="Place icon here">
            <a:extLst>
              <a:ext uri="{FF2B5EF4-FFF2-40B4-BE49-F238E27FC236}">
                <a16:creationId xmlns:a16="http://schemas.microsoft.com/office/drawing/2014/main" id="{DD1F0C48-79E5-E356-43FC-0FCF2DE89A20}"/>
              </a:ext>
            </a:extLst>
          </p:cNvPr>
          <p:cNvSpPr>
            <a:spLocks noGrp="1"/>
          </p:cNvSpPr>
          <p:nvPr>
            <p:ph type="pic" sz="quarter" idx="17" hasCustomPrompt="1"/>
          </p:nvPr>
        </p:nvSpPr>
        <p:spPr>
          <a:xfrm>
            <a:off x="3333316" y="288036"/>
            <a:ext cx="201142" cy="201613"/>
          </a:xfrm>
          <a:prstGeom prst="rect">
            <a:avLst/>
          </a:prstGeom>
        </p:spPr>
        <p:txBody>
          <a:bodyPr/>
          <a:lstStyle>
            <a:lvl1pPr>
              <a:defRPr sz="700">
                <a:solidFill>
                  <a:schemeClr val="tx1"/>
                </a:solidFill>
              </a:defRPr>
            </a:lvl1pPr>
          </a:lstStyle>
          <a:p>
            <a:r>
              <a:rPr lang="en-US" dirty="0"/>
              <a:t>Icon</a:t>
            </a:r>
          </a:p>
        </p:txBody>
      </p:sp>
      <p:sp>
        <p:nvSpPr>
          <p:cNvPr id="5" name="Text Placeholder 4">
            <a:extLst>
              <a:ext uri="{FF2B5EF4-FFF2-40B4-BE49-F238E27FC236}">
                <a16:creationId xmlns:a16="http://schemas.microsoft.com/office/drawing/2014/main" id="{B3148C06-F3C6-0E95-A225-29F730DD158B}"/>
              </a:ext>
            </a:extLst>
          </p:cNvPr>
          <p:cNvSpPr>
            <a:spLocks noGrp="1"/>
          </p:cNvSpPr>
          <p:nvPr>
            <p:ph type="body" sz="quarter" idx="11"/>
          </p:nvPr>
        </p:nvSpPr>
        <p:spPr>
          <a:xfrm>
            <a:off x="3333316" y="666750"/>
            <a:ext cx="2475384" cy="1905000"/>
          </a:xfrm>
          <a:prstGeom prst="rect">
            <a:avLst/>
          </a:prstGeom>
        </p:spPr>
        <p:txBody>
          <a:bodyPr/>
          <a:lstStyle>
            <a:lvl1pPr>
              <a:lnSpc>
                <a:spcPct val="110000"/>
              </a:lnSpc>
              <a:spcBef>
                <a:spcPts val="0"/>
              </a:spcBef>
              <a:defRPr sz="1200">
                <a:solidFill>
                  <a:schemeClr val="tx1"/>
                </a:solidFill>
              </a:defRPr>
            </a:lvl1pPr>
            <a:lvl2pPr marL="109706" indent="-109706">
              <a:lnSpc>
                <a:spcPct val="110000"/>
              </a:lnSpc>
              <a:spcBef>
                <a:spcPts val="0"/>
              </a:spcBef>
              <a:defRPr sz="1200">
                <a:solidFill>
                  <a:schemeClr val="tx1"/>
                </a:solidFill>
              </a:defRPr>
            </a:lvl2pPr>
            <a:lvl3pPr marL="219412" indent="-109706">
              <a:lnSpc>
                <a:spcPct val="110000"/>
              </a:lnSpc>
              <a:spcBef>
                <a:spcPts val="0"/>
              </a:spcBef>
              <a:defRPr sz="1200">
                <a:solidFill>
                  <a:schemeClr val="tx1"/>
                </a:solidFill>
              </a:defRPr>
            </a:lvl3pPr>
            <a:lvl4pPr marL="329118" indent="-109706">
              <a:lnSpc>
                <a:spcPct val="110000"/>
              </a:lnSpc>
              <a:spcBef>
                <a:spcPts val="0"/>
              </a:spcBef>
              <a:defRPr sz="1200">
                <a:solidFill>
                  <a:schemeClr val="tx1"/>
                </a:solidFill>
              </a:defRPr>
            </a:lvl4pPr>
            <a:lvl5pPr>
              <a:lnSpc>
                <a:spcPct val="110000"/>
              </a:lnSpc>
              <a:spcBef>
                <a:spcPts val="0"/>
              </a:spcBef>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28" name="Straight Connector 27" descr="Vertical column divider">
            <a:extLst>
              <a:ext uri="{FF2B5EF4-FFF2-40B4-BE49-F238E27FC236}">
                <a16:creationId xmlns:a16="http://schemas.microsoft.com/office/drawing/2014/main" id="{52FF3B59-8BBA-8C99-9D4D-743723E434FC}"/>
              </a:ext>
              <a:ext uri="{C183D7F6-B498-43B3-948B-1728B52AA6E4}">
                <adec:decorative xmlns:adec="http://schemas.microsoft.com/office/drawing/2017/decorative" val="0"/>
              </a:ext>
            </a:extLst>
          </p:cNvPr>
          <p:cNvCxnSpPr/>
          <p:nvPr userDrawn="1"/>
        </p:nvCxnSpPr>
        <p:spPr bwMode="auto">
          <a:xfrm>
            <a:off x="6093683" y="283464"/>
            <a:ext cx="0" cy="5715794"/>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7" name="Picture Placeholder 15" descr="Place icon here">
            <a:extLst>
              <a:ext uri="{FF2B5EF4-FFF2-40B4-BE49-F238E27FC236}">
                <a16:creationId xmlns:a16="http://schemas.microsoft.com/office/drawing/2014/main" id="{18E9E323-0756-7849-8F52-19C58A517BD5}"/>
              </a:ext>
            </a:extLst>
          </p:cNvPr>
          <p:cNvSpPr>
            <a:spLocks noGrp="1"/>
          </p:cNvSpPr>
          <p:nvPr>
            <p:ph type="pic" sz="quarter" idx="18" hasCustomPrompt="1"/>
          </p:nvPr>
        </p:nvSpPr>
        <p:spPr>
          <a:xfrm>
            <a:off x="6380920" y="288036"/>
            <a:ext cx="201142" cy="201613"/>
          </a:xfrm>
          <a:prstGeom prst="rect">
            <a:avLst/>
          </a:prstGeom>
        </p:spPr>
        <p:txBody>
          <a:bodyPr/>
          <a:lstStyle>
            <a:lvl1pPr>
              <a:defRPr sz="700">
                <a:solidFill>
                  <a:schemeClr val="tx1"/>
                </a:solidFill>
              </a:defRPr>
            </a:lvl1pPr>
          </a:lstStyle>
          <a:p>
            <a:r>
              <a:rPr lang="en-US"/>
              <a:t>Icon</a:t>
            </a:r>
          </a:p>
        </p:txBody>
      </p:sp>
      <p:sp>
        <p:nvSpPr>
          <p:cNvPr id="6" name="Text Placeholder 4">
            <a:extLst>
              <a:ext uri="{FF2B5EF4-FFF2-40B4-BE49-F238E27FC236}">
                <a16:creationId xmlns:a16="http://schemas.microsoft.com/office/drawing/2014/main" id="{81FD5E03-A007-B728-4616-E05622A43A3D}"/>
              </a:ext>
            </a:extLst>
          </p:cNvPr>
          <p:cNvSpPr>
            <a:spLocks noGrp="1"/>
          </p:cNvSpPr>
          <p:nvPr>
            <p:ph type="body" sz="quarter" idx="12"/>
          </p:nvPr>
        </p:nvSpPr>
        <p:spPr>
          <a:xfrm>
            <a:off x="6380919" y="666750"/>
            <a:ext cx="2476178" cy="1905000"/>
          </a:xfrm>
          <a:prstGeom prst="rect">
            <a:avLst/>
          </a:prstGeom>
        </p:spPr>
        <p:txBody>
          <a:bodyPr/>
          <a:lstStyle>
            <a:lvl1pPr>
              <a:lnSpc>
                <a:spcPct val="110000"/>
              </a:lnSpc>
              <a:spcBef>
                <a:spcPts val="0"/>
              </a:spcBef>
              <a:defRPr sz="1200">
                <a:solidFill>
                  <a:schemeClr val="tx1"/>
                </a:solidFill>
              </a:defRPr>
            </a:lvl1pPr>
            <a:lvl2pPr marL="109706" indent="-109706">
              <a:lnSpc>
                <a:spcPct val="110000"/>
              </a:lnSpc>
              <a:spcBef>
                <a:spcPts val="0"/>
              </a:spcBef>
              <a:defRPr sz="1200">
                <a:solidFill>
                  <a:schemeClr val="tx1"/>
                </a:solidFill>
              </a:defRPr>
            </a:lvl2pPr>
            <a:lvl3pPr marL="219412" indent="-109706">
              <a:lnSpc>
                <a:spcPct val="110000"/>
              </a:lnSpc>
              <a:spcBef>
                <a:spcPts val="0"/>
              </a:spcBef>
              <a:defRPr sz="1200">
                <a:solidFill>
                  <a:schemeClr val="tx1"/>
                </a:solidFill>
              </a:defRPr>
            </a:lvl3pPr>
            <a:lvl4pPr marL="329118" indent="-109706">
              <a:lnSpc>
                <a:spcPct val="110000"/>
              </a:lnSpc>
              <a:spcBef>
                <a:spcPts val="0"/>
              </a:spcBef>
              <a:defRPr sz="1200">
                <a:solidFill>
                  <a:schemeClr val="tx1"/>
                </a:solidFill>
              </a:defRPr>
            </a:lvl4pPr>
            <a:lvl5pPr>
              <a:lnSpc>
                <a:spcPct val="110000"/>
              </a:lnSpc>
              <a:spcBef>
                <a:spcPts val="0"/>
              </a:spcBef>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27" name="Straight Connector 26" descr="Vertical column divider">
            <a:extLst>
              <a:ext uri="{FF2B5EF4-FFF2-40B4-BE49-F238E27FC236}">
                <a16:creationId xmlns:a16="http://schemas.microsoft.com/office/drawing/2014/main" id="{47200B05-7E36-4E03-3739-0BA983764616}"/>
              </a:ext>
              <a:ext uri="{C183D7F6-B498-43B3-948B-1728B52AA6E4}">
                <adec:decorative xmlns:adec="http://schemas.microsoft.com/office/drawing/2017/decorative" val="0"/>
              </a:ext>
            </a:extLst>
          </p:cNvPr>
          <p:cNvCxnSpPr/>
          <p:nvPr userDrawn="1"/>
        </p:nvCxnSpPr>
        <p:spPr bwMode="auto">
          <a:xfrm>
            <a:off x="9142810" y="284957"/>
            <a:ext cx="0" cy="5715794"/>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8" name="Picture Placeholder 15" descr="Place icon here">
            <a:extLst>
              <a:ext uri="{FF2B5EF4-FFF2-40B4-BE49-F238E27FC236}">
                <a16:creationId xmlns:a16="http://schemas.microsoft.com/office/drawing/2014/main" id="{7C3BFFDB-5499-B3D7-98B2-1ABDA7D5C9DD}"/>
              </a:ext>
            </a:extLst>
          </p:cNvPr>
          <p:cNvSpPr>
            <a:spLocks noGrp="1"/>
          </p:cNvSpPr>
          <p:nvPr>
            <p:ph type="pic" sz="quarter" idx="19" hasCustomPrompt="1"/>
          </p:nvPr>
        </p:nvSpPr>
        <p:spPr>
          <a:xfrm>
            <a:off x="9428523" y="288036"/>
            <a:ext cx="201142" cy="201613"/>
          </a:xfrm>
          <a:prstGeom prst="rect">
            <a:avLst/>
          </a:prstGeom>
        </p:spPr>
        <p:txBody>
          <a:bodyPr/>
          <a:lstStyle>
            <a:lvl1pPr>
              <a:defRPr sz="700">
                <a:solidFill>
                  <a:schemeClr val="tx1"/>
                </a:solidFill>
              </a:defRPr>
            </a:lvl1pPr>
          </a:lstStyle>
          <a:p>
            <a:r>
              <a:rPr lang="en-US"/>
              <a:t>Icon</a:t>
            </a:r>
          </a:p>
        </p:txBody>
      </p:sp>
      <p:sp>
        <p:nvSpPr>
          <p:cNvPr id="7" name="Text Placeholder 4">
            <a:extLst>
              <a:ext uri="{FF2B5EF4-FFF2-40B4-BE49-F238E27FC236}">
                <a16:creationId xmlns:a16="http://schemas.microsoft.com/office/drawing/2014/main" id="{EEC06719-7195-BBE7-0154-56A039A4B388}"/>
              </a:ext>
            </a:extLst>
          </p:cNvPr>
          <p:cNvSpPr>
            <a:spLocks noGrp="1"/>
          </p:cNvSpPr>
          <p:nvPr>
            <p:ph type="body" sz="quarter" idx="13"/>
          </p:nvPr>
        </p:nvSpPr>
        <p:spPr>
          <a:xfrm>
            <a:off x="9428523" y="666750"/>
            <a:ext cx="2476178" cy="1905000"/>
          </a:xfrm>
          <a:prstGeom prst="rect">
            <a:avLst/>
          </a:prstGeom>
        </p:spPr>
        <p:txBody>
          <a:bodyPr/>
          <a:lstStyle>
            <a:lvl1pPr>
              <a:lnSpc>
                <a:spcPct val="110000"/>
              </a:lnSpc>
              <a:spcBef>
                <a:spcPts val="0"/>
              </a:spcBef>
              <a:defRPr sz="1200">
                <a:solidFill>
                  <a:schemeClr val="tx1"/>
                </a:solidFill>
              </a:defRPr>
            </a:lvl1pPr>
            <a:lvl2pPr marL="109706" indent="-109706">
              <a:lnSpc>
                <a:spcPct val="110000"/>
              </a:lnSpc>
              <a:spcBef>
                <a:spcPts val="0"/>
              </a:spcBef>
              <a:defRPr sz="1200">
                <a:solidFill>
                  <a:schemeClr val="tx1"/>
                </a:solidFill>
              </a:defRPr>
            </a:lvl2pPr>
            <a:lvl3pPr marL="219412" indent="-109706">
              <a:lnSpc>
                <a:spcPct val="110000"/>
              </a:lnSpc>
              <a:spcBef>
                <a:spcPts val="0"/>
              </a:spcBef>
              <a:defRPr sz="1200">
                <a:solidFill>
                  <a:schemeClr val="tx1"/>
                </a:solidFill>
              </a:defRPr>
            </a:lvl3pPr>
            <a:lvl4pPr marL="329118" indent="-109706">
              <a:lnSpc>
                <a:spcPct val="110000"/>
              </a:lnSpc>
              <a:spcBef>
                <a:spcPts val="0"/>
              </a:spcBef>
              <a:defRPr sz="1200">
                <a:solidFill>
                  <a:schemeClr val="tx1"/>
                </a:solidFill>
              </a:defRPr>
            </a:lvl4pPr>
            <a:lvl5pPr>
              <a:lnSpc>
                <a:spcPct val="110000"/>
              </a:lnSpc>
              <a:spcBef>
                <a:spcPts val="0"/>
              </a:spcBef>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23" name="Straight Connector 22" descr="Horizontal row divider">
            <a:extLst>
              <a:ext uri="{FF2B5EF4-FFF2-40B4-BE49-F238E27FC236}">
                <a16:creationId xmlns:a16="http://schemas.microsoft.com/office/drawing/2014/main" id="{252CDB94-BA57-B58F-95F0-D406FE34BB40}"/>
              </a:ext>
              <a:ext uri="{C183D7F6-B498-43B3-948B-1728B52AA6E4}">
                <adec:decorative xmlns:adec="http://schemas.microsoft.com/office/drawing/2017/decorative" val="0"/>
              </a:ext>
            </a:extLst>
          </p:cNvPr>
          <p:cNvCxnSpPr>
            <a:cxnSpLocks/>
          </p:cNvCxnSpPr>
          <p:nvPr userDrawn="1"/>
        </p:nvCxnSpPr>
        <p:spPr bwMode="auto">
          <a:xfrm>
            <a:off x="3047603" y="3048000"/>
            <a:ext cx="8860271" cy="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9" name="Picture Placeholder 15" descr="Place icon here">
            <a:extLst>
              <a:ext uri="{FF2B5EF4-FFF2-40B4-BE49-F238E27FC236}">
                <a16:creationId xmlns:a16="http://schemas.microsoft.com/office/drawing/2014/main" id="{C00295A2-8D30-455D-EBB9-FA7A46791936}"/>
              </a:ext>
            </a:extLst>
          </p:cNvPr>
          <p:cNvSpPr>
            <a:spLocks noGrp="1"/>
          </p:cNvSpPr>
          <p:nvPr>
            <p:ph type="pic" sz="quarter" idx="20" hasCustomPrompt="1"/>
          </p:nvPr>
        </p:nvSpPr>
        <p:spPr>
          <a:xfrm>
            <a:off x="3333316" y="3347315"/>
            <a:ext cx="201142" cy="201613"/>
          </a:xfrm>
          <a:prstGeom prst="rect">
            <a:avLst/>
          </a:prstGeom>
        </p:spPr>
        <p:txBody>
          <a:bodyPr/>
          <a:lstStyle>
            <a:lvl1pPr>
              <a:defRPr sz="700">
                <a:solidFill>
                  <a:schemeClr val="tx1"/>
                </a:solidFill>
              </a:defRPr>
            </a:lvl1pPr>
          </a:lstStyle>
          <a:p>
            <a:r>
              <a:rPr lang="en-US"/>
              <a:t>Icon</a:t>
            </a:r>
          </a:p>
        </p:txBody>
      </p:sp>
      <p:sp>
        <p:nvSpPr>
          <p:cNvPr id="8" name="Text Placeholder 4">
            <a:extLst>
              <a:ext uri="{FF2B5EF4-FFF2-40B4-BE49-F238E27FC236}">
                <a16:creationId xmlns:a16="http://schemas.microsoft.com/office/drawing/2014/main" id="{2704E464-B0E0-CDD0-B14B-FA6386285AEC}"/>
              </a:ext>
            </a:extLst>
          </p:cNvPr>
          <p:cNvSpPr>
            <a:spLocks noGrp="1"/>
          </p:cNvSpPr>
          <p:nvPr>
            <p:ph type="body" sz="quarter" idx="14"/>
          </p:nvPr>
        </p:nvSpPr>
        <p:spPr>
          <a:xfrm>
            <a:off x="3333316" y="3714750"/>
            <a:ext cx="2475384" cy="1905000"/>
          </a:xfrm>
          <a:prstGeom prst="rect">
            <a:avLst/>
          </a:prstGeom>
        </p:spPr>
        <p:txBody>
          <a:bodyPr/>
          <a:lstStyle>
            <a:lvl1pPr>
              <a:lnSpc>
                <a:spcPct val="110000"/>
              </a:lnSpc>
              <a:spcBef>
                <a:spcPts val="0"/>
              </a:spcBef>
              <a:defRPr sz="1200">
                <a:solidFill>
                  <a:schemeClr val="tx1"/>
                </a:solidFill>
              </a:defRPr>
            </a:lvl1pPr>
            <a:lvl2pPr marL="109706" indent="-109706">
              <a:lnSpc>
                <a:spcPct val="110000"/>
              </a:lnSpc>
              <a:spcBef>
                <a:spcPts val="0"/>
              </a:spcBef>
              <a:defRPr sz="1200">
                <a:solidFill>
                  <a:schemeClr val="tx1"/>
                </a:solidFill>
              </a:defRPr>
            </a:lvl2pPr>
            <a:lvl3pPr marL="219412" indent="-109706">
              <a:lnSpc>
                <a:spcPct val="110000"/>
              </a:lnSpc>
              <a:spcBef>
                <a:spcPts val="0"/>
              </a:spcBef>
              <a:defRPr sz="1200">
                <a:solidFill>
                  <a:schemeClr val="tx1"/>
                </a:solidFill>
              </a:defRPr>
            </a:lvl3pPr>
            <a:lvl4pPr marL="329118" indent="-109706">
              <a:lnSpc>
                <a:spcPct val="110000"/>
              </a:lnSpc>
              <a:spcBef>
                <a:spcPts val="0"/>
              </a:spcBef>
              <a:defRPr sz="1200">
                <a:solidFill>
                  <a:schemeClr val="tx1"/>
                </a:solidFill>
              </a:defRPr>
            </a:lvl4pPr>
            <a:lvl5pPr>
              <a:lnSpc>
                <a:spcPct val="110000"/>
              </a:lnSpc>
              <a:spcBef>
                <a:spcPts val="0"/>
              </a:spcBef>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Picture Placeholder 15" descr="Place icon here">
            <a:extLst>
              <a:ext uri="{FF2B5EF4-FFF2-40B4-BE49-F238E27FC236}">
                <a16:creationId xmlns:a16="http://schemas.microsoft.com/office/drawing/2014/main" id="{F30F0F2C-CA19-3A79-4375-EB8A00FA887C}"/>
              </a:ext>
            </a:extLst>
          </p:cNvPr>
          <p:cNvSpPr>
            <a:spLocks noGrp="1"/>
          </p:cNvSpPr>
          <p:nvPr>
            <p:ph type="pic" sz="quarter" idx="21" hasCustomPrompt="1"/>
          </p:nvPr>
        </p:nvSpPr>
        <p:spPr>
          <a:xfrm>
            <a:off x="6380920" y="3347315"/>
            <a:ext cx="201142" cy="201613"/>
          </a:xfrm>
          <a:prstGeom prst="rect">
            <a:avLst/>
          </a:prstGeom>
        </p:spPr>
        <p:txBody>
          <a:bodyPr/>
          <a:lstStyle>
            <a:lvl1pPr>
              <a:defRPr sz="700">
                <a:solidFill>
                  <a:schemeClr val="tx1"/>
                </a:solidFill>
              </a:defRPr>
            </a:lvl1pPr>
          </a:lstStyle>
          <a:p>
            <a:r>
              <a:rPr lang="en-US"/>
              <a:t>Icon</a:t>
            </a:r>
          </a:p>
        </p:txBody>
      </p:sp>
      <p:sp>
        <p:nvSpPr>
          <p:cNvPr id="9" name="Text Placeholder 4">
            <a:extLst>
              <a:ext uri="{FF2B5EF4-FFF2-40B4-BE49-F238E27FC236}">
                <a16:creationId xmlns:a16="http://schemas.microsoft.com/office/drawing/2014/main" id="{E96B64B8-6DA8-8704-DD30-37587B3E6824}"/>
              </a:ext>
            </a:extLst>
          </p:cNvPr>
          <p:cNvSpPr>
            <a:spLocks noGrp="1"/>
          </p:cNvSpPr>
          <p:nvPr>
            <p:ph type="body" sz="quarter" idx="15"/>
          </p:nvPr>
        </p:nvSpPr>
        <p:spPr>
          <a:xfrm>
            <a:off x="6380920" y="3714750"/>
            <a:ext cx="2475384" cy="1896341"/>
          </a:xfrm>
          <a:prstGeom prst="rect">
            <a:avLst/>
          </a:prstGeom>
        </p:spPr>
        <p:txBody>
          <a:bodyPr/>
          <a:lstStyle>
            <a:lvl1pPr>
              <a:lnSpc>
                <a:spcPct val="110000"/>
              </a:lnSpc>
              <a:spcBef>
                <a:spcPts val="0"/>
              </a:spcBef>
              <a:defRPr sz="1200">
                <a:solidFill>
                  <a:schemeClr val="tx1"/>
                </a:solidFill>
              </a:defRPr>
            </a:lvl1pPr>
            <a:lvl2pPr marL="109706" indent="-109706">
              <a:lnSpc>
                <a:spcPct val="110000"/>
              </a:lnSpc>
              <a:spcBef>
                <a:spcPts val="0"/>
              </a:spcBef>
              <a:defRPr sz="1200">
                <a:solidFill>
                  <a:schemeClr val="tx1"/>
                </a:solidFill>
              </a:defRPr>
            </a:lvl2pPr>
            <a:lvl3pPr marL="219412" indent="-109706">
              <a:lnSpc>
                <a:spcPct val="110000"/>
              </a:lnSpc>
              <a:spcBef>
                <a:spcPts val="0"/>
              </a:spcBef>
              <a:defRPr sz="1200">
                <a:solidFill>
                  <a:schemeClr val="tx1"/>
                </a:solidFill>
              </a:defRPr>
            </a:lvl3pPr>
            <a:lvl4pPr marL="329118" indent="-109706">
              <a:lnSpc>
                <a:spcPct val="110000"/>
              </a:lnSpc>
              <a:spcBef>
                <a:spcPts val="0"/>
              </a:spcBef>
              <a:defRPr sz="1200">
                <a:solidFill>
                  <a:schemeClr val="tx1"/>
                </a:solidFill>
              </a:defRPr>
            </a:lvl4pPr>
            <a:lvl5pPr>
              <a:lnSpc>
                <a:spcPct val="110000"/>
              </a:lnSpc>
              <a:spcBef>
                <a:spcPts val="0"/>
              </a:spcBef>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15" descr="Place icon here">
            <a:extLst>
              <a:ext uri="{FF2B5EF4-FFF2-40B4-BE49-F238E27FC236}">
                <a16:creationId xmlns:a16="http://schemas.microsoft.com/office/drawing/2014/main" id="{9354D8C6-F61D-3FC1-07F8-FEE730E2D7A8}"/>
              </a:ext>
            </a:extLst>
          </p:cNvPr>
          <p:cNvSpPr>
            <a:spLocks noGrp="1"/>
          </p:cNvSpPr>
          <p:nvPr>
            <p:ph type="pic" sz="quarter" idx="22" hasCustomPrompt="1"/>
          </p:nvPr>
        </p:nvSpPr>
        <p:spPr>
          <a:xfrm>
            <a:off x="9428523" y="3347315"/>
            <a:ext cx="201142" cy="201613"/>
          </a:xfrm>
          <a:prstGeom prst="rect">
            <a:avLst/>
          </a:prstGeom>
        </p:spPr>
        <p:txBody>
          <a:bodyPr/>
          <a:lstStyle>
            <a:lvl1pPr>
              <a:defRPr sz="700">
                <a:solidFill>
                  <a:schemeClr val="tx1"/>
                </a:solidFill>
              </a:defRPr>
            </a:lvl1pPr>
          </a:lstStyle>
          <a:p>
            <a:r>
              <a:rPr lang="en-US"/>
              <a:t>Icon</a:t>
            </a:r>
          </a:p>
        </p:txBody>
      </p:sp>
      <p:sp>
        <p:nvSpPr>
          <p:cNvPr id="10" name="Text Placeholder 4">
            <a:extLst>
              <a:ext uri="{FF2B5EF4-FFF2-40B4-BE49-F238E27FC236}">
                <a16:creationId xmlns:a16="http://schemas.microsoft.com/office/drawing/2014/main" id="{AF965C82-A0A6-A670-C10A-6073DD3549EB}"/>
              </a:ext>
            </a:extLst>
          </p:cNvPr>
          <p:cNvSpPr>
            <a:spLocks noGrp="1"/>
          </p:cNvSpPr>
          <p:nvPr>
            <p:ph type="body" sz="quarter" idx="16"/>
          </p:nvPr>
        </p:nvSpPr>
        <p:spPr>
          <a:xfrm>
            <a:off x="9428523" y="3714750"/>
            <a:ext cx="2476178" cy="1905000"/>
          </a:xfrm>
          <a:prstGeom prst="rect">
            <a:avLst/>
          </a:prstGeom>
        </p:spPr>
        <p:txBody>
          <a:bodyPr/>
          <a:lstStyle>
            <a:lvl1pPr>
              <a:lnSpc>
                <a:spcPct val="110000"/>
              </a:lnSpc>
              <a:spcBef>
                <a:spcPts val="0"/>
              </a:spcBef>
              <a:defRPr sz="1200">
                <a:solidFill>
                  <a:schemeClr val="tx1"/>
                </a:solidFill>
              </a:defRPr>
            </a:lvl1pPr>
            <a:lvl2pPr marL="109706" indent="-109706">
              <a:lnSpc>
                <a:spcPct val="110000"/>
              </a:lnSpc>
              <a:spcBef>
                <a:spcPts val="0"/>
              </a:spcBef>
              <a:defRPr sz="1200">
                <a:solidFill>
                  <a:schemeClr val="tx1"/>
                </a:solidFill>
              </a:defRPr>
            </a:lvl2pPr>
            <a:lvl3pPr marL="219412" indent="-109706">
              <a:lnSpc>
                <a:spcPct val="110000"/>
              </a:lnSpc>
              <a:spcBef>
                <a:spcPts val="0"/>
              </a:spcBef>
              <a:defRPr sz="1200">
                <a:solidFill>
                  <a:schemeClr val="tx1"/>
                </a:solidFill>
              </a:defRPr>
            </a:lvl3pPr>
            <a:lvl4pPr marL="329118" indent="-109706">
              <a:lnSpc>
                <a:spcPct val="110000"/>
              </a:lnSpc>
              <a:spcBef>
                <a:spcPts val="0"/>
              </a:spcBef>
              <a:defRPr sz="1200">
                <a:solidFill>
                  <a:schemeClr val="tx1"/>
                </a:solidFill>
              </a:defRPr>
            </a:lvl4pPr>
            <a:lvl5pPr>
              <a:lnSpc>
                <a:spcPct val="110000"/>
              </a:lnSpc>
              <a:spcBef>
                <a:spcPts val="0"/>
              </a:spcBef>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Footer Placeholder 3">
            <a:extLst>
              <a:ext uri="{FF2B5EF4-FFF2-40B4-BE49-F238E27FC236}">
                <a16:creationId xmlns:a16="http://schemas.microsoft.com/office/drawing/2014/main" id="{09A430D6-E733-E611-E1EF-A795D0B0362A}"/>
              </a:ext>
            </a:extLst>
          </p:cNvPr>
          <p:cNvSpPr>
            <a:spLocks noGrp="1"/>
          </p:cNvSpPr>
          <p:nvPr>
            <p:ph type="ftr" sz="quarter" idx="23"/>
          </p:nvPr>
        </p:nvSpPr>
        <p:spPr/>
        <p:txBody>
          <a:bodyPr/>
          <a:lstStyle/>
          <a:p>
            <a:r>
              <a:rPr lang="en-US"/>
              <a:t>IBM Quantum Summit 2023</a:t>
            </a:r>
          </a:p>
        </p:txBody>
      </p:sp>
      <p:sp>
        <p:nvSpPr>
          <p:cNvPr id="11" name="Slide Number">
            <a:extLst>
              <a:ext uri="{FF2B5EF4-FFF2-40B4-BE49-F238E27FC236}">
                <a16:creationId xmlns:a16="http://schemas.microsoft.com/office/drawing/2014/main" id="{A0B46D22-64E6-4222-F4E2-B807A7A15287}"/>
              </a:ext>
            </a:extLst>
          </p:cNvPr>
          <p:cNvSpPr txBox="1">
            <a:spLocks noGrp="1"/>
          </p:cNvSpPr>
          <p:nvPr>
            <p:ph type="sldNum" sz="quarter" idx="4"/>
          </p:nvPr>
        </p:nvSpPr>
        <p:spPr>
          <a:xfrm>
            <a:off x="11769264" y="6469419"/>
            <a:ext cx="135436" cy="123111"/>
          </a:xfrm>
          <a:prstGeom prst="rect">
            <a:avLst/>
          </a:prstGeom>
          <a:ln w="12700">
            <a:miter lim="400000"/>
          </a:ln>
        </p:spPr>
        <p:txBody>
          <a:bodyPr wrap="squar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654205542"/>
      </p:ext>
    </p:extLst>
  </p:cSld>
  <p:clrMapOvr>
    <a:masterClrMapping/>
  </p:clrMapOvr>
  <p:transition spd="med"/>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Boxes, 6 stacked, alternate, large titl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B3E52F-EEA1-D56F-5E7A-C1983151DCC0}"/>
              </a:ext>
            </a:extLst>
          </p:cNvPr>
          <p:cNvSpPr>
            <a:spLocks noGrp="1"/>
          </p:cNvSpPr>
          <p:nvPr>
            <p:ph type="title"/>
          </p:nvPr>
        </p:nvSpPr>
        <p:spPr>
          <a:xfrm>
            <a:off x="287999" y="192024"/>
            <a:ext cx="5519019" cy="1706563"/>
          </a:xfrm>
        </p:spPr>
        <p:txBody>
          <a:bodyPr rIns="457200"/>
          <a:lstStyle>
            <a:lvl1pPr>
              <a:lnSpc>
                <a:spcPct val="100000"/>
              </a:lnSpc>
              <a:defRPr sz="3199">
                <a:solidFill>
                  <a:schemeClr val="tx2"/>
                </a:solidFill>
              </a:defRPr>
            </a:lvl1pPr>
          </a:lstStyle>
          <a:p>
            <a:r>
              <a:rPr lang="en-US"/>
              <a:t>Click to edit Master title style</a:t>
            </a:r>
            <a:endParaRPr lang="en-US" dirty="0"/>
          </a:p>
        </p:txBody>
      </p:sp>
      <p:cxnSp>
        <p:nvCxnSpPr>
          <p:cNvPr id="20" name="Straight Connector 19" descr="Vertical column divider">
            <a:extLst>
              <a:ext uri="{FF2B5EF4-FFF2-40B4-BE49-F238E27FC236}">
                <a16:creationId xmlns:a16="http://schemas.microsoft.com/office/drawing/2014/main" id="{F764036E-86AB-0893-B72B-200B84A6BCFD}"/>
              </a:ext>
              <a:ext uri="{C183D7F6-B498-43B3-948B-1728B52AA6E4}">
                <adec:decorative xmlns:adec="http://schemas.microsoft.com/office/drawing/2017/decorative" val="0"/>
              </a:ext>
            </a:extLst>
          </p:cNvPr>
          <p:cNvCxnSpPr/>
          <p:nvPr userDrawn="1"/>
        </p:nvCxnSpPr>
        <p:spPr bwMode="auto">
          <a:xfrm>
            <a:off x="6093683" y="283464"/>
            <a:ext cx="0" cy="5715794"/>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7" name="Text Placeholder 6">
            <a:extLst>
              <a:ext uri="{FF2B5EF4-FFF2-40B4-BE49-F238E27FC236}">
                <a16:creationId xmlns:a16="http://schemas.microsoft.com/office/drawing/2014/main" id="{6D534223-A15F-A9E6-C7FA-95FFDF117A57}"/>
              </a:ext>
            </a:extLst>
          </p:cNvPr>
          <p:cNvSpPr>
            <a:spLocks noGrp="1"/>
          </p:cNvSpPr>
          <p:nvPr>
            <p:ph type="body" sz="quarter" idx="12"/>
          </p:nvPr>
        </p:nvSpPr>
        <p:spPr>
          <a:xfrm>
            <a:off x="6380919" y="288036"/>
            <a:ext cx="2476178" cy="2477294"/>
          </a:xfrm>
          <a:prstGeom prst="rect">
            <a:avLst/>
          </a:prstGeo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9" name="Straight Connector 18" descr="Vertical column divider">
            <a:extLst>
              <a:ext uri="{FF2B5EF4-FFF2-40B4-BE49-F238E27FC236}">
                <a16:creationId xmlns:a16="http://schemas.microsoft.com/office/drawing/2014/main" id="{B87B78A1-A315-98D3-1692-18AAAF4C6002}"/>
              </a:ext>
              <a:ext uri="{C183D7F6-B498-43B3-948B-1728B52AA6E4}">
                <adec:decorative xmlns:adec="http://schemas.microsoft.com/office/drawing/2017/decorative" val="0"/>
              </a:ext>
            </a:extLst>
          </p:cNvPr>
          <p:cNvCxnSpPr/>
          <p:nvPr userDrawn="1"/>
        </p:nvCxnSpPr>
        <p:spPr bwMode="auto">
          <a:xfrm>
            <a:off x="9142810" y="284957"/>
            <a:ext cx="0" cy="5715794"/>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8" name="Text Placeholder 6">
            <a:extLst>
              <a:ext uri="{FF2B5EF4-FFF2-40B4-BE49-F238E27FC236}">
                <a16:creationId xmlns:a16="http://schemas.microsoft.com/office/drawing/2014/main" id="{C1675E3B-BB72-1CF2-CC6C-1977AEAF5921}"/>
              </a:ext>
            </a:extLst>
          </p:cNvPr>
          <p:cNvSpPr>
            <a:spLocks noGrp="1"/>
          </p:cNvSpPr>
          <p:nvPr>
            <p:ph type="body" sz="quarter" idx="13"/>
          </p:nvPr>
        </p:nvSpPr>
        <p:spPr>
          <a:xfrm>
            <a:off x="9430109" y="288036"/>
            <a:ext cx="2476178" cy="2477294"/>
          </a:xfrm>
          <a:prstGeom prst="rect">
            <a:avLst/>
          </a:prstGeo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6" name="Straight Connector 15" descr="Horizontal row divider">
            <a:extLst>
              <a:ext uri="{FF2B5EF4-FFF2-40B4-BE49-F238E27FC236}">
                <a16:creationId xmlns:a16="http://schemas.microsoft.com/office/drawing/2014/main" id="{4F455E69-0B51-1D31-E569-651079398D33}"/>
              </a:ext>
              <a:ext uri="{C183D7F6-B498-43B3-948B-1728B52AA6E4}">
                <adec:decorative xmlns:adec="http://schemas.microsoft.com/office/drawing/2017/decorative" val="0"/>
              </a:ext>
            </a:extLst>
          </p:cNvPr>
          <p:cNvCxnSpPr>
            <a:cxnSpLocks/>
          </p:cNvCxnSpPr>
          <p:nvPr userDrawn="1"/>
        </p:nvCxnSpPr>
        <p:spPr bwMode="auto">
          <a:xfrm>
            <a:off x="287301" y="3048000"/>
            <a:ext cx="11620574" cy="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1" name="Text Placeholder 6">
            <a:extLst>
              <a:ext uri="{FF2B5EF4-FFF2-40B4-BE49-F238E27FC236}">
                <a16:creationId xmlns:a16="http://schemas.microsoft.com/office/drawing/2014/main" id="{75681CC4-265E-A18C-1C70-60E527BC6249}"/>
              </a:ext>
            </a:extLst>
          </p:cNvPr>
          <p:cNvSpPr>
            <a:spLocks noGrp="1"/>
          </p:cNvSpPr>
          <p:nvPr>
            <p:ph type="body" sz="quarter" idx="16"/>
          </p:nvPr>
        </p:nvSpPr>
        <p:spPr>
          <a:xfrm>
            <a:off x="287998" y="3332988"/>
            <a:ext cx="2476178" cy="2477294"/>
          </a:xfrm>
          <a:prstGeom prst="rect">
            <a:avLst/>
          </a:prstGeo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8" name="Straight Connector 17" descr="Vertical column divider">
            <a:extLst>
              <a:ext uri="{FF2B5EF4-FFF2-40B4-BE49-F238E27FC236}">
                <a16:creationId xmlns:a16="http://schemas.microsoft.com/office/drawing/2014/main" id="{54C560F4-CB2D-6B04-588B-57BB4D4E6DC3}"/>
              </a:ext>
              <a:ext uri="{C183D7F6-B498-43B3-948B-1728B52AA6E4}">
                <adec:decorative xmlns:adec="http://schemas.microsoft.com/office/drawing/2017/decorative" val="0"/>
              </a:ext>
            </a:extLst>
          </p:cNvPr>
          <p:cNvCxnSpPr>
            <a:cxnSpLocks/>
          </p:cNvCxnSpPr>
          <p:nvPr userDrawn="1"/>
        </p:nvCxnSpPr>
        <p:spPr bwMode="auto">
          <a:xfrm>
            <a:off x="3047603" y="3048000"/>
            <a:ext cx="0" cy="295275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2" name="Text Placeholder 6">
            <a:extLst>
              <a:ext uri="{FF2B5EF4-FFF2-40B4-BE49-F238E27FC236}">
                <a16:creationId xmlns:a16="http://schemas.microsoft.com/office/drawing/2014/main" id="{8D234ED4-217E-BF9B-FDEE-0BE07F831EDD}"/>
              </a:ext>
            </a:extLst>
          </p:cNvPr>
          <p:cNvSpPr>
            <a:spLocks noGrp="1"/>
          </p:cNvSpPr>
          <p:nvPr>
            <p:ph type="body" sz="quarter" idx="17"/>
          </p:nvPr>
        </p:nvSpPr>
        <p:spPr>
          <a:xfrm>
            <a:off x="3333316" y="3333750"/>
            <a:ext cx="2476178" cy="2477294"/>
          </a:xfrm>
          <a:prstGeom prst="rect">
            <a:avLst/>
          </a:prstGeo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Text Placeholder 6">
            <a:extLst>
              <a:ext uri="{FF2B5EF4-FFF2-40B4-BE49-F238E27FC236}">
                <a16:creationId xmlns:a16="http://schemas.microsoft.com/office/drawing/2014/main" id="{9258F0BD-A5CC-CECC-5230-86FB175FD67E}"/>
              </a:ext>
            </a:extLst>
          </p:cNvPr>
          <p:cNvSpPr>
            <a:spLocks noGrp="1"/>
          </p:cNvSpPr>
          <p:nvPr>
            <p:ph type="body" sz="quarter" idx="14"/>
          </p:nvPr>
        </p:nvSpPr>
        <p:spPr>
          <a:xfrm>
            <a:off x="6380919" y="3333750"/>
            <a:ext cx="2476178" cy="2477294"/>
          </a:xfrm>
          <a:prstGeom prst="rect">
            <a:avLst/>
          </a:prstGeo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Text Placeholder 6">
            <a:extLst>
              <a:ext uri="{FF2B5EF4-FFF2-40B4-BE49-F238E27FC236}">
                <a16:creationId xmlns:a16="http://schemas.microsoft.com/office/drawing/2014/main" id="{D9573D61-18CF-FC91-A019-041D3206DAEC}"/>
              </a:ext>
            </a:extLst>
          </p:cNvPr>
          <p:cNvSpPr>
            <a:spLocks noGrp="1"/>
          </p:cNvSpPr>
          <p:nvPr>
            <p:ph type="body" sz="quarter" idx="15"/>
          </p:nvPr>
        </p:nvSpPr>
        <p:spPr>
          <a:xfrm>
            <a:off x="9430109" y="3333750"/>
            <a:ext cx="2476178" cy="2477294"/>
          </a:xfrm>
          <a:prstGeom prst="rect">
            <a:avLst/>
          </a:prstGeo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Footer Placeholder 3">
            <a:extLst>
              <a:ext uri="{FF2B5EF4-FFF2-40B4-BE49-F238E27FC236}">
                <a16:creationId xmlns:a16="http://schemas.microsoft.com/office/drawing/2014/main" id="{BDA5ACE3-ACF8-D072-E98D-B30BD47D0818}"/>
              </a:ext>
            </a:extLst>
          </p:cNvPr>
          <p:cNvSpPr>
            <a:spLocks noGrp="1"/>
          </p:cNvSpPr>
          <p:nvPr>
            <p:ph type="ftr" sz="quarter" idx="18"/>
          </p:nvPr>
        </p:nvSpPr>
        <p:spPr/>
        <p:txBody>
          <a:bodyPr/>
          <a:lstStyle/>
          <a:p>
            <a:r>
              <a:rPr lang="en-US"/>
              <a:t>IBM Quantum Summit 2023</a:t>
            </a:r>
          </a:p>
        </p:txBody>
      </p:sp>
      <p:sp>
        <p:nvSpPr>
          <p:cNvPr id="5" name="Slide Number">
            <a:extLst>
              <a:ext uri="{FF2B5EF4-FFF2-40B4-BE49-F238E27FC236}">
                <a16:creationId xmlns:a16="http://schemas.microsoft.com/office/drawing/2014/main" id="{25C7A71B-E65D-0A5D-606D-9F95D5AC6BE8}"/>
              </a:ext>
            </a:extLst>
          </p:cNvPr>
          <p:cNvSpPr txBox="1">
            <a:spLocks noGrp="1"/>
          </p:cNvSpPr>
          <p:nvPr>
            <p:ph type="sldNum" sz="quarter" idx="4"/>
          </p:nvPr>
        </p:nvSpPr>
        <p:spPr>
          <a:xfrm>
            <a:off x="11769264" y="6469419"/>
            <a:ext cx="135436" cy="123111"/>
          </a:xfrm>
          <a:prstGeom prst="rect">
            <a:avLst/>
          </a:prstGeom>
          <a:ln w="12700">
            <a:miter lim="400000"/>
          </a:ln>
        </p:spPr>
        <p:txBody>
          <a:bodyPr wrap="squar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784512172"/>
      </p:ext>
    </p:extLst>
  </p:cSld>
  <p:clrMapOvr>
    <a:masterClrMapping/>
  </p:clrMapOvr>
  <p:transition spd="med"/>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Boxes, 6 stacked, alternate, small titl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B3E52F-EEA1-D56F-5E7A-C1983151DCC0}"/>
              </a:ext>
            </a:extLst>
          </p:cNvPr>
          <p:cNvSpPr>
            <a:spLocks noGrp="1"/>
          </p:cNvSpPr>
          <p:nvPr>
            <p:ph type="title"/>
          </p:nvPr>
        </p:nvSpPr>
        <p:spPr>
          <a:xfrm>
            <a:off x="287999" y="288036"/>
            <a:ext cx="2474590" cy="1706563"/>
          </a:xfrm>
        </p:spPr>
        <p:txBody>
          <a:bodyPr rIns="0"/>
          <a:lstStyle>
            <a:lvl1pPr>
              <a:lnSpc>
                <a:spcPct val="110000"/>
              </a:lnSpc>
              <a:defRPr sz="1800">
                <a:solidFill>
                  <a:schemeClr val="tx2"/>
                </a:solidFill>
              </a:defRPr>
            </a:lvl1pPr>
          </a:lstStyle>
          <a:p>
            <a:r>
              <a:rPr lang="en-US"/>
              <a:t>Click to edit Master title style</a:t>
            </a:r>
            <a:endParaRPr lang="en-US" dirty="0"/>
          </a:p>
        </p:txBody>
      </p:sp>
      <p:cxnSp>
        <p:nvCxnSpPr>
          <p:cNvPr id="20" name="Straight Connector 19" descr="Vertical column divider">
            <a:extLst>
              <a:ext uri="{FF2B5EF4-FFF2-40B4-BE49-F238E27FC236}">
                <a16:creationId xmlns:a16="http://schemas.microsoft.com/office/drawing/2014/main" id="{F764036E-86AB-0893-B72B-200B84A6BCFD}"/>
              </a:ext>
              <a:ext uri="{C183D7F6-B498-43B3-948B-1728B52AA6E4}">
                <adec:decorative xmlns:adec="http://schemas.microsoft.com/office/drawing/2017/decorative" val="0"/>
              </a:ext>
            </a:extLst>
          </p:cNvPr>
          <p:cNvCxnSpPr/>
          <p:nvPr userDrawn="1"/>
        </p:nvCxnSpPr>
        <p:spPr bwMode="auto">
          <a:xfrm>
            <a:off x="6093683" y="283464"/>
            <a:ext cx="0" cy="5715794"/>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7" name="Text Placeholder 6">
            <a:extLst>
              <a:ext uri="{FF2B5EF4-FFF2-40B4-BE49-F238E27FC236}">
                <a16:creationId xmlns:a16="http://schemas.microsoft.com/office/drawing/2014/main" id="{6D534223-A15F-A9E6-C7FA-95FFDF117A57}"/>
              </a:ext>
            </a:extLst>
          </p:cNvPr>
          <p:cNvSpPr>
            <a:spLocks noGrp="1"/>
          </p:cNvSpPr>
          <p:nvPr>
            <p:ph type="body" sz="quarter" idx="12"/>
          </p:nvPr>
        </p:nvSpPr>
        <p:spPr>
          <a:xfrm>
            <a:off x="6380919" y="288036"/>
            <a:ext cx="2476178" cy="2477294"/>
          </a:xfrm>
          <a:prstGeom prst="rect">
            <a:avLst/>
          </a:prstGeo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9" name="Straight Connector 18" descr="Vertical column divider">
            <a:extLst>
              <a:ext uri="{FF2B5EF4-FFF2-40B4-BE49-F238E27FC236}">
                <a16:creationId xmlns:a16="http://schemas.microsoft.com/office/drawing/2014/main" id="{B87B78A1-A315-98D3-1692-18AAAF4C6002}"/>
              </a:ext>
              <a:ext uri="{C183D7F6-B498-43B3-948B-1728B52AA6E4}">
                <adec:decorative xmlns:adec="http://schemas.microsoft.com/office/drawing/2017/decorative" val="0"/>
              </a:ext>
            </a:extLst>
          </p:cNvPr>
          <p:cNvCxnSpPr/>
          <p:nvPr userDrawn="1"/>
        </p:nvCxnSpPr>
        <p:spPr bwMode="auto">
          <a:xfrm>
            <a:off x="9142810" y="284957"/>
            <a:ext cx="0" cy="5715794"/>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8" name="Text Placeholder 6">
            <a:extLst>
              <a:ext uri="{FF2B5EF4-FFF2-40B4-BE49-F238E27FC236}">
                <a16:creationId xmlns:a16="http://schemas.microsoft.com/office/drawing/2014/main" id="{C1675E3B-BB72-1CF2-CC6C-1977AEAF5921}"/>
              </a:ext>
            </a:extLst>
          </p:cNvPr>
          <p:cNvSpPr>
            <a:spLocks noGrp="1"/>
          </p:cNvSpPr>
          <p:nvPr>
            <p:ph type="body" sz="quarter" idx="13"/>
          </p:nvPr>
        </p:nvSpPr>
        <p:spPr>
          <a:xfrm>
            <a:off x="9430109" y="288036"/>
            <a:ext cx="2476178" cy="2477294"/>
          </a:xfrm>
          <a:prstGeom prst="rect">
            <a:avLst/>
          </a:prstGeo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6" name="Straight Connector 15" descr="Horizontal row divider">
            <a:extLst>
              <a:ext uri="{FF2B5EF4-FFF2-40B4-BE49-F238E27FC236}">
                <a16:creationId xmlns:a16="http://schemas.microsoft.com/office/drawing/2014/main" id="{4F455E69-0B51-1D31-E569-651079398D33}"/>
              </a:ext>
              <a:ext uri="{C183D7F6-B498-43B3-948B-1728B52AA6E4}">
                <adec:decorative xmlns:adec="http://schemas.microsoft.com/office/drawing/2017/decorative" val="0"/>
              </a:ext>
            </a:extLst>
          </p:cNvPr>
          <p:cNvCxnSpPr>
            <a:cxnSpLocks/>
          </p:cNvCxnSpPr>
          <p:nvPr userDrawn="1"/>
        </p:nvCxnSpPr>
        <p:spPr bwMode="auto">
          <a:xfrm>
            <a:off x="287301" y="3048000"/>
            <a:ext cx="11620574" cy="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1" name="Text Placeholder 6">
            <a:extLst>
              <a:ext uri="{FF2B5EF4-FFF2-40B4-BE49-F238E27FC236}">
                <a16:creationId xmlns:a16="http://schemas.microsoft.com/office/drawing/2014/main" id="{75681CC4-265E-A18C-1C70-60E527BC6249}"/>
              </a:ext>
            </a:extLst>
          </p:cNvPr>
          <p:cNvSpPr>
            <a:spLocks noGrp="1"/>
          </p:cNvSpPr>
          <p:nvPr>
            <p:ph type="body" sz="quarter" idx="16"/>
          </p:nvPr>
        </p:nvSpPr>
        <p:spPr>
          <a:xfrm>
            <a:off x="290042" y="3333750"/>
            <a:ext cx="2476178" cy="2477294"/>
          </a:xfrm>
          <a:prstGeom prst="rect">
            <a:avLst/>
          </a:prstGeo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8" name="Straight Connector 17" descr="Vertical column divider">
            <a:extLst>
              <a:ext uri="{FF2B5EF4-FFF2-40B4-BE49-F238E27FC236}">
                <a16:creationId xmlns:a16="http://schemas.microsoft.com/office/drawing/2014/main" id="{54C560F4-CB2D-6B04-588B-57BB4D4E6DC3}"/>
              </a:ext>
              <a:ext uri="{C183D7F6-B498-43B3-948B-1728B52AA6E4}">
                <adec:decorative xmlns:adec="http://schemas.microsoft.com/office/drawing/2017/decorative" val="0"/>
              </a:ext>
            </a:extLst>
          </p:cNvPr>
          <p:cNvCxnSpPr>
            <a:cxnSpLocks/>
          </p:cNvCxnSpPr>
          <p:nvPr userDrawn="1"/>
        </p:nvCxnSpPr>
        <p:spPr bwMode="auto">
          <a:xfrm>
            <a:off x="3047603" y="3048000"/>
            <a:ext cx="0" cy="295275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2" name="Text Placeholder 6">
            <a:extLst>
              <a:ext uri="{FF2B5EF4-FFF2-40B4-BE49-F238E27FC236}">
                <a16:creationId xmlns:a16="http://schemas.microsoft.com/office/drawing/2014/main" id="{8D234ED4-217E-BF9B-FDEE-0BE07F831EDD}"/>
              </a:ext>
            </a:extLst>
          </p:cNvPr>
          <p:cNvSpPr>
            <a:spLocks noGrp="1"/>
          </p:cNvSpPr>
          <p:nvPr>
            <p:ph type="body" sz="quarter" idx="17"/>
          </p:nvPr>
        </p:nvSpPr>
        <p:spPr>
          <a:xfrm>
            <a:off x="3333316" y="3333750"/>
            <a:ext cx="2476178" cy="2477294"/>
          </a:xfrm>
          <a:prstGeom prst="rect">
            <a:avLst/>
          </a:prstGeo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Text Placeholder 6">
            <a:extLst>
              <a:ext uri="{FF2B5EF4-FFF2-40B4-BE49-F238E27FC236}">
                <a16:creationId xmlns:a16="http://schemas.microsoft.com/office/drawing/2014/main" id="{9258F0BD-A5CC-CECC-5230-86FB175FD67E}"/>
              </a:ext>
            </a:extLst>
          </p:cNvPr>
          <p:cNvSpPr>
            <a:spLocks noGrp="1"/>
          </p:cNvSpPr>
          <p:nvPr>
            <p:ph type="body" sz="quarter" idx="14"/>
          </p:nvPr>
        </p:nvSpPr>
        <p:spPr>
          <a:xfrm>
            <a:off x="6380919" y="3333750"/>
            <a:ext cx="2476178" cy="2477294"/>
          </a:xfrm>
          <a:prstGeom prst="rect">
            <a:avLst/>
          </a:prstGeo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Text Placeholder 6">
            <a:extLst>
              <a:ext uri="{FF2B5EF4-FFF2-40B4-BE49-F238E27FC236}">
                <a16:creationId xmlns:a16="http://schemas.microsoft.com/office/drawing/2014/main" id="{D9573D61-18CF-FC91-A019-041D3206DAEC}"/>
              </a:ext>
            </a:extLst>
          </p:cNvPr>
          <p:cNvSpPr>
            <a:spLocks noGrp="1"/>
          </p:cNvSpPr>
          <p:nvPr>
            <p:ph type="body" sz="quarter" idx="15"/>
          </p:nvPr>
        </p:nvSpPr>
        <p:spPr>
          <a:xfrm>
            <a:off x="9430109" y="3333750"/>
            <a:ext cx="2476178" cy="2477294"/>
          </a:xfrm>
          <a:prstGeom prst="rect">
            <a:avLst/>
          </a:prstGeo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Footer Placeholder 3">
            <a:extLst>
              <a:ext uri="{FF2B5EF4-FFF2-40B4-BE49-F238E27FC236}">
                <a16:creationId xmlns:a16="http://schemas.microsoft.com/office/drawing/2014/main" id="{BDA5ACE3-ACF8-D072-E98D-B30BD47D0818}"/>
              </a:ext>
            </a:extLst>
          </p:cNvPr>
          <p:cNvSpPr>
            <a:spLocks noGrp="1"/>
          </p:cNvSpPr>
          <p:nvPr>
            <p:ph type="ftr" sz="quarter" idx="18"/>
          </p:nvPr>
        </p:nvSpPr>
        <p:spPr/>
        <p:txBody>
          <a:bodyPr/>
          <a:lstStyle/>
          <a:p>
            <a:r>
              <a:rPr lang="en-US"/>
              <a:t>IBM Quantum Summit 2023</a:t>
            </a:r>
          </a:p>
        </p:txBody>
      </p:sp>
      <p:sp>
        <p:nvSpPr>
          <p:cNvPr id="5" name="Slide Number">
            <a:extLst>
              <a:ext uri="{FF2B5EF4-FFF2-40B4-BE49-F238E27FC236}">
                <a16:creationId xmlns:a16="http://schemas.microsoft.com/office/drawing/2014/main" id="{78DA00F4-B5C9-B0CB-71F8-ED123EAA68CC}"/>
              </a:ext>
            </a:extLst>
          </p:cNvPr>
          <p:cNvSpPr txBox="1">
            <a:spLocks noGrp="1"/>
          </p:cNvSpPr>
          <p:nvPr>
            <p:ph type="sldNum" sz="quarter" idx="4"/>
          </p:nvPr>
        </p:nvSpPr>
        <p:spPr>
          <a:xfrm>
            <a:off x="11769264" y="6469419"/>
            <a:ext cx="135436" cy="123111"/>
          </a:xfrm>
          <a:prstGeom prst="rect">
            <a:avLst/>
          </a:prstGeom>
          <a:ln w="12700">
            <a:miter lim="400000"/>
          </a:ln>
        </p:spPr>
        <p:txBody>
          <a:bodyPr wrap="squar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171212167"/>
      </p:ext>
    </p:extLst>
  </p:cSld>
  <p:clrMapOvr>
    <a:masterClrMapping/>
  </p:clrMapOvr>
  <p:transition spd="med"/>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Video or imagery, half, inse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D0BFE-82FD-94B0-E6D9-A9096777C842}"/>
              </a:ext>
            </a:extLst>
          </p:cNvPr>
          <p:cNvSpPr>
            <a:spLocks noGrp="1"/>
          </p:cNvSpPr>
          <p:nvPr>
            <p:ph type="title"/>
          </p:nvPr>
        </p:nvSpPr>
        <p:spPr>
          <a:xfrm>
            <a:off x="287999" y="288036"/>
            <a:ext cx="2474590" cy="762794"/>
          </a:xfrm>
        </p:spPr>
        <p:txBody>
          <a:bodyPr/>
          <a:lstStyle>
            <a:lvl1pPr>
              <a:lnSpc>
                <a:spcPct val="110000"/>
              </a:lnSpc>
              <a:defRPr sz="1400">
                <a:solidFill>
                  <a:schemeClr val="tx2"/>
                </a:solidFill>
              </a:defRPr>
            </a:lvl1pPr>
          </a:lstStyle>
          <a:p>
            <a:r>
              <a:rPr lang="en-US"/>
              <a:t>Click to edit Master title style</a:t>
            </a:r>
            <a:endParaRPr lang="en-US" dirty="0"/>
          </a:p>
        </p:txBody>
      </p:sp>
      <p:sp>
        <p:nvSpPr>
          <p:cNvPr id="6" name="Text Placeholder 5">
            <a:extLst>
              <a:ext uri="{FF2B5EF4-FFF2-40B4-BE49-F238E27FC236}">
                <a16:creationId xmlns:a16="http://schemas.microsoft.com/office/drawing/2014/main" id="{28FE37E5-0FED-B2B2-3150-F02A8956CD38}"/>
              </a:ext>
            </a:extLst>
          </p:cNvPr>
          <p:cNvSpPr>
            <a:spLocks noGrp="1"/>
          </p:cNvSpPr>
          <p:nvPr>
            <p:ph type="body" sz="quarter" idx="12"/>
          </p:nvPr>
        </p:nvSpPr>
        <p:spPr>
          <a:xfrm>
            <a:off x="287999" y="1714500"/>
            <a:ext cx="2477765" cy="4286250"/>
          </a:xfrm>
          <a:prstGeom prst="rect">
            <a:avLst/>
          </a:prstGeo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7" name="Text Placeholder 5">
            <a:extLst>
              <a:ext uri="{FF2B5EF4-FFF2-40B4-BE49-F238E27FC236}">
                <a16:creationId xmlns:a16="http://schemas.microsoft.com/office/drawing/2014/main" id="{88F00625-4E10-D884-2256-56B294B4BA89}"/>
              </a:ext>
            </a:extLst>
          </p:cNvPr>
          <p:cNvSpPr>
            <a:spLocks noGrp="1"/>
          </p:cNvSpPr>
          <p:nvPr>
            <p:ph type="body" sz="quarter" idx="13"/>
          </p:nvPr>
        </p:nvSpPr>
        <p:spPr>
          <a:xfrm>
            <a:off x="3333316" y="1714500"/>
            <a:ext cx="2475384" cy="4286250"/>
          </a:xfrm>
          <a:prstGeom prst="rect">
            <a:avLst/>
          </a:prstGeo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Picture Placeholder 10" descr="Place imagery here">
            <a:extLst>
              <a:ext uri="{FF2B5EF4-FFF2-40B4-BE49-F238E27FC236}">
                <a16:creationId xmlns:a16="http://schemas.microsoft.com/office/drawing/2014/main" id="{468A48E8-BE84-7972-AB73-8E31C1C13499}"/>
              </a:ext>
            </a:extLst>
          </p:cNvPr>
          <p:cNvSpPr>
            <a:spLocks noGrp="1"/>
          </p:cNvSpPr>
          <p:nvPr>
            <p:ph type="pic" sz="quarter" idx="15" hasCustomPrompt="1"/>
          </p:nvPr>
        </p:nvSpPr>
        <p:spPr>
          <a:xfrm>
            <a:off x="6380919" y="284957"/>
            <a:ext cx="5523781" cy="6287294"/>
          </a:xfrm>
          <a:prstGeom prst="rect">
            <a:avLst/>
          </a:prstGeom>
          <a:solidFill>
            <a:srgbClr val="E0E0E0"/>
          </a:solidFill>
        </p:spPr>
        <p:txBody>
          <a:bodyPr anchor="ctr"/>
          <a:lstStyle>
            <a:lvl1pPr algn="ctr">
              <a:defRPr>
                <a:solidFill>
                  <a:schemeClr val="accent5"/>
                </a:solidFill>
              </a:defRPr>
            </a:lvl1pPr>
          </a:lstStyle>
          <a:p>
            <a:r>
              <a:rPr lang="en-US"/>
              <a:t>Place imagery here</a:t>
            </a:r>
          </a:p>
        </p:txBody>
      </p:sp>
      <p:sp>
        <p:nvSpPr>
          <p:cNvPr id="4" name="Footer Placeholder 3">
            <a:extLst>
              <a:ext uri="{FF2B5EF4-FFF2-40B4-BE49-F238E27FC236}">
                <a16:creationId xmlns:a16="http://schemas.microsoft.com/office/drawing/2014/main" id="{C977F84A-1700-568D-FF6C-C74EAF713E1A}"/>
              </a:ext>
            </a:extLst>
          </p:cNvPr>
          <p:cNvSpPr>
            <a:spLocks noGrp="1"/>
          </p:cNvSpPr>
          <p:nvPr>
            <p:ph type="ftr" sz="quarter" idx="14"/>
          </p:nvPr>
        </p:nvSpPr>
        <p:spPr/>
        <p:txBody>
          <a:bodyPr/>
          <a:lstStyle/>
          <a:p>
            <a:r>
              <a:rPr lang="en-US"/>
              <a:t>IBM Quantum Summit 2023</a:t>
            </a:r>
          </a:p>
        </p:txBody>
      </p:sp>
    </p:spTree>
    <p:extLst>
      <p:ext uri="{BB962C8B-B14F-4D97-AF65-F5344CB8AC3E}">
        <p14:creationId xmlns:p14="http://schemas.microsoft.com/office/powerpoint/2010/main" val="3224836230"/>
      </p:ext>
    </p:extLst>
  </p:cSld>
  <p:clrMapOvr>
    <a:masterClrMapping/>
  </p:clrMapOvr>
  <p:transition spd="med"/>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Video or imagery, 3/4, blee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D0BFE-82FD-94B0-E6D9-A9096777C842}"/>
              </a:ext>
            </a:extLst>
          </p:cNvPr>
          <p:cNvSpPr>
            <a:spLocks noGrp="1"/>
          </p:cNvSpPr>
          <p:nvPr>
            <p:ph type="title"/>
          </p:nvPr>
        </p:nvSpPr>
        <p:spPr>
          <a:xfrm>
            <a:off x="287999" y="288036"/>
            <a:ext cx="2474590" cy="762794"/>
          </a:xfrm>
        </p:spPr>
        <p:txBody>
          <a:bodyPr/>
          <a:lstStyle>
            <a:lvl1pPr>
              <a:lnSpc>
                <a:spcPct val="110000"/>
              </a:lnSpc>
              <a:defRPr sz="1400">
                <a:solidFill>
                  <a:schemeClr val="tx2"/>
                </a:solidFill>
              </a:defRPr>
            </a:lvl1pPr>
          </a:lstStyle>
          <a:p>
            <a:r>
              <a:rPr lang="en-US"/>
              <a:t>Click to edit Master title style</a:t>
            </a:r>
            <a:endParaRPr lang="en-US" dirty="0"/>
          </a:p>
        </p:txBody>
      </p:sp>
      <p:sp>
        <p:nvSpPr>
          <p:cNvPr id="6" name="Text Placeholder 5">
            <a:extLst>
              <a:ext uri="{FF2B5EF4-FFF2-40B4-BE49-F238E27FC236}">
                <a16:creationId xmlns:a16="http://schemas.microsoft.com/office/drawing/2014/main" id="{75EDE688-75EF-DA04-F0B3-24F53FFC6BAF}"/>
              </a:ext>
            </a:extLst>
          </p:cNvPr>
          <p:cNvSpPr>
            <a:spLocks noGrp="1"/>
          </p:cNvSpPr>
          <p:nvPr>
            <p:ph type="body" sz="quarter" idx="13"/>
          </p:nvPr>
        </p:nvSpPr>
        <p:spPr>
          <a:xfrm>
            <a:off x="287999" y="1714500"/>
            <a:ext cx="2477765" cy="4286250"/>
          </a:xfrm>
          <a:prstGeom prst="rect">
            <a:avLst/>
          </a:prstGeo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Picture Placeholder 11" descr="Place imagery here">
            <a:extLst>
              <a:ext uri="{FF2B5EF4-FFF2-40B4-BE49-F238E27FC236}">
                <a16:creationId xmlns:a16="http://schemas.microsoft.com/office/drawing/2014/main" id="{DE390102-FDF4-C834-3F45-02B57A70ADB2}"/>
              </a:ext>
            </a:extLst>
          </p:cNvPr>
          <p:cNvSpPr>
            <a:spLocks noGrp="1"/>
          </p:cNvSpPr>
          <p:nvPr>
            <p:ph type="pic" sz="quarter" idx="14" hasCustomPrompt="1"/>
          </p:nvPr>
        </p:nvSpPr>
        <p:spPr>
          <a:xfrm>
            <a:off x="3047603" y="0"/>
            <a:ext cx="9144397" cy="6858000"/>
          </a:xfrm>
          <a:prstGeom prst="rect">
            <a:avLst/>
          </a:prstGeom>
          <a:solidFill>
            <a:srgbClr val="E0E0E0"/>
          </a:solidFill>
        </p:spPr>
        <p:txBody>
          <a:bodyPr anchor="ctr"/>
          <a:lstStyle>
            <a:lvl1pPr algn="ctr">
              <a:defRPr>
                <a:solidFill>
                  <a:schemeClr val="accent5"/>
                </a:solidFill>
              </a:defRPr>
            </a:lvl1pPr>
          </a:lstStyle>
          <a:p>
            <a:r>
              <a:rPr lang="en-US"/>
              <a:t>Place imagery here</a:t>
            </a:r>
          </a:p>
        </p:txBody>
      </p:sp>
      <p:sp>
        <p:nvSpPr>
          <p:cNvPr id="4" name="Footer Placeholder 3">
            <a:extLst>
              <a:ext uri="{FF2B5EF4-FFF2-40B4-BE49-F238E27FC236}">
                <a16:creationId xmlns:a16="http://schemas.microsoft.com/office/drawing/2014/main" id="{69559113-A66F-B148-0A73-FD8B5C2B023D}"/>
              </a:ext>
            </a:extLst>
          </p:cNvPr>
          <p:cNvSpPr>
            <a:spLocks noGrp="1"/>
          </p:cNvSpPr>
          <p:nvPr>
            <p:ph type="ftr" sz="quarter" idx="12"/>
          </p:nvPr>
        </p:nvSpPr>
        <p:spPr/>
        <p:txBody>
          <a:bodyPr/>
          <a:lstStyle/>
          <a:p>
            <a:r>
              <a:rPr lang="en-US"/>
              <a:t>IBM Quantum Summit 2023</a:t>
            </a:r>
          </a:p>
        </p:txBody>
      </p:sp>
      <p:sp>
        <p:nvSpPr>
          <p:cNvPr id="3" name="Slide Number Placeholder 2">
            <a:extLst>
              <a:ext uri="{FF2B5EF4-FFF2-40B4-BE49-F238E27FC236}">
                <a16:creationId xmlns:a16="http://schemas.microsoft.com/office/drawing/2014/main" id="{5075B039-5865-7356-B725-0FF3C8F73E3C}"/>
              </a:ext>
            </a:extLst>
          </p:cNvPr>
          <p:cNvSpPr>
            <a:spLocks noGrp="1"/>
          </p:cNvSpPr>
          <p:nvPr>
            <p:ph type="sldNum" sz="quarter" idx="10"/>
          </p:nvPr>
        </p:nvSpPr>
        <p:spPr>
          <a:xfrm>
            <a:off x="11776446" y="6448424"/>
            <a:ext cx="128254" cy="127001"/>
          </a:xfrm>
          <a:prstGeom prst="rect">
            <a:avLst/>
          </a:prstGeom>
        </p:spPr>
        <p:txBody>
          <a:bodyPr/>
          <a:lstStyle/>
          <a:p>
            <a:fld id="{86CB4B4D-7CA3-9044-876B-883B54F8677D}" type="slidenum">
              <a:rPr lang="en-US" smtClean="0"/>
              <a:t>‹#›</a:t>
            </a:fld>
            <a:endParaRPr lang="en-US"/>
          </a:p>
        </p:txBody>
      </p:sp>
    </p:spTree>
    <p:extLst>
      <p:ext uri="{BB962C8B-B14F-4D97-AF65-F5344CB8AC3E}">
        <p14:creationId xmlns:p14="http://schemas.microsoft.com/office/powerpoint/2010/main" val="2830154425"/>
      </p:ext>
    </p:extLst>
  </p:cSld>
  <p:clrMapOvr>
    <a:masterClrMapping/>
  </p:clrMapOvr>
  <p:transition spd="med"/>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Video or imagery, 3/4, inse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D0BFE-82FD-94B0-E6D9-A9096777C842}"/>
              </a:ext>
            </a:extLst>
          </p:cNvPr>
          <p:cNvSpPr>
            <a:spLocks noGrp="1"/>
          </p:cNvSpPr>
          <p:nvPr>
            <p:ph type="title"/>
          </p:nvPr>
        </p:nvSpPr>
        <p:spPr>
          <a:xfrm>
            <a:off x="287999" y="288036"/>
            <a:ext cx="2474590" cy="762794"/>
          </a:xfrm>
        </p:spPr>
        <p:txBody>
          <a:bodyPr/>
          <a:lstStyle>
            <a:lvl1pPr>
              <a:lnSpc>
                <a:spcPct val="110000"/>
              </a:lnSpc>
              <a:defRPr sz="1400">
                <a:solidFill>
                  <a:schemeClr val="tx2"/>
                </a:solidFill>
              </a:defRPr>
            </a:lvl1pPr>
          </a:lstStyle>
          <a:p>
            <a:r>
              <a:rPr lang="en-US"/>
              <a:t>Click to edit Master title style</a:t>
            </a:r>
            <a:endParaRPr lang="en-US" dirty="0"/>
          </a:p>
        </p:txBody>
      </p:sp>
      <p:sp>
        <p:nvSpPr>
          <p:cNvPr id="6" name="Text Placeholder 5">
            <a:extLst>
              <a:ext uri="{FF2B5EF4-FFF2-40B4-BE49-F238E27FC236}">
                <a16:creationId xmlns:a16="http://schemas.microsoft.com/office/drawing/2014/main" id="{28FE37E5-0FED-B2B2-3150-F02A8956CD38}"/>
              </a:ext>
            </a:extLst>
          </p:cNvPr>
          <p:cNvSpPr>
            <a:spLocks noGrp="1"/>
          </p:cNvSpPr>
          <p:nvPr>
            <p:ph type="body" sz="quarter" idx="12"/>
          </p:nvPr>
        </p:nvSpPr>
        <p:spPr>
          <a:xfrm>
            <a:off x="287999" y="1714500"/>
            <a:ext cx="2477765" cy="4286250"/>
          </a:xfrm>
          <a:prstGeom prst="rect">
            <a:avLst/>
          </a:prstGeo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7" name="Picture Placeholder 6" descr="Place imagery here">
            <a:extLst>
              <a:ext uri="{FF2B5EF4-FFF2-40B4-BE49-F238E27FC236}">
                <a16:creationId xmlns:a16="http://schemas.microsoft.com/office/drawing/2014/main" id="{CC70703B-65B6-4B78-8B7C-73857A06C3A8}"/>
              </a:ext>
            </a:extLst>
          </p:cNvPr>
          <p:cNvSpPr>
            <a:spLocks noGrp="1"/>
          </p:cNvSpPr>
          <p:nvPr>
            <p:ph type="pic" sz="quarter" idx="14" hasCustomPrompt="1"/>
          </p:nvPr>
        </p:nvSpPr>
        <p:spPr>
          <a:xfrm>
            <a:off x="3333316" y="282576"/>
            <a:ext cx="8574559" cy="6289675"/>
          </a:xfrm>
          <a:prstGeom prst="rect">
            <a:avLst/>
          </a:prstGeom>
          <a:solidFill>
            <a:srgbClr val="E0E0E0"/>
          </a:solidFill>
        </p:spPr>
        <p:txBody>
          <a:bodyPr anchor="ctr"/>
          <a:lstStyle>
            <a:lvl1pPr algn="ctr">
              <a:defRPr>
                <a:solidFill>
                  <a:schemeClr val="accent5"/>
                </a:solidFill>
              </a:defRPr>
            </a:lvl1pPr>
          </a:lstStyle>
          <a:p>
            <a:r>
              <a:rPr lang="en-US"/>
              <a:t>Place imagery here</a:t>
            </a:r>
          </a:p>
        </p:txBody>
      </p:sp>
      <p:sp>
        <p:nvSpPr>
          <p:cNvPr id="4" name="Footer Placeholder 3">
            <a:extLst>
              <a:ext uri="{FF2B5EF4-FFF2-40B4-BE49-F238E27FC236}">
                <a16:creationId xmlns:a16="http://schemas.microsoft.com/office/drawing/2014/main" id="{378C6A11-84D9-C1BA-F3C9-2E9D1A288B25}"/>
              </a:ext>
            </a:extLst>
          </p:cNvPr>
          <p:cNvSpPr>
            <a:spLocks noGrp="1"/>
          </p:cNvSpPr>
          <p:nvPr>
            <p:ph type="ftr" sz="quarter" idx="13"/>
          </p:nvPr>
        </p:nvSpPr>
        <p:spPr/>
        <p:txBody>
          <a:bodyPr/>
          <a:lstStyle/>
          <a:p>
            <a:r>
              <a:rPr lang="en-US"/>
              <a:t>IBM Quantum Summit 2023</a:t>
            </a:r>
          </a:p>
        </p:txBody>
      </p:sp>
    </p:spTree>
    <p:extLst>
      <p:ext uri="{BB962C8B-B14F-4D97-AF65-F5344CB8AC3E}">
        <p14:creationId xmlns:p14="http://schemas.microsoft.com/office/powerpoint/2010/main" val="2327768506"/>
      </p:ext>
    </p:extLst>
  </p:cSld>
  <p:clrMapOvr>
    <a:masterClrMapping/>
  </p:clrMapOvr>
  <p:transition spd="med"/>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Video or imagery, bleed">
    <p:bg>
      <p:bgPr>
        <a:solidFill>
          <a:schemeClr val="bg1"/>
        </a:solidFill>
        <a:effectLst/>
      </p:bgPr>
    </p:bg>
    <p:spTree>
      <p:nvGrpSpPr>
        <p:cNvPr id="1" name=""/>
        <p:cNvGrpSpPr/>
        <p:nvPr/>
      </p:nvGrpSpPr>
      <p:grpSpPr>
        <a:xfrm>
          <a:off x="0" y="0"/>
          <a:ext cx="0" cy="0"/>
          <a:chOff x="0" y="0"/>
          <a:chExt cx="0" cy="0"/>
        </a:xfrm>
      </p:grpSpPr>
      <p:sp>
        <p:nvSpPr>
          <p:cNvPr id="4" name="Picture Placeholder 3" descr="Place imagery here">
            <a:extLst>
              <a:ext uri="{FF2B5EF4-FFF2-40B4-BE49-F238E27FC236}">
                <a16:creationId xmlns:a16="http://schemas.microsoft.com/office/drawing/2014/main" id="{F6679120-DB81-97FD-CD5A-00DC1F5E6658}"/>
              </a:ext>
            </a:extLst>
          </p:cNvPr>
          <p:cNvSpPr>
            <a:spLocks noGrp="1"/>
          </p:cNvSpPr>
          <p:nvPr>
            <p:ph type="pic" sz="quarter" idx="11" hasCustomPrompt="1"/>
          </p:nvPr>
        </p:nvSpPr>
        <p:spPr>
          <a:xfrm>
            <a:off x="0" y="0"/>
            <a:ext cx="12192000" cy="6858000"/>
          </a:xfrm>
          <a:prstGeom prst="rect">
            <a:avLst/>
          </a:prstGeom>
          <a:solidFill>
            <a:srgbClr val="E0E0E0"/>
          </a:solidFill>
        </p:spPr>
        <p:txBody>
          <a:bodyPr anchor="ctr"/>
          <a:lstStyle>
            <a:lvl1pPr algn="ctr">
              <a:defRPr>
                <a:solidFill>
                  <a:schemeClr val="accent5"/>
                </a:solidFill>
              </a:defRPr>
            </a:lvl1pPr>
          </a:lstStyle>
          <a:p>
            <a:r>
              <a:rPr lang="en-US"/>
              <a:t>Place imagery here</a:t>
            </a:r>
          </a:p>
        </p:txBody>
      </p:sp>
      <p:sp>
        <p:nvSpPr>
          <p:cNvPr id="3" name="Slide Number Placeholder 2">
            <a:extLst>
              <a:ext uri="{FF2B5EF4-FFF2-40B4-BE49-F238E27FC236}">
                <a16:creationId xmlns:a16="http://schemas.microsoft.com/office/drawing/2014/main" id="{60C9F466-AC9D-B311-5655-93E326ED59B1}"/>
              </a:ext>
            </a:extLst>
          </p:cNvPr>
          <p:cNvSpPr>
            <a:spLocks noGrp="1"/>
          </p:cNvSpPr>
          <p:nvPr>
            <p:ph type="sldNum" sz="quarter" idx="10"/>
          </p:nvPr>
        </p:nvSpPr>
        <p:spPr>
          <a:xfrm>
            <a:off x="11776446" y="6448424"/>
            <a:ext cx="128254" cy="127001"/>
          </a:xfrm>
          <a:prstGeom prst="rect">
            <a:avLst/>
          </a:prstGeom>
        </p:spPr>
        <p:txBody>
          <a:bodyPr/>
          <a:lstStyle/>
          <a:p>
            <a:fld id="{86CB4B4D-7CA3-9044-876B-883B54F8677D}" type="slidenum">
              <a:rPr lang="en-US" smtClean="0"/>
              <a:t>‹#›</a:t>
            </a:fld>
            <a:endParaRPr lang="en-US"/>
          </a:p>
        </p:txBody>
      </p:sp>
    </p:spTree>
    <p:extLst>
      <p:ext uri="{BB962C8B-B14F-4D97-AF65-F5344CB8AC3E}">
        <p14:creationId xmlns:p14="http://schemas.microsoft.com/office/powerpoint/2010/main" val="4066270910"/>
      </p:ext>
    </p:extLst>
  </p:cSld>
  <p:clrMapOvr>
    <a:masterClrMapping/>
  </p:clrMapOvr>
  <p:transition spd="med"/>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Video or imagery, inset">
    <p:bg>
      <p:bgPr>
        <a:solidFill>
          <a:schemeClr val="bg1"/>
        </a:solidFill>
        <a:effectLst/>
      </p:bgPr>
    </p:bg>
    <p:spTree>
      <p:nvGrpSpPr>
        <p:cNvPr id="1" name=""/>
        <p:cNvGrpSpPr/>
        <p:nvPr/>
      </p:nvGrpSpPr>
      <p:grpSpPr>
        <a:xfrm>
          <a:off x="0" y="0"/>
          <a:ext cx="0" cy="0"/>
          <a:chOff x="0" y="0"/>
          <a:chExt cx="0" cy="0"/>
        </a:xfrm>
      </p:grpSpPr>
      <p:sp>
        <p:nvSpPr>
          <p:cNvPr id="4" name="Picture Placeholder 3" descr="Place imagery here">
            <a:extLst>
              <a:ext uri="{FF2B5EF4-FFF2-40B4-BE49-F238E27FC236}">
                <a16:creationId xmlns:a16="http://schemas.microsoft.com/office/drawing/2014/main" id="{34239CCE-9A38-90E1-F860-FF40FBDA2409}"/>
              </a:ext>
            </a:extLst>
          </p:cNvPr>
          <p:cNvSpPr>
            <a:spLocks noGrp="1"/>
          </p:cNvSpPr>
          <p:nvPr>
            <p:ph type="pic" sz="quarter" idx="11" hasCustomPrompt="1"/>
          </p:nvPr>
        </p:nvSpPr>
        <p:spPr>
          <a:xfrm>
            <a:off x="284126" y="284957"/>
            <a:ext cx="11620574" cy="6290468"/>
          </a:xfrm>
          <a:prstGeom prst="rect">
            <a:avLst/>
          </a:prstGeom>
          <a:solidFill>
            <a:srgbClr val="E0E0E0"/>
          </a:solidFill>
        </p:spPr>
        <p:txBody>
          <a:bodyPr anchor="ctr"/>
          <a:lstStyle>
            <a:lvl1pPr algn="ctr">
              <a:defRPr>
                <a:solidFill>
                  <a:schemeClr val="accent5"/>
                </a:solidFill>
              </a:defRPr>
            </a:lvl1pPr>
          </a:lstStyle>
          <a:p>
            <a:r>
              <a:rPr lang="en-US"/>
              <a:t>Place imagery here</a:t>
            </a:r>
          </a:p>
        </p:txBody>
      </p:sp>
    </p:spTree>
    <p:extLst>
      <p:ext uri="{BB962C8B-B14F-4D97-AF65-F5344CB8AC3E}">
        <p14:creationId xmlns:p14="http://schemas.microsoft.com/office/powerpoint/2010/main" val="7694905"/>
      </p:ext>
    </p:extLst>
  </p:cSld>
  <p:clrMapOvr>
    <a:masterClrMapping/>
  </p:clrMapOvr>
  <p:transition spd="med"/>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ontacts, profiles, contributor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D0BFE-82FD-94B0-E6D9-A9096777C842}"/>
              </a:ext>
            </a:extLst>
          </p:cNvPr>
          <p:cNvSpPr>
            <a:spLocks noGrp="1"/>
          </p:cNvSpPr>
          <p:nvPr>
            <p:ph type="title"/>
          </p:nvPr>
        </p:nvSpPr>
        <p:spPr>
          <a:xfrm>
            <a:off x="287999" y="288036"/>
            <a:ext cx="2474590" cy="762794"/>
          </a:xfrm>
        </p:spPr>
        <p:txBody>
          <a:bodyPr/>
          <a:lstStyle>
            <a:lvl1pPr>
              <a:lnSpc>
                <a:spcPct val="110000"/>
              </a:lnSpc>
              <a:defRPr sz="1400">
                <a:solidFill>
                  <a:schemeClr val="tx2"/>
                </a:solidFill>
              </a:defRPr>
            </a:lvl1pPr>
          </a:lstStyle>
          <a:p>
            <a:r>
              <a:rPr lang="en-US"/>
              <a:t>Click to edit Master title style</a:t>
            </a:r>
            <a:endParaRPr lang="en-US" dirty="0"/>
          </a:p>
        </p:txBody>
      </p:sp>
      <p:sp>
        <p:nvSpPr>
          <p:cNvPr id="17" name="Picture Placeholder 7" descr="Place bio portrait here">
            <a:extLst>
              <a:ext uri="{FF2B5EF4-FFF2-40B4-BE49-F238E27FC236}">
                <a16:creationId xmlns:a16="http://schemas.microsoft.com/office/drawing/2014/main" id="{E889D859-F4A1-3E97-F05E-8D134A25B9F2}"/>
              </a:ext>
            </a:extLst>
          </p:cNvPr>
          <p:cNvSpPr>
            <a:spLocks noGrp="1"/>
          </p:cNvSpPr>
          <p:nvPr>
            <p:ph type="pic" sz="quarter" idx="20" hasCustomPrompt="1"/>
          </p:nvPr>
        </p:nvSpPr>
        <p:spPr>
          <a:xfrm>
            <a:off x="287999" y="1333500"/>
            <a:ext cx="1236501" cy="1238250"/>
          </a:xfrm>
          <a:prstGeom prst="rect">
            <a:avLst/>
          </a:prstGeom>
          <a:solidFill>
            <a:srgbClr val="E0E0E0"/>
          </a:solidFill>
        </p:spPr>
        <p:txBody>
          <a:bodyPr anchor="ctr"/>
          <a:lstStyle>
            <a:lvl1pPr algn="ctr">
              <a:defRPr>
                <a:solidFill>
                  <a:schemeClr val="accent5"/>
                </a:solidFill>
              </a:defRPr>
            </a:lvl1pPr>
          </a:lstStyle>
          <a:p>
            <a:r>
              <a:rPr lang="en-US"/>
              <a:t>Place imagery here</a:t>
            </a:r>
          </a:p>
        </p:txBody>
      </p:sp>
      <p:sp>
        <p:nvSpPr>
          <p:cNvPr id="18" name="Text Placeholder 9">
            <a:extLst>
              <a:ext uri="{FF2B5EF4-FFF2-40B4-BE49-F238E27FC236}">
                <a16:creationId xmlns:a16="http://schemas.microsoft.com/office/drawing/2014/main" id="{31D025A0-5106-DFB0-90B1-8B366B78913F}"/>
              </a:ext>
            </a:extLst>
          </p:cNvPr>
          <p:cNvSpPr>
            <a:spLocks noGrp="1"/>
          </p:cNvSpPr>
          <p:nvPr>
            <p:ph type="body" sz="quarter" idx="21"/>
          </p:nvPr>
        </p:nvSpPr>
        <p:spPr>
          <a:xfrm>
            <a:off x="1714277" y="1333500"/>
            <a:ext cx="2853953" cy="1238250"/>
          </a:xfrm>
          <a:prstGeom prst="rect">
            <a:avLst/>
          </a:prstGeo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8" name="Picture Placeholder 7" descr="Place bio portrait here">
            <a:extLst>
              <a:ext uri="{FF2B5EF4-FFF2-40B4-BE49-F238E27FC236}">
                <a16:creationId xmlns:a16="http://schemas.microsoft.com/office/drawing/2014/main" id="{AB8510EE-4140-AEDB-B7AB-EF1D4B72D2AD}"/>
              </a:ext>
            </a:extLst>
          </p:cNvPr>
          <p:cNvSpPr>
            <a:spLocks noGrp="1"/>
          </p:cNvSpPr>
          <p:nvPr>
            <p:ph type="pic" sz="quarter" idx="11" hasCustomPrompt="1"/>
          </p:nvPr>
        </p:nvSpPr>
        <p:spPr>
          <a:xfrm>
            <a:off x="287999" y="3060700"/>
            <a:ext cx="1236501" cy="1238250"/>
          </a:xfrm>
          <a:prstGeom prst="rect">
            <a:avLst/>
          </a:prstGeom>
          <a:solidFill>
            <a:srgbClr val="E0E0E0"/>
          </a:solidFill>
        </p:spPr>
        <p:txBody>
          <a:bodyPr anchor="ctr"/>
          <a:lstStyle>
            <a:lvl1pPr marL="0" marR="0" indent="0" algn="ctr" defTabSz="1218956" rtl="0" eaLnBrk="1" fontAlgn="auto" latinLnBrk="0" hangingPunct="1">
              <a:lnSpc>
                <a:spcPct val="110000"/>
              </a:lnSpc>
              <a:spcBef>
                <a:spcPts val="0"/>
              </a:spcBef>
              <a:spcAft>
                <a:spcPts val="0"/>
              </a:spcAft>
              <a:buClrTx/>
              <a:buSzTx/>
              <a:buFontTx/>
              <a:buNone/>
              <a:tabLst/>
              <a:defRPr>
                <a:solidFill>
                  <a:schemeClr val="accent5"/>
                </a:solidFill>
              </a:defRPr>
            </a:lvl1pPr>
          </a:lstStyle>
          <a:p>
            <a:pPr marL="0" marR="0" lvl="0" indent="0" algn="ctr" defTabSz="1218956" rtl="0" eaLnBrk="1" fontAlgn="auto" latinLnBrk="0" hangingPunct="1">
              <a:lnSpc>
                <a:spcPct val="110000"/>
              </a:lnSpc>
              <a:spcBef>
                <a:spcPts val="0"/>
              </a:spcBef>
              <a:spcAft>
                <a:spcPts val="0"/>
              </a:spcAft>
              <a:buClrTx/>
              <a:buSzTx/>
              <a:buFontTx/>
              <a:buNone/>
              <a:tabLst/>
              <a:defRPr/>
            </a:pPr>
            <a:r>
              <a:rPr lang="en-US"/>
              <a:t>Place imagery here</a:t>
            </a:r>
          </a:p>
        </p:txBody>
      </p:sp>
      <p:sp>
        <p:nvSpPr>
          <p:cNvPr id="10" name="Text Placeholder 9">
            <a:extLst>
              <a:ext uri="{FF2B5EF4-FFF2-40B4-BE49-F238E27FC236}">
                <a16:creationId xmlns:a16="http://schemas.microsoft.com/office/drawing/2014/main" id="{126F49A0-96BE-0B44-B1C8-17D765B10B3E}"/>
              </a:ext>
            </a:extLst>
          </p:cNvPr>
          <p:cNvSpPr>
            <a:spLocks noGrp="1"/>
          </p:cNvSpPr>
          <p:nvPr>
            <p:ph type="body" sz="quarter" idx="12"/>
          </p:nvPr>
        </p:nvSpPr>
        <p:spPr>
          <a:xfrm>
            <a:off x="1714277" y="3060700"/>
            <a:ext cx="2853953" cy="1238250"/>
          </a:xfrm>
          <a:prstGeom prst="rect">
            <a:avLst/>
          </a:prstGeo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7" descr="Place bio portrait here">
            <a:extLst>
              <a:ext uri="{FF2B5EF4-FFF2-40B4-BE49-F238E27FC236}">
                <a16:creationId xmlns:a16="http://schemas.microsoft.com/office/drawing/2014/main" id="{3F048335-9A0B-2C1F-47A6-67051F20075E}"/>
              </a:ext>
            </a:extLst>
          </p:cNvPr>
          <p:cNvSpPr>
            <a:spLocks noGrp="1"/>
          </p:cNvSpPr>
          <p:nvPr>
            <p:ph type="pic" sz="quarter" idx="13" hasCustomPrompt="1"/>
          </p:nvPr>
        </p:nvSpPr>
        <p:spPr>
          <a:xfrm>
            <a:off x="287999" y="4762500"/>
            <a:ext cx="1236501" cy="1238250"/>
          </a:xfrm>
          <a:prstGeom prst="rect">
            <a:avLst/>
          </a:prstGeom>
          <a:solidFill>
            <a:srgbClr val="E0E0E0"/>
          </a:solidFill>
        </p:spPr>
        <p:txBody>
          <a:bodyPr anchor="ctr"/>
          <a:lstStyle>
            <a:lvl1pPr marL="0" marR="0" indent="0" algn="ctr" defTabSz="1218956" rtl="0" eaLnBrk="1" fontAlgn="auto" latinLnBrk="0" hangingPunct="1">
              <a:lnSpc>
                <a:spcPct val="110000"/>
              </a:lnSpc>
              <a:spcBef>
                <a:spcPts val="0"/>
              </a:spcBef>
              <a:spcAft>
                <a:spcPts val="0"/>
              </a:spcAft>
              <a:buClrTx/>
              <a:buSzTx/>
              <a:buFontTx/>
              <a:buNone/>
              <a:tabLst/>
              <a:defRPr>
                <a:solidFill>
                  <a:schemeClr val="accent5"/>
                </a:solidFill>
              </a:defRPr>
            </a:lvl1pPr>
          </a:lstStyle>
          <a:p>
            <a:pPr marL="0" marR="0" lvl="0" indent="0" algn="ctr" defTabSz="1218956" rtl="0" eaLnBrk="1" fontAlgn="auto" latinLnBrk="0" hangingPunct="1">
              <a:lnSpc>
                <a:spcPct val="110000"/>
              </a:lnSpc>
              <a:spcBef>
                <a:spcPts val="0"/>
              </a:spcBef>
              <a:spcAft>
                <a:spcPts val="0"/>
              </a:spcAft>
              <a:buClrTx/>
              <a:buSzTx/>
              <a:buFontTx/>
              <a:buNone/>
              <a:tabLst/>
              <a:defRPr/>
            </a:pPr>
            <a:r>
              <a:rPr lang="en-US"/>
              <a:t>Place imagery here</a:t>
            </a:r>
          </a:p>
        </p:txBody>
      </p:sp>
      <p:sp>
        <p:nvSpPr>
          <p:cNvPr id="12" name="Text Placeholder 9">
            <a:extLst>
              <a:ext uri="{FF2B5EF4-FFF2-40B4-BE49-F238E27FC236}">
                <a16:creationId xmlns:a16="http://schemas.microsoft.com/office/drawing/2014/main" id="{D4772377-8015-4C99-7ED3-E4475C524D2A}"/>
              </a:ext>
            </a:extLst>
          </p:cNvPr>
          <p:cNvSpPr>
            <a:spLocks noGrp="1"/>
          </p:cNvSpPr>
          <p:nvPr>
            <p:ph type="body" sz="quarter" idx="14"/>
          </p:nvPr>
        </p:nvSpPr>
        <p:spPr>
          <a:xfrm>
            <a:off x="1714277" y="4762501"/>
            <a:ext cx="2853953" cy="1238250"/>
          </a:xfrm>
          <a:prstGeom prst="rect">
            <a:avLst/>
          </a:prstGeo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7" descr="Place bio portrait here">
            <a:extLst>
              <a:ext uri="{FF2B5EF4-FFF2-40B4-BE49-F238E27FC236}">
                <a16:creationId xmlns:a16="http://schemas.microsoft.com/office/drawing/2014/main" id="{F94AC7E0-2DC4-5DEB-8E1E-2F27996F98E6}"/>
              </a:ext>
            </a:extLst>
          </p:cNvPr>
          <p:cNvSpPr>
            <a:spLocks noGrp="1"/>
          </p:cNvSpPr>
          <p:nvPr>
            <p:ph type="pic" sz="quarter" idx="26" hasCustomPrompt="1"/>
          </p:nvPr>
        </p:nvSpPr>
        <p:spPr>
          <a:xfrm>
            <a:off x="6377745" y="1333500"/>
            <a:ext cx="1236501" cy="1238250"/>
          </a:xfrm>
          <a:prstGeom prst="rect">
            <a:avLst/>
          </a:prstGeom>
          <a:solidFill>
            <a:srgbClr val="E0E0E0"/>
          </a:solidFill>
        </p:spPr>
        <p:txBody>
          <a:bodyPr anchor="ctr"/>
          <a:lstStyle>
            <a:lvl1pPr marL="0" marR="0" indent="0" algn="ctr" defTabSz="1218956" rtl="0" eaLnBrk="1" fontAlgn="auto" latinLnBrk="0" hangingPunct="1">
              <a:lnSpc>
                <a:spcPct val="110000"/>
              </a:lnSpc>
              <a:spcBef>
                <a:spcPts val="0"/>
              </a:spcBef>
              <a:spcAft>
                <a:spcPts val="0"/>
              </a:spcAft>
              <a:buClrTx/>
              <a:buSzTx/>
              <a:buFontTx/>
              <a:buNone/>
              <a:tabLst/>
              <a:defRPr>
                <a:solidFill>
                  <a:schemeClr val="accent5"/>
                </a:solidFill>
              </a:defRPr>
            </a:lvl1pPr>
          </a:lstStyle>
          <a:p>
            <a:pPr marL="0" marR="0" lvl="0" indent="0" algn="ctr" defTabSz="1218956" rtl="0" eaLnBrk="1" fontAlgn="auto" latinLnBrk="0" hangingPunct="1">
              <a:lnSpc>
                <a:spcPct val="110000"/>
              </a:lnSpc>
              <a:spcBef>
                <a:spcPts val="0"/>
              </a:spcBef>
              <a:spcAft>
                <a:spcPts val="0"/>
              </a:spcAft>
              <a:buClrTx/>
              <a:buSzTx/>
              <a:buFontTx/>
              <a:buNone/>
              <a:tabLst/>
              <a:defRPr/>
            </a:pPr>
            <a:r>
              <a:rPr lang="en-US"/>
              <a:t>Place imagery here</a:t>
            </a:r>
          </a:p>
        </p:txBody>
      </p:sp>
      <p:sp>
        <p:nvSpPr>
          <p:cNvPr id="24" name="Text Placeholder 9">
            <a:extLst>
              <a:ext uri="{FF2B5EF4-FFF2-40B4-BE49-F238E27FC236}">
                <a16:creationId xmlns:a16="http://schemas.microsoft.com/office/drawing/2014/main" id="{3E3566C7-C728-77B2-2A34-BBB83D482F56}"/>
              </a:ext>
            </a:extLst>
          </p:cNvPr>
          <p:cNvSpPr>
            <a:spLocks noGrp="1"/>
          </p:cNvSpPr>
          <p:nvPr>
            <p:ph type="body" sz="quarter" idx="27"/>
          </p:nvPr>
        </p:nvSpPr>
        <p:spPr>
          <a:xfrm>
            <a:off x="7807896" y="1333500"/>
            <a:ext cx="2853953" cy="1238250"/>
          </a:xfrm>
          <a:prstGeom prst="rect">
            <a:avLst/>
          </a:prstGeo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7" descr="Place bio portrait here">
            <a:extLst>
              <a:ext uri="{FF2B5EF4-FFF2-40B4-BE49-F238E27FC236}">
                <a16:creationId xmlns:a16="http://schemas.microsoft.com/office/drawing/2014/main" id="{A33F8C74-1D30-FEA9-4F3C-636531C86142}"/>
              </a:ext>
            </a:extLst>
          </p:cNvPr>
          <p:cNvSpPr>
            <a:spLocks noGrp="1"/>
          </p:cNvSpPr>
          <p:nvPr>
            <p:ph type="pic" sz="quarter" idx="22" hasCustomPrompt="1"/>
          </p:nvPr>
        </p:nvSpPr>
        <p:spPr>
          <a:xfrm>
            <a:off x="6377745" y="3060700"/>
            <a:ext cx="1236501" cy="1238250"/>
          </a:xfrm>
          <a:prstGeom prst="rect">
            <a:avLst/>
          </a:prstGeom>
          <a:solidFill>
            <a:srgbClr val="E0E0E0"/>
          </a:solidFill>
        </p:spPr>
        <p:txBody>
          <a:bodyPr anchor="ctr"/>
          <a:lstStyle>
            <a:lvl1pPr marL="0" marR="0" indent="0" algn="ctr" defTabSz="1218956" rtl="0" eaLnBrk="1" fontAlgn="auto" latinLnBrk="0" hangingPunct="1">
              <a:lnSpc>
                <a:spcPct val="110000"/>
              </a:lnSpc>
              <a:spcBef>
                <a:spcPts val="0"/>
              </a:spcBef>
              <a:spcAft>
                <a:spcPts val="0"/>
              </a:spcAft>
              <a:buClrTx/>
              <a:buSzTx/>
              <a:buFontTx/>
              <a:buNone/>
              <a:tabLst/>
              <a:defRPr>
                <a:solidFill>
                  <a:schemeClr val="accent5"/>
                </a:solidFill>
              </a:defRPr>
            </a:lvl1pPr>
          </a:lstStyle>
          <a:p>
            <a:pPr marL="0" marR="0" lvl="0" indent="0" algn="ctr" defTabSz="1218956" rtl="0" eaLnBrk="1" fontAlgn="auto" latinLnBrk="0" hangingPunct="1">
              <a:lnSpc>
                <a:spcPct val="110000"/>
              </a:lnSpc>
              <a:spcBef>
                <a:spcPts val="0"/>
              </a:spcBef>
              <a:spcAft>
                <a:spcPts val="0"/>
              </a:spcAft>
              <a:buClrTx/>
              <a:buSzTx/>
              <a:buFontTx/>
              <a:buNone/>
              <a:tabLst/>
              <a:defRPr/>
            </a:pPr>
            <a:r>
              <a:rPr lang="en-US"/>
              <a:t>Place imagery here</a:t>
            </a:r>
          </a:p>
        </p:txBody>
      </p:sp>
      <p:sp>
        <p:nvSpPr>
          <p:cNvPr id="20" name="Text Placeholder 9">
            <a:extLst>
              <a:ext uri="{FF2B5EF4-FFF2-40B4-BE49-F238E27FC236}">
                <a16:creationId xmlns:a16="http://schemas.microsoft.com/office/drawing/2014/main" id="{A52D1EA1-405F-7875-BAB9-B258776E1460}"/>
              </a:ext>
            </a:extLst>
          </p:cNvPr>
          <p:cNvSpPr>
            <a:spLocks noGrp="1"/>
          </p:cNvSpPr>
          <p:nvPr>
            <p:ph type="body" sz="quarter" idx="23"/>
          </p:nvPr>
        </p:nvSpPr>
        <p:spPr>
          <a:xfrm>
            <a:off x="7807896" y="3060700"/>
            <a:ext cx="2853953" cy="1238250"/>
          </a:xfrm>
          <a:prstGeom prst="rect">
            <a:avLst/>
          </a:prstGeo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7" descr="Place bio portrait here">
            <a:extLst>
              <a:ext uri="{FF2B5EF4-FFF2-40B4-BE49-F238E27FC236}">
                <a16:creationId xmlns:a16="http://schemas.microsoft.com/office/drawing/2014/main" id="{2E690121-61A1-708E-E5B8-5B65A668E628}"/>
              </a:ext>
            </a:extLst>
          </p:cNvPr>
          <p:cNvSpPr>
            <a:spLocks noGrp="1"/>
          </p:cNvSpPr>
          <p:nvPr>
            <p:ph type="pic" sz="quarter" idx="24" hasCustomPrompt="1"/>
          </p:nvPr>
        </p:nvSpPr>
        <p:spPr>
          <a:xfrm>
            <a:off x="6377745" y="4762500"/>
            <a:ext cx="1236501" cy="1238250"/>
          </a:xfrm>
          <a:prstGeom prst="rect">
            <a:avLst/>
          </a:prstGeom>
          <a:solidFill>
            <a:srgbClr val="E0E0E0"/>
          </a:solidFill>
        </p:spPr>
        <p:txBody>
          <a:bodyPr anchor="ctr"/>
          <a:lstStyle>
            <a:lvl1pPr marL="0" marR="0" indent="0" algn="ctr" defTabSz="1218956" rtl="0" eaLnBrk="1" fontAlgn="auto" latinLnBrk="0" hangingPunct="1">
              <a:lnSpc>
                <a:spcPct val="110000"/>
              </a:lnSpc>
              <a:spcBef>
                <a:spcPts val="0"/>
              </a:spcBef>
              <a:spcAft>
                <a:spcPts val="0"/>
              </a:spcAft>
              <a:buClrTx/>
              <a:buSzTx/>
              <a:buFontTx/>
              <a:buNone/>
              <a:tabLst/>
              <a:defRPr>
                <a:solidFill>
                  <a:schemeClr val="accent5"/>
                </a:solidFill>
              </a:defRPr>
            </a:lvl1pPr>
          </a:lstStyle>
          <a:p>
            <a:pPr marL="0" marR="0" lvl="0" indent="0" algn="ctr" defTabSz="1218956" rtl="0" eaLnBrk="1" fontAlgn="auto" latinLnBrk="0" hangingPunct="1">
              <a:lnSpc>
                <a:spcPct val="110000"/>
              </a:lnSpc>
              <a:spcBef>
                <a:spcPts val="0"/>
              </a:spcBef>
              <a:spcAft>
                <a:spcPts val="0"/>
              </a:spcAft>
              <a:buClrTx/>
              <a:buSzTx/>
              <a:buFontTx/>
              <a:buNone/>
              <a:tabLst/>
              <a:defRPr/>
            </a:pPr>
            <a:r>
              <a:rPr lang="en-US"/>
              <a:t>Place imagery here</a:t>
            </a:r>
          </a:p>
        </p:txBody>
      </p:sp>
      <p:sp>
        <p:nvSpPr>
          <p:cNvPr id="22" name="Text Placeholder 9">
            <a:extLst>
              <a:ext uri="{FF2B5EF4-FFF2-40B4-BE49-F238E27FC236}">
                <a16:creationId xmlns:a16="http://schemas.microsoft.com/office/drawing/2014/main" id="{73849969-24A3-113A-C58E-4A4B0FB29BAD}"/>
              </a:ext>
            </a:extLst>
          </p:cNvPr>
          <p:cNvSpPr>
            <a:spLocks noGrp="1"/>
          </p:cNvSpPr>
          <p:nvPr>
            <p:ph type="body" sz="quarter" idx="25"/>
          </p:nvPr>
        </p:nvSpPr>
        <p:spPr>
          <a:xfrm>
            <a:off x="7807896" y="4762501"/>
            <a:ext cx="2853953" cy="1238250"/>
          </a:xfrm>
          <a:prstGeom prst="rect">
            <a:avLst/>
          </a:prstGeo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Footer Placeholder 3">
            <a:extLst>
              <a:ext uri="{FF2B5EF4-FFF2-40B4-BE49-F238E27FC236}">
                <a16:creationId xmlns:a16="http://schemas.microsoft.com/office/drawing/2014/main" id="{85D83A84-CCD3-C297-7314-225B96D47D6A}"/>
              </a:ext>
            </a:extLst>
          </p:cNvPr>
          <p:cNvSpPr>
            <a:spLocks noGrp="1"/>
          </p:cNvSpPr>
          <p:nvPr>
            <p:ph type="ftr" sz="quarter" idx="19"/>
          </p:nvPr>
        </p:nvSpPr>
        <p:spPr/>
        <p:txBody>
          <a:bodyPr/>
          <a:lstStyle/>
          <a:p>
            <a:r>
              <a:rPr lang="en-US"/>
              <a:t>IBM Quantum Summit 2023</a:t>
            </a:r>
          </a:p>
        </p:txBody>
      </p:sp>
      <p:sp>
        <p:nvSpPr>
          <p:cNvPr id="5" name="Slide Number">
            <a:extLst>
              <a:ext uri="{FF2B5EF4-FFF2-40B4-BE49-F238E27FC236}">
                <a16:creationId xmlns:a16="http://schemas.microsoft.com/office/drawing/2014/main" id="{74870601-E9CA-9D0E-804F-2A7353CE534A}"/>
              </a:ext>
            </a:extLst>
          </p:cNvPr>
          <p:cNvSpPr txBox="1">
            <a:spLocks noGrp="1"/>
          </p:cNvSpPr>
          <p:nvPr>
            <p:ph type="sldNum" sz="quarter" idx="4"/>
          </p:nvPr>
        </p:nvSpPr>
        <p:spPr>
          <a:xfrm>
            <a:off x="11769264" y="6469419"/>
            <a:ext cx="135436" cy="123111"/>
          </a:xfrm>
          <a:prstGeom prst="rect">
            <a:avLst/>
          </a:prstGeom>
          <a:ln w="12700">
            <a:miter lim="400000"/>
          </a:ln>
        </p:spPr>
        <p:txBody>
          <a:bodyPr wrap="squar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2936719277"/>
      </p:ext>
    </p:extLst>
  </p:cSld>
  <p:clrMapOvr>
    <a:masterClrMapping/>
  </p:clrMapOvr>
  <p:transition spd="med"/>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abl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D0BFE-82FD-94B0-E6D9-A9096777C842}"/>
              </a:ext>
            </a:extLst>
          </p:cNvPr>
          <p:cNvSpPr>
            <a:spLocks noGrp="1"/>
          </p:cNvSpPr>
          <p:nvPr>
            <p:ph type="title"/>
          </p:nvPr>
        </p:nvSpPr>
        <p:spPr>
          <a:xfrm>
            <a:off x="287999" y="288036"/>
            <a:ext cx="2474590" cy="2286794"/>
          </a:xfrm>
        </p:spPr>
        <p:txBody>
          <a:bodyPr/>
          <a:lstStyle>
            <a:lvl1pPr>
              <a:lnSpc>
                <a:spcPct val="110000"/>
              </a:lnSpc>
              <a:defRPr sz="1400">
                <a:solidFill>
                  <a:schemeClr val="tx2"/>
                </a:solidFill>
              </a:defRPr>
            </a:lvl1pPr>
          </a:lstStyle>
          <a:p>
            <a:r>
              <a:rPr lang="en-US"/>
              <a:t>Click to edit Master title style</a:t>
            </a:r>
            <a:endParaRPr lang="en-US" dirty="0"/>
          </a:p>
        </p:txBody>
      </p:sp>
      <p:sp>
        <p:nvSpPr>
          <p:cNvPr id="5" name="Table Placeholder 4">
            <a:extLst>
              <a:ext uri="{FF2B5EF4-FFF2-40B4-BE49-F238E27FC236}">
                <a16:creationId xmlns:a16="http://schemas.microsoft.com/office/drawing/2014/main" id="{B3D8D357-75A1-F4FD-F531-380CF7DE4340}"/>
              </a:ext>
            </a:extLst>
          </p:cNvPr>
          <p:cNvSpPr>
            <a:spLocks noGrp="1"/>
          </p:cNvSpPr>
          <p:nvPr>
            <p:ph type="tbl" sz="quarter" idx="11"/>
          </p:nvPr>
        </p:nvSpPr>
        <p:spPr>
          <a:xfrm>
            <a:off x="3333316" y="284957"/>
            <a:ext cx="8571384" cy="5715794"/>
          </a:xfrm>
          <a:prstGeom prst="rect">
            <a:avLst/>
          </a:prstGeom>
        </p:spPr>
        <p:txBody>
          <a:bodyPr anchor="ctr"/>
          <a:lstStyle>
            <a:lvl1pPr algn="ctr">
              <a:defRPr>
                <a:solidFill>
                  <a:schemeClr val="tx1"/>
                </a:solidFill>
              </a:defRPr>
            </a:lvl1pPr>
          </a:lstStyle>
          <a:p>
            <a:r>
              <a:rPr lang="en-US"/>
              <a:t>Click icon to add table</a:t>
            </a:r>
          </a:p>
        </p:txBody>
      </p:sp>
      <p:sp>
        <p:nvSpPr>
          <p:cNvPr id="4" name="Footer Placeholder 3">
            <a:extLst>
              <a:ext uri="{FF2B5EF4-FFF2-40B4-BE49-F238E27FC236}">
                <a16:creationId xmlns:a16="http://schemas.microsoft.com/office/drawing/2014/main" id="{B48A8EE3-1224-3A4B-8A9E-611D8DCF629F}"/>
              </a:ext>
            </a:extLst>
          </p:cNvPr>
          <p:cNvSpPr>
            <a:spLocks noGrp="1"/>
          </p:cNvSpPr>
          <p:nvPr>
            <p:ph type="ftr" sz="quarter" idx="12"/>
          </p:nvPr>
        </p:nvSpPr>
        <p:spPr/>
        <p:txBody>
          <a:bodyPr/>
          <a:lstStyle/>
          <a:p>
            <a:r>
              <a:rPr lang="en-US"/>
              <a:t>IBM Quantum Summit 2023</a:t>
            </a:r>
          </a:p>
        </p:txBody>
      </p:sp>
      <p:sp>
        <p:nvSpPr>
          <p:cNvPr id="6" name="Slide Number">
            <a:extLst>
              <a:ext uri="{FF2B5EF4-FFF2-40B4-BE49-F238E27FC236}">
                <a16:creationId xmlns:a16="http://schemas.microsoft.com/office/drawing/2014/main" id="{7989FA07-F7B7-BE4B-581F-7BE47BBA6051}"/>
              </a:ext>
            </a:extLst>
          </p:cNvPr>
          <p:cNvSpPr txBox="1">
            <a:spLocks noGrp="1"/>
          </p:cNvSpPr>
          <p:nvPr>
            <p:ph type="sldNum" sz="quarter" idx="4"/>
          </p:nvPr>
        </p:nvSpPr>
        <p:spPr>
          <a:xfrm>
            <a:off x="11769264" y="6469419"/>
            <a:ext cx="135436" cy="123111"/>
          </a:xfrm>
          <a:prstGeom prst="rect">
            <a:avLst/>
          </a:prstGeom>
          <a:ln w="12700">
            <a:miter lim="400000"/>
          </a:ln>
        </p:spPr>
        <p:txBody>
          <a:bodyPr wrap="squar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388229029"/>
      </p:ext>
    </p:extLst>
  </p:cSld>
  <p:clrMapOvr>
    <a:masterClrMapping/>
  </p:clrMapOvr>
  <p:transition spd="med"/>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Legal disclaimer, one column">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0BB717A5-5D28-36C3-250F-93E0C68721CA}"/>
              </a:ext>
            </a:extLst>
          </p:cNvPr>
          <p:cNvSpPr>
            <a:spLocks noGrp="1"/>
          </p:cNvSpPr>
          <p:nvPr>
            <p:ph type="body" sz="quarter" idx="14"/>
          </p:nvPr>
        </p:nvSpPr>
        <p:spPr>
          <a:xfrm>
            <a:off x="287999" y="192024"/>
            <a:ext cx="2477765" cy="1429544"/>
          </a:xfrm>
          <a:prstGeom prst="rect">
            <a:avLst/>
          </a:prstGeom>
        </p:spPr>
        <p:txBody>
          <a:bodyPr/>
          <a:lstStyle>
            <a:lvl1pPr>
              <a:lnSpc>
                <a:spcPct val="90000"/>
              </a:lnSpc>
              <a:spcBef>
                <a:spcPts val="0"/>
              </a:spcBef>
              <a:defRPr sz="3199">
                <a:solidFill>
                  <a:schemeClr val="tx2"/>
                </a:solidFill>
              </a:defRPr>
            </a:lvl1pPr>
            <a:lvl2pPr>
              <a:lnSpc>
                <a:spcPct val="100000"/>
              </a:lnSpc>
              <a:spcBef>
                <a:spcPts val="0"/>
              </a:spcBef>
              <a:defRPr sz="3199">
                <a:solidFill>
                  <a:schemeClr val="tx1"/>
                </a:solidFill>
              </a:defRPr>
            </a:lvl2pPr>
            <a:lvl3pPr>
              <a:lnSpc>
                <a:spcPct val="100000"/>
              </a:lnSpc>
              <a:spcBef>
                <a:spcPts val="0"/>
              </a:spcBef>
              <a:defRPr sz="3199">
                <a:solidFill>
                  <a:schemeClr val="tx1"/>
                </a:solidFill>
              </a:defRPr>
            </a:lvl3pPr>
            <a:lvl4pPr>
              <a:lnSpc>
                <a:spcPct val="100000"/>
              </a:lnSpc>
              <a:spcBef>
                <a:spcPts val="0"/>
              </a:spcBef>
              <a:defRPr sz="3199">
                <a:solidFill>
                  <a:schemeClr val="tx1"/>
                </a:solidFill>
              </a:defRPr>
            </a:lvl4pPr>
            <a:lvl5pPr>
              <a:lnSpc>
                <a:spcPct val="100000"/>
              </a:lnSpc>
              <a:spcBef>
                <a:spcPts val="0"/>
              </a:spcBef>
              <a:defRPr sz="3199">
                <a:solidFill>
                  <a:schemeClr val="tx1"/>
                </a:solidFill>
              </a:defRPr>
            </a:lvl5pPr>
          </a:lstStyle>
          <a:p>
            <a:pPr lvl="0"/>
            <a:r>
              <a:rPr lang="en-US"/>
              <a:t>Click to edit Master text styles</a:t>
            </a:r>
          </a:p>
        </p:txBody>
      </p:sp>
      <p:sp>
        <p:nvSpPr>
          <p:cNvPr id="7" name="Text Placeholder 6">
            <a:extLst>
              <a:ext uri="{FF2B5EF4-FFF2-40B4-BE49-F238E27FC236}">
                <a16:creationId xmlns:a16="http://schemas.microsoft.com/office/drawing/2014/main" id="{13FF5DC1-E283-8AC5-8620-936474303181}"/>
              </a:ext>
            </a:extLst>
          </p:cNvPr>
          <p:cNvSpPr>
            <a:spLocks noGrp="1"/>
          </p:cNvSpPr>
          <p:nvPr>
            <p:ph type="body" sz="quarter" idx="15" hasCustomPrompt="1"/>
          </p:nvPr>
        </p:nvSpPr>
        <p:spPr>
          <a:xfrm>
            <a:off x="9428522" y="284957"/>
            <a:ext cx="2476178" cy="5715794"/>
          </a:xfrm>
          <a:prstGeom prst="rect">
            <a:avLst/>
          </a:prstGeom>
        </p:spPr>
        <p:txBody>
          <a:bodyPr/>
          <a:lstStyle>
            <a:lvl1pPr>
              <a:lnSpc>
                <a:spcPct val="120000"/>
              </a:lnSpc>
              <a:spcBef>
                <a:spcPts val="0"/>
              </a:spcBef>
              <a:defRPr sz="800" b="0" i="0">
                <a:solidFill>
                  <a:schemeClr val="tx1"/>
                </a:solidFill>
                <a:latin typeface="IBM Plex Sans" panose="020B0503050203000203" pitchFamily="34" charset="0"/>
              </a:defRPr>
            </a:lvl1pPr>
            <a:lvl2pPr marL="73137" indent="-73137">
              <a:lnSpc>
                <a:spcPct val="120000"/>
              </a:lnSpc>
              <a:spcBef>
                <a:spcPts val="0"/>
              </a:spcBef>
              <a:defRPr sz="800" b="0" i="0">
                <a:solidFill>
                  <a:schemeClr val="tx1"/>
                </a:solidFill>
                <a:latin typeface="IBM Plex Sans" panose="020B0503050203000203" pitchFamily="34" charset="0"/>
              </a:defRPr>
            </a:lvl2pPr>
            <a:lvl3pPr marL="146275" indent="-73137">
              <a:lnSpc>
                <a:spcPct val="120000"/>
              </a:lnSpc>
              <a:spcBef>
                <a:spcPts val="0"/>
              </a:spcBef>
              <a:defRPr sz="800" b="0" i="0">
                <a:solidFill>
                  <a:schemeClr val="tx1"/>
                </a:solidFill>
                <a:latin typeface="IBM Plex Sans" panose="020B0503050203000203" pitchFamily="34" charset="0"/>
              </a:defRPr>
            </a:lvl3pPr>
            <a:lvl4pPr marL="219412" indent="-73137">
              <a:lnSpc>
                <a:spcPct val="120000"/>
              </a:lnSpc>
              <a:spcBef>
                <a:spcPts val="0"/>
              </a:spcBef>
              <a:defRPr sz="800" b="0" i="0">
                <a:solidFill>
                  <a:schemeClr val="tx1"/>
                </a:solidFill>
                <a:latin typeface="IBM Plex Sans" panose="020B0503050203000203" pitchFamily="34" charset="0"/>
              </a:defRPr>
            </a:lvl4pPr>
            <a:lvl5pPr>
              <a:lnSpc>
                <a:spcPct val="120000"/>
              </a:lnSpc>
              <a:spcBef>
                <a:spcPts val="0"/>
              </a:spcBef>
              <a:defRPr sz="800" b="0" i="0">
                <a:solidFill>
                  <a:schemeClr val="tx1"/>
                </a:solidFill>
                <a:latin typeface="IBM Plex Sans" panose="020B0503050203000203" pitchFamily="34" charset="0"/>
              </a:defRPr>
            </a:lvl5pPr>
          </a:lstStyle>
          <a:p>
            <a:r>
              <a:rPr lang="en-US" dirty="0"/>
              <a:t>Copy and paste appropriate legal disclaimer text from one of the three options in the PDF guidance deck, found on pages 22-24. Always use the proper legal disclaimer for your presentation audience.</a:t>
            </a:r>
          </a:p>
        </p:txBody>
      </p:sp>
      <p:sp>
        <p:nvSpPr>
          <p:cNvPr id="2" name="Footer Placeholder 1">
            <a:extLst>
              <a:ext uri="{FF2B5EF4-FFF2-40B4-BE49-F238E27FC236}">
                <a16:creationId xmlns:a16="http://schemas.microsoft.com/office/drawing/2014/main" id="{04A6E1A4-1881-81E9-2BBE-BC4DBFE11A0E}"/>
              </a:ext>
            </a:extLst>
          </p:cNvPr>
          <p:cNvSpPr>
            <a:spLocks noGrp="1"/>
          </p:cNvSpPr>
          <p:nvPr>
            <p:ph type="ftr" sz="quarter" idx="16"/>
          </p:nvPr>
        </p:nvSpPr>
        <p:spPr/>
        <p:txBody>
          <a:bodyPr/>
          <a:lstStyle/>
          <a:p>
            <a:r>
              <a:rPr lang="en-US"/>
              <a:t>IBM Quantum Summit 2023</a:t>
            </a:r>
          </a:p>
        </p:txBody>
      </p:sp>
      <p:sp>
        <p:nvSpPr>
          <p:cNvPr id="6" name="Slide Number">
            <a:extLst>
              <a:ext uri="{FF2B5EF4-FFF2-40B4-BE49-F238E27FC236}">
                <a16:creationId xmlns:a16="http://schemas.microsoft.com/office/drawing/2014/main" id="{80270476-9FE1-F85E-6F9B-322B184D8FC9}"/>
              </a:ext>
            </a:extLst>
          </p:cNvPr>
          <p:cNvSpPr txBox="1">
            <a:spLocks noGrp="1"/>
          </p:cNvSpPr>
          <p:nvPr>
            <p:ph type="sldNum" sz="quarter" idx="4"/>
          </p:nvPr>
        </p:nvSpPr>
        <p:spPr>
          <a:xfrm>
            <a:off x="11769264" y="6469419"/>
            <a:ext cx="135436" cy="123111"/>
          </a:xfrm>
          <a:prstGeom prst="rect">
            <a:avLst/>
          </a:prstGeom>
          <a:ln w="12700">
            <a:miter lim="400000"/>
          </a:ln>
        </p:spPr>
        <p:txBody>
          <a:bodyPr wrap="squar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2186187956"/>
      </p:ext>
    </p:extLst>
  </p:cSld>
  <p:clrMapOvr>
    <a:masterClrMapping/>
  </p:clrMapOvr>
  <p:transition spd="med"/>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Blank slid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D0BFE-82FD-94B0-E6D9-A9096777C842}"/>
              </a:ext>
            </a:extLst>
          </p:cNvPr>
          <p:cNvSpPr>
            <a:spLocks noGrp="1"/>
          </p:cNvSpPr>
          <p:nvPr>
            <p:ph type="title"/>
          </p:nvPr>
        </p:nvSpPr>
        <p:spPr>
          <a:xfrm>
            <a:off x="287999" y="288036"/>
            <a:ext cx="2474590" cy="763524"/>
          </a:xfrm>
        </p:spPr>
        <p:txBody>
          <a:bodyPr/>
          <a:lstStyle>
            <a:lvl1pPr>
              <a:lnSpc>
                <a:spcPct val="110000"/>
              </a:lnSpc>
              <a:defRPr sz="1400">
                <a:solidFill>
                  <a:schemeClr val="tx2"/>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9559113-A66F-B148-0A73-FD8B5C2B023D}"/>
              </a:ext>
            </a:extLst>
          </p:cNvPr>
          <p:cNvSpPr>
            <a:spLocks noGrp="1"/>
          </p:cNvSpPr>
          <p:nvPr>
            <p:ph type="ftr" sz="quarter" idx="12"/>
          </p:nvPr>
        </p:nvSpPr>
        <p:spPr/>
        <p:txBody>
          <a:bodyPr/>
          <a:lstStyle/>
          <a:p>
            <a:r>
              <a:rPr lang="en-US"/>
              <a:t>IBM Quantum Summit 2023</a:t>
            </a:r>
          </a:p>
        </p:txBody>
      </p:sp>
      <p:sp>
        <p:nvSpPr>
          <p:cNvPr id="5" name="Slide Number">
            <a:extLst>
              <a:ext uri="{FF2B5EF4-FFF2-40B4-BE49-F238E27FC236}">
                <a16:creationId xmlns:a16="http://schemas.microsoft.com/office/drawing/2014/main" id="{BAFC9C6E-79FD-9BB8-F74D-EAA013319C68}"/>
              </a:ext>
            </a:extLst>
          </p:cNvPr>
          <p:cNvSpPr txBox="1">
            <a:spLocks noGrp="1"/>
          </p:cNvSpPr>
          <p:nvPr>
            <p:ph type="sldNum" sz="quarter" idx="4"/>
          </p:nvPr>
        </p:nvSpPr>
        <p:spPr>
          <a:xfrm>
            <a:off x="11769264" y="6469419"/>
            <a:ext cx="135436" cy="123111"/>
          </a:xfrm>
          <a:prstGeom prst="rect">
            <a:avLst/>
          </a:prstGeom>
          <a:ln w="12700">
            <a:miter lim="400000"/>
          </a:ln>
        </p:spPr>
        <p:txBody>
          <a:bodyPr wrap="squar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209605039"/>
      </p:ext>
    </p:extLst>
  </p:cSld>
  <p:clrMapOvr>
    <a:masterClrMapping/>
  </p:clrMapOvr>
  <p:transition spd="med"/>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Legal disclaimer, two columns">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0BB717A5-5D28-36C3-250F-93E0C68721CA}"/>
              </a:ext>
            </a:extLst>
          </p:cNvPr>
          <p:cNvSpPr>
            <a:spLocks noGrp="1"/>
          </p:cNvSpPr>
          <p:nvPr>
            <p:ph type="body" sz="quarter" idx="14"/>
          </p:nvPr>
        </p:nvSpPr>
        <p:spPr>
          <a:xfrm>
            <a:off x="287999" y="192024"/>
            <a:ext cx="2477765" cy="1429544"/>
          </a:xfrm>
          <a:prstGeom prst="rect">
            <a:avLst/>
          </a:prstGeom>
        </p:spPr>
        <p:txBody>
          <a:bodyPr/>
          <a:lstStyle>
            <a:lvl1pPr>
              <a:lnSpc>
                <a:spcPct val="90000"/>
              </a:lnSpc>
              <a:spcBef>
                <a:spcPts val="0"/>
              </a:spcBef>
              <a:defRPr sz="3199">
                <a:solidFill>
                  <a:schemeClr val="tx2"/>
                </a:solidFill>
              </a:defRPr>
            </a:lvl1pPr>
            <a:lvl2pPr>
              <a:lnSpc>
                <a:spcPct val="100000"/>
              </a:lnSpc>
              <a:spcBef>
                <a:spcPts val="0"/>
              </a:spcBef>
              <a:defRPr sz="3199">
                <a:solidFill>
                  <a:schemeClr val="tx1"/>
                </a:solidFill>
              </a:defRPr>
            </a:lvl2pPr>
            <a:lvl3pPr>
              <a:lnSpc>
                <a:spcPct val="100000"/>
              </a:lnSpc>
              <a:spcBef>
                <a:spcPts val="0"/>
              </a:spcBef>
              <a:defRPr sz="3199">
                <a:solidFill>
                  <a:schemeClr val="tx1"/>
                </a:solidFill>
              </a:defRPr>
            </a:lvl3pPr>
            <a:lvl4pPr>
              <a:lnSpc>
                <a:spcPct val="100000"/>
              </a:lnSpc>
              <a:spcBef>
                <a:spcPts val="0"/>
              </a:spcBef>
              <a:defRPr sz="3199">
                <a:solidFill>
                  <a:schemeClr val="tx1"/>
                </a:solidFill>
              </a:defRPr>
            </a:lvl4pPr>
            <a:lvl5pPr>
              <a:lnSpc>
                <a:spcPct val="100000"/>
              </a:lnSpc>
              <a:spcBef>
                <a:spcPts val="0"/>
              </a:spcBef>
              <a:defRPr sz="3199">
                <a:solidFill>
                  <a:schemeClr val="tx1"/>
                </a:solidFill>
              </a:defRPr>
            </a:lvl5pPr>
          </a:lstStyle>
          <a:p>
            <a:pPr lvl="0"/>
            <a:r>
              <a:rPr lang="en-US"/>
              <a:t>Click to edit Master text styles</a:t>
            </a:r>
          </a:p>
        </p:txBody>
      </p:sp>
      <p:sp>
        <p:nvSpPr>
          <p:cNvPr id="6" name="Text Placeholder 6">
            <a:extLst>
              <a:ext uri="{FF2B5EF4-FFF2-40B4-BE49-F238E27FC236}">
                <a16:creationId xmlns:a16="http://schemas.microsoft.com/office/drawing/2014/main" id="{54E531DA-4051-706E-065B-21A03914153D}"/>
              </a:ext>
            </a:extLst>
          </p:cNvPr>
          <p:cNvSpPr>
            <a:spLocks noGrp="1"/>
          </p:cNvSpPr>
          <p:nvPr>
            <p:ph type="body" sz="quarter" idx="17" hasCustomPrompt="1"/>
          </p:nvPr>
        </p:nvSpPr>
        <p:spPr>
          <a:xfrm>
            <a:off x="6380919" y="284957"/>
            <a:ext cx="2476178" cy="5715794"/>
          </a:xfrm>
          <a:prstGeom prst="rect">
            <a:avLst/>
          </a:prstGeom>
        </p:spPr>
        <p:txBody>
          <a:bodyPr/>
          <a:lstStyle>
            <a:lvl1pPr>
              <a:lnSpc>
                <a:spcPct val="120000"/>
              </a:lnSpc>
              <a:spcBef>
                <a:spcPts val="0"/>
              </a:spcBef>
              <a:defRPr sz="800" b="0" i="0">
                <a:solidFill>
                  <a:schemeClr val="tx1"/>
                </a:solidFill>
                <a:latin typeface="IBM Plex Sans" panose="020B0503050203000203" pitchFamily="34" charset="0"/>
              </a:defRPr>
            </a:lvl1pPr>
            <a:lvl2pPr marL="73137" indent="-73137">
              <a:lnSpc>
                <a:spcPct val="120000"/>
              </a:lnSpc>
              <a:spcBef>
                <a:spcPts val="0"/>
              </a:spcBef>
              <a:defRPr sz="800" b="0" i="0">
                <a:solidFill>
                  <a:schemeClr val="tx1"/>
                </a:solidFill>
                <a:latin typeface="IBM Plex Sans" panose="020B0503050203000203" pitchFamily="34" charset="0"/>
              </a:defRPr>
            </a:lvl2pPr>
            <a:lvl3pPr marL="146275" indent="-73137">
              <a:lnSpc>
                <a:spcPct val="120000"/>
              </a:lnSpc>
              <a:spcBef>
                <a:spcPts val="0"/>
              </a:spcBef>
              <a:defRPr sz="800" b="0" i="0">
                <a:solidFill>
                  <a:schemeClr val="tx1"/>
                </a:solidFill>
                <a:latin typeface="IBM Plex Sans" panose="020B0503050203000203" pitchFamily="34" charset="0"/>
              </a:defRPr>
            </a:lvl3pPr>
            <a:lvl4pPr marL="219412" indent="-73137">
              <a:lnSpc>
                <a:spcPct val="120000"/>
              </a:lnSpc>
              <a:spcBef>
                <a:spcPts val="0"/>
              </a:spcBef>
              <a:defRPr sz="800" b="0" i="0">
                <a:solidFill>
                  <a:schemeClr val="tx1"/>
                </a:solidFill>
                <a:latin typeface="IBM Plex Sans" panose="020B0503050203000203" pitchFamily="34" charset="0"/>
              </a:defRPr>
            </a:lvl4pPr>
            <a:lvl5pPr>
              <a:lnSpc>
                <a:spcPct val="120000"/>
              </a:lnSpc>
              <a:spcBef>
                <a:spcPts val="0"/>
              </a:spcBef>
              <a:defRPr sz="800" b="0" i="0">
                <a:solidFill>
                  <a:schemeClr val="tx1"/>
                </a:solidFill>
                <a:latin typeface="IBM Plex Sans" panose="020B0503050203000203" pitchFamily="34" charset="0"/>
              </a:defRPr>
            </a:lvl5pPr>
          </a:lstStyle>
          <a:p>
            <a:r>
              <a:rPr lang="en-US" dirty="0"/>
              <a:t>Copy and paste appropriate legal disclaimer text from one of the three options in the PDF guidance deck, found on pages 22-24. Always use the proper legal disclaimer for your presentation audience.</a:t>
            </a:r>
          </a:p>
        </p:txBody>
      </p:sp>
      <p:sp>
        <p:nvSpPr>
          <p:cNvPr id="7" name="Text Placeholder 6">
            <a:extLst>
              <a:ext uri="{FF2B5EF4-FFF2-40B4-BE49-F238E27FC236}">
                <a16:creationId xmlns:a16="http://schemas.microsoft.com/office/drawing/2014/main" id="{13FF5DC1-E283-8AC5-8620-936474303181}"/>
              </a:ext>
            </a:extLst>
          </p:cNvPr>
          <p:cNvSpPr>
            <a:spLocks noGrp="1"/>
          </p:cNvSpPr>
          <p:nvPr>
            <p:ph type="body" sz="quarter" idx="15" hasCustomPrompt="1"/>
          </p:nvPr>
        </p:nvSpPr>
        <p:spPr>
          <a:xfrm>
            <a:off x="9428522" y="284957"/>
            <a:ext cx="2476178" cy="5715794"/>
          </a:xfrm>
          <a:prstGeom prst="rect">
            <a:avLst/>
          </a:prstGeom>
        </p:spPr>
        <p:txBody>
          <a:bodyPr/>
          <a:lstStyle>
            <a:lvl1pPr>
              <a:lnSpc>
                <a:spcPct val="120000"/>
              </a:lnSpc>
              <a:spcBef>
                <a:spcPts val="0"/>
              </a:spcBef>
              <a:defRPr sz="800" b="0" i="0">
                <a:solidFill>
                  <a:schemeClr val="tx1"/>
                </a:solidFill>
                <a:latin typeface="IBM Plex Sans" panose="020B0503050203000203" pitchFamily="34" charset="0"/>
              </a:defRPr>
            </a:lvl1pPr>
            <a:lvl2pPr marL="73137" indent="-73137">
              <a:lnSpc>
                <a:spcPct val="120000"/>
              </a:lnSpc>
              <a:spcBef>
                <a:spcPts val="0"/>
              </a:spcBef>
              <a:defRPr sz="800" b="0" i="0">
                <a:solidFill>
                  <a:schemeClr val="tx1"/>
                </a:solidFill>
                <a:latin typeface="IBM Plex Sans" panose="020B0503050203000203" pitchFamily="34" charset="0"/>
              </a:defRPr>
            </a:lvl2pPr>
            <a:lvl3pPr marL="146275" indent="-73137">
              <a:lnSpc>
                <a:spcPct val="120000"/>
              </a:lnSpc>
              <a:spcBef>
                <a:spcPts val="0"/>
              </a:spcBef>
              <a:defRPr sz="800" b="0" i="0">
                <a:solidFill>
                  <a:schemeClr val="tx1"/>
                </a:solidFill>
                <a:latin typeface="IBM Plex Sans" panose="020B0503050203000203" pitchFamily="34" charset="0"/>
              </a:defRPr>
            </a:lvl3pPr>
            <a:lvl4pPr marL="219412" indent="-73137">
              <a:lnSpc>
                <a:spcPct val="120000"/>
              </a:lnSpc>
              <a:spcBef>
                <a:spcPts val="0"/>
              </a:spcBef>
              <a:defRPr sz="800" b="0" i="0">
                <a:solidFill>
                  <a:schemeClr val="tx1"/>
                </a:solidFill>
                <a:latin typeface="IBM Plex Sans" panose="020B0503050203000203" pitchFamily="34" charset="0"/>
              </a:defRPr>
            </a:lvl4pPr>
            <a:lvl5pPr>
              <a:lnSpc>
                <a:spcPct val="120000"/>
              </a:lnSpc>
              <a:spcBef>
                <a:spcPts val="0"/>
              </a:spcBef>
              <a:defRPr sz="800" b="0" i="0">
                <a:solidFill>
                  <a:schemeClr val="tx1"/>
                </a:solidFill>
                <a:latin typeface="IBM Plex Sans" panose="020B0503050203000203" pitchFamily="34" charset="0"/>
              </a:defRPr>
            </a:lvl5pPr>
          </a:lstStyle>
          <a:p>
            <a:r>
              <a:rPr lang="en-US" dirty="0"/>
              <a:t>Copy and paste appropriate legal disclaimer text from one of the three options in the PDF guidance deck, found on pages 22-24. Always use the proper legal disclaimer for your presentation audience.</a:t>
            </a:r>
          </a:p>
        </p:txBody>
      </p:sp>
      <p:sp>
        <p:nvSpPr>
          <p:cNvPr id="2" name="Footer Placeholder 1">
            <a:extLst>
              <a:ext uri="{FF2B5EF4-FFF2-40B4-BE49-F238E27FC236}">
                <a16:creationId xmlns:a16="http://schemas.microsoft.com/office/drawing/2014/main" id="{04A6E1A4-1881-81E9-2BBE-BC4DBFE11A0E}"/>
              </a:ext>
            </a:extLst>
          </p:cNvPr>
          <p:cNvSpPr>
            <a:spLocks noGrp="1"/>
          </p:cNvSpPr>
          <p:nvPr>
            <p:ph type="ftr" sz="quarter" idx="16"/>
          </p:nvPr>
        </p:nvSpPr>
        <p:spPr>
          <a:xfrm>
            <a:off x="290474" y="6402388"/>
            <a:ext cx="2477765" cy="190500"/>
          </a:xfrm>
        </p:spPr>
        <p:txBody>
          <a:bodyPr/>
          <a:lstStyle/>
          <a:p>
            <a:r>
              <a:rPr lang="en-US"/>
              <a:t>IBM Quantum Summit 2023</a:t>
            </a:r>
          </a:p>
        </p:txBody>
      </p:sp>
      <p:sp>
        <p:nvSpPr>
          <p:cNvPr id="5" name="Slide Number">
            <a:extLst>
              <a:ext uri="{FF2B5EF4-FFF2-40B4-BE49-F238E27FC236}">
                <a16:creationId xmlns:a16="http://schemas.microsoft.com/office/drawing/2014/main" id="{CAD686F0-BF95-1E62-61EC-967907338873}"/>
              </a:ext>
            </a:extLst>
          </p:cNvPr>
          <p:cNvSpPr txBox="1">
            <a:spLocks noGrp="1"/>
          </p:cNvSpPr>
          <p:nvPr>
            <p:ph type="sldNum" sz="quarter" idx="4"/>
          </p:nvPr>
        </p:nvSpPr>
        <p:spPr>
          <a:xfrm>
            <a:off x="11769264" y="6469419"/>
            <a:ext cx="135436" cy="123111"/>
          </a:xfrm>
          <a:prstGeom prst="rect">
            <a:avLst/>
          </a:prstGeom>
          <a:ln w="12700">
            <a:miter lim="400000"/>
          </a:ln>
        </p:spPr>
        <p:txBody>
          <a:bodyPr wrap="squar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19196161"/>
      </p:ext>
    </p:extLst>
  </p:cSld>
  <p:clrMapOvr>
    <a:masterClrMapping/>
  </p:clrMapOvr>
  <p:transition spd="med"/>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End slide">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8AEDA2B-3489-F6C6-7BB3-94C65DFDBE1B}"/>
              </a:ext>
            </a:extLst>
          </p:cNvPr>
          <p:cNvPicPr>
            <a:picLocks noChangeAspect="1"/>
          </p:cNvPicPr>
          <p:nvPr userDrawn="1"/>
        </p:nvPicPr>
        <p:blipFill>
          <a:blip r:embed="rId2"/>
          <a:stretch>
            <a:fillRect/>
          </a:stretch>
        </p:blipFill>
        <p:spPr>
          <a:xfrm>
            <a:off x="4148508" y="2680666"/>
            <a:ext cx="3894985" cy="1496668"/>
          </a:xfrm>
          <a:prstGeom prst="rect">
            <a:avLst/>
          </a:prstGeom>
        </p:spPr>
      </p:pic>
    </p:spTree>
    <p:extLst>
      <p:ext uri="{BB962C8B-B14F-4D97-AF65-F5344CB8AC3E}">
        <p14:creationId xmlns:p14="http://schemas.microsoft.com/office/powerpoint/2010/main" val="4195384914"/>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25.xml"/><Relationship Id="rId18" Type="http://schemas.openxmlformats.org/officeDocument/2006/relationships/slideLayout" Target="../slideLayouts/slideLayout30.xml"/><Relationship Id="rId26" Type="http://schemas.openxmlformats.org/officeDocument/2006/relationships/slideLayout" Target="../slideLayouts/slideLayout38.xml"/><Relationship Id="rId39" Type="http://schemas.openxmlformats.org/officeDocument/2006/relationships/slideLayout" Target="../slideLayouts/slideLayout51.xml"/><Relationship Id="rId21" Type="http://schemas.openxmlformats.org/officeDocument/2006/relationships/slideLayout" Target="../slideLayouts/slideLayout33.xml"/><Relationship Id="rId34" Type="http://schemas.openxmlformats.org/officeDocument/2006/relationships/slideLayout" Target="../slideLayouts/slideLayout46.xml"/><Relationship Id="rId42" Type="http://schemas.openxmlformats.org/officeDocument/2006/relationships/slideLayout" Target="../slideLayouts/slideLayout54.xml"/><Relationship Id="rId47" Type="http://schemas.openxmlformats.org/officeDocument/2006/relationships/theme" Target="../theme/theme2.xml"/><Relationship Id="rId7" Type="http://schemas.openxmlformats.org/officeDocument/2006/relationships/slideLayout" Target="../slideLayouts/slideLayout19.xml"/><Relationship Id="rId2" Type="http://schemas.openxmlformats.org/officeDocument/2006/relationships/slideLayout" Target="../slideLayouts/slideLayout14.xml"/><Relationship Id="rId16" Type="http://schemas.openxmlformats.org/officeDocument/2006/relationships/slideLayout" Target="../slideLayouts/slideLayout28.xml"/><Relationship Id="rId29" Type="http://schemas.openxmlformats.org/officeDocument/2006/relationships/slideLayout" Target="../slideLayouts/slideLayout41.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24" Type="http://schemas.openxmlformats.org/officeDocument/2006/relationships/slideLayout" Target="../slideLayouts/slideLayout36.xml"/><Relationship Id="rId32" Type="http://schemas.openxmlformats.org/officeDocument/2006/relationships/slideLayout" Target="../slideLayouts/slideLayout44.xml"/><Relationship Id="rId37" Type="http://schemas.openxmlformats.org/officeDocument/2006/relationships/slideLayout" Target="../slideLayouts/slideLayout49.xml"/><Relationship Id="rId40" Type="http://schemas.openxmlformats.org/officeDocument/2006/relationships/slideLayout" Target="../slideLayouts/slideLayout52.xml"/><Relationship Id="rId45" Type="http://schemas.openxmlformats.org/officeDocument/2006/relationships/slideLayout" Target="../slideLayouts/slideLayout57.xml"/><Relationship Id="rId5" Type="http://schemas.openxmlformats.org/officeDocument/2006/relationships/slideLayout" Target="../slideLayouts/slideLayout17.xml"/><Relationship Id="rId15" Type="http://schemas.openxmlformats.org/officeDocument/2006/relationships/slideLayout" Target="../slideLayouts/slideLayout27.xml"/><Relationship Id="rId23" Type="http://schemas.openxmlformats.org/officeDocument/2006/relationships/slideLayout" Target="../slideLayouts/slideLayout35.xml"/><Relationship Id="rId28" Type="http://schemas.openxmlformats.org/officeDocument/2006/relationships/slideLayout" Target="../slideLayouts/slideLayout40.xml"/><Relationship Id="rId36" Type="http://schemas.openxmlformats.org/officeDocument/2006/relationships/slideLayout" Target="../slideLayouts/slideLayout48.xml"/><Relationship Id="rId10" Type="http://schemas.openxmlformats.org/officeDocument/2006/relationships/slideLayout" Target="../slideLayouts/slideLayout22.xml"/><Relationship Id="rId19" Type="http://schemas.openxmlformats.org/officeDocument/2006/relationships/slideLayout" Target="../slideLayouts/slideLayout31.xml"/><Relationship Id="rId31" Type="http://schemas.openxmlformats.org/officeDocument/2006/relationships/slideLayout" Target="../slideLayouts/slideLayout43.xml"/><Relationship Id="rId44" Type="http://schemas.openxmlformats.org/officeDocument/2006/relationships/slideLayout" Target="../slideLayouts/slideLayout56.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slideLayout" Target="../slideLayouts/slideLayout26.xml"/><Relationship Id="rId22" Type="http://schemas.openxmlformats.org/officeDocument/2006/relationships/slideLayout" Target="../slideLayouts/slideLayout34.xml"/><Relationship Id="rId27" Type="http://schemas.openxmlformats.org/officeDocument/2006/relationships/slideLayout" Target="../slideLayouts/slideLayout39.xml"/><Relationship Id="rId30" Type="http://schemas.openxmlformats.org/officeDocument/2006/relationships/slideLayout" Target="../slideLayouts/slideLayout42.xml"/><Relationship Id="rId35" Type="http://schemas.openxmlformats.org/officeDocument/2006/relationships/slideLayout" Target="../slideLayouts/slideLayout47.xml"/><Relationship Id="rId43" Type="http://schemas.openxmlformats.org/officeDocument/2006/relationships/slideLayout" Target="../slideLayouts/slideLayout55.xml"/><Relationship Id="rId8" Type="http://schemas.openxmlformats.org/officeDocument/2006/relationships/slideLayout" Target="../slideLayouts/slideLayout20.xml"/><Relationship Id="rId3" Type="http://schemas.openxmlformats.org/officeDocument/2006/relationships/slideLayout" Target="../slideLayouts/slideLayout15.xml"/><Relationship Id="rId12" Type="http://schemas.openxmlformats.org/officeDocument/2006/relationships/slideLayout" Target="../slideLayouts/slideLayout24.xml"/><Relationship Id="rId17" Type="http://schemas.openxmlformats.org/officeDocument/2006/relationships/slideLayout" Target="../slideLayouts/slideLayout29.xml"/><Relationship Id="rId25" Type="http://schemas.openxmlformats.org/officeDocument/2006/relationships/slideLayout" Target="../slideLayouts/slideLayout37.xml"/><Relationship Id="rId33" Type="http://schemas.openxmlformats.org/officeDocument/2006/relationships/slideLayout" Target="../slideLayouts/slideLayout45.xml"/><Relationship Id="rId38" Type="http://schemas.openxmlformats.org/officeDocument/2006/relationships/slideLayout" Target="../slideLayouts/slideLayout50.xml"/><Relationship Id="rId46" Type="http://schemas.openxmlformats.org/officeDocument/2006/relationships/slideLayout" Target="../slideLayouts/slideLayout58.xml"/><Relationship Id="rId20" Type="http://schemas.openxmlformats.org/officeDocument/2006/relationships/slideLayout" Target="../slideLayouts/slideLayout32.xml"/><Relationship Id="rId41" Type="http://schemas.openxmlformats.org/officeDocument/2006/relationships/slideLayout" Target="../slideLayouts/slideLayout5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US" smtClean="0"/>
              <a:t>9/15/25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US" smtClean="0"/>
              <a:t>‹#›</a:t>
            </a:fld>
            <a:endParaRPr lang="en-US"/>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7" name="Slide Number"/>
          <p:cNvSpPr txBox="1">
            <a:spLocks noGrp="1"/>
          </p:cNvSpPr>
          <p:nvPr>
            <p:ph type="sldNum" sz="quarter" idx="2"/>
          </p:nvPr>
        </p:nvSpPr>
        <p:spPr>
          <a:xfrm>
            <a:off x="11769264" y="6469507"/>
            <a:ext cx="135436" cy="123111"/>
          </a:xfrm>
          <a:prstGeom prst="rect">
            <a:avLst/>
          </a:prstGeom>
          <a:ln w="12700">
            <a:miter lim="400000"/>
          </a:ln>
        </p:spPr>
        <p:txBody>
          <a:bodyPr wrap="square" lIns="0" tIns="0" rIns="0" bIns="0" anchor="b" anchorCtr="0">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
        <p:nvSpPr>
          <p:cNvPr id="48" name="Title Text"/>
          <p:cNvSpPr txBox="1">
            <a:spLocks noGrp="1"/>
          </p:cNvSpPr>
          <p:nvPr>
            <p:ph type="title"/>
          </p:nvPr>
        </p:nvSpPr>
        <p:spPr>
          <a:xfrm>
            <a:off x="287999" y="288036"/>
            <a:ext cx="11293592" cy="132556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lstStyle/>
          <a:p>
            <a:r>
              <a:rPr dirty="0"/>
              <a:t>Title Text</a:t>
            </a:r>
          </a:p>
        </p:txBody>
      </p:sp>
      <p:sp>
        <p:nvSpPr>
          <p:cNvPr id="2" name="Footer Placeholder 1">
            <a:extLst>
              <a:ext uri="{FF2B5EF4-FFF2-40B4-BE49-F238E27FC236}">
                <a16:creationId xmlns:a16="http://schemas.microsoft.com/office/drawing/2014/main" id="{59EB465A-FE7F-6B71-D716-1673174BBF59}"/>
              </a:ext>
            </a:extLst>
          </p:cNvPr>
          <p:cNvSpPr>
            <a:spLocks noGrp="1"/>
          </p:cNvSpPr>
          <p:nvPr>
            <p:ph type="ftr" sz="quarter" idx="3"/>
          </p:nvPr>
        </p:nvSpPr>
        <p:spPr>
          <a:xfrm>
            <a:off x="284125" y="6402118"/>
            <a:ext cx="2477765" cy="190500"/>
          </a:xfrm>
          <a:prstGeom prst="rect">
            <a:avLst/>
          </a:prstGeom>
        </p:spPr>
        <p:txBody>
          <a:bodyPr vert="horz" lIns="0" tIns="0" rIns="0" bIns="0" rtlCol="0" anchor="b"/>
          <a:lstStyle>
            <a:lvl1pPr algn="l">
              <a:defRPr sz="800" b="0" i="0">
                <a:solidFill>
                  <a:schemeClr val="tx1"/>
                </a:solidFill>
                <a:latin typeface="IBM Plex Sans" panose="020B0503050203000203" pitchFamily="34" charset="0"/>
              </a:defRPr>
            </a:lvl1pPr>
          </a:lstStyle>
          <a:p>
            <a:r>
              <a:rPr lang="en-US" dirty="0"/>
              <a:t>IBM Quantum Summit 2023</a:t>
            </a:r>
          </a:p>
        </p:txBody>
      </p:sp>
    </p:spTree>
    <p:extLst>
      <p:ext uri="{BB962C8B-B14F-4D97-AF65-F5344CB8AC3E}">
        <p14:creationId xmlns:p14="http://schemas.microsoft.com/office/powerpoint/2010/main" val="3669031262"/>
      </p:ext>
    </p:extLst>
  </p:cSld>
  <p:clrMap bg1="dk1" tx1="lt1" bg2="dk2" tx2="lt2" accent1="accent1" accent2="accent2" accent3="accent3" accent4="accent4" accent5="accent5" accent6="accent6" hlink="hlink" folHlink="folHlink"/>
  <p:sldLayoutIdLst>
    <p:sldLayoutId id="2147483944" r:id="rId1"/>
    <p:sldLayoutId id="2147483945" r:id="rId2"/>
    <p:sldLayoutId id="2147483904" r:id="rId3"/>
    <p:sldLayoutId id="2147483905" r:id="rId4"/>
    <p:sldLayoutId id="2147483901" r:id="rId5"/>
    <p:sldLayoutId id="2147483692" r:id="rId6"/>
    <p:sldLayoutId id="2147483906" r:id="rId7"/>
    <p:sldLayoutId id="2147483907" r:id="rId8"/>
    <p:sldLayoutId id="2147483910" r:id="rId9"/>
    <p:sldLayoutId id="2147483908" r:id="rId10"/>
    <p:sldLayoutId id="2147483909" r:id="rId11"/>
    <p:sldLayoutId id="2147483912" r:id="rId12"/>
    <p:sldLayoutId id="2147483914" r:id="rId13"/>
    <p:sldLayoutId id="2147483915" r:id="rId14"/>
    <p:sldLayoutId id="2147483913" r:id="rId15"/>
    <p:sldLayoutId id="2147483917" r:id="rId16"/>
    <p:sldLayoutId id="2147483942" r:id="rId17"/>
    <p:sldLayoutId id="2147483919" r:id="rId18"/>
    <p:sldLayoutId id="2147483929" r:id="rId19"/>
    <p:sldLayoutId id="2147483920" r:id="rId20"/>
    <p:sldLayoutId id="2147483930" r:id="rId21"/>
    <p:sldLayoutId id="2147483928" r:id="rId22"/>
    <p:sldLayoutId id="2147483948" r:id="rId23"/>
    <p:sldLayoutId id="2147483927" r:id="rId24"/>
    <p:sldLayoutId id="2147483950" r:id="rId25"/>
    <p:sldLayoutId id="2147483921" r:id="rId26"/>
    <p:sldLayoutId id="2147483916" r:id="rId27"/>
    <p:sldLayoutId id="2147483922" r:id="rId28"/>
    <p:sldLayoutId id="2147483953" r:id="rId29"/>
    <p:sldLayoutId id="2147483956" r:id="rId30"/>
    <p:sldLayoutId id="2147483923" r:id="rId31"/>
    <p:sldLayoutId id="2147483924" r:id="rId32"/>
    <p:sldLayoutId id="2147483926" r:id="rId33"/>
    <p:sldLayoutId id="2147483925" r:id="rId34"/>
    <p:sldLayoutId id="2147483959" r:id="rId35"/>
    <p:sldLayoutId id="2147483937" r:id="rId36"/>
    <p:sldLayoutId id="2147483932" r:id="rId37"/>
    <p:sldLayoutId id="2147483934" r:id="rId38"/>
    <p:sldLayoutId id="2147483935" r:id="rId39"/>
    <p:sldLayoutId id="2147483936" r:id="rId40"/>
    <p:sldLayoutId id="2147483938" r:id="rId41"/>
    <p:sldLayoutId id="2147483939" r:id="rId42"/>
    <p:sldLayoutId id="2147483940" r:id="rId43"/>
    <p:sldLayoutId id="2147483943" r:id="rId44"/>
    <p:sldLayoutId id="2147483960" r:id="rId45"/>
    <p:sldLayoutId id="2147483941" r:id="rId46"/>
  </p:sldLayoutIdLst>
  <p:transition spd="med"/>
  <p:hf hdr="0" dt="0"/>
  <p:txStyles>
    <p:titleStyle>
      <a:lvl1pPr marL="0" marR="0" indent="0" algn="l" defTabSz="2438400" rtl="0" eaLnBrk="1" latinLnBrk="0" hangingPunct="1">
        <a:lnSpc>
          <a:spcPct val="90000"/>
        </a:lnSpc>
        <a:spcBef>
          <a:spcPts val="0"/>
        </a:spcBef>
        <a:spcAft>
          <a:spcPts val="0"/>
        </a:spcAft>
        <a:buClrTx/>
        <a:buSzTx/>
        <a:buFontTx/>
        <a:buNone/>
        <a:tabLst/>
        <a:defRPr sz="6400" b="0" i="0" u="none" strike="noStrike" cap="none" spc="0" baseline="0">
          <a:solidFill>
            <a:schemeClr val="tx2"/>
          </a:solidFill>
          <a:uFillTx/>
          <a:latin typeface="+mj-lt"/>
          <a:ea typeface="+mj-ea"/>
          <a:cs typeface="+mj-cs"/>
          <a:sym typeface="IBM Plex Sans Light"/>
        </a:defRPr>
      </a:lvl1pPr>
      <a:lvl2pPr marL="0" marR="0" indent="0" algn="l" defTabSz="2438400" rtl="0" eaLnBrk="1" latinLnBrk="0" hangingPunct="1">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2pPr>
      <a:lvl3pPr marL="0" marR="0" indent="0" algn="l" defTabSz="2438400" rtl="0" eaLnBrk="1" latinLnBrk="0" hangingPunct="1">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3pPr>
      <a:lvl4pPr marL="0" marR="0" indent="0" algn="l" defTabSz="2438400" rtl="0" eaLnBrk="1" latinLnBrk="0" hangingPunct="1">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4pPr>
      <a:lvl5pPr marL="0" marR="0" indent="0" algn="l" defTabSz="2438400" rtl="0" eaLnBrk="1" latinLnBrk="0" hangingPunct="1">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5pPr>
      <a:lvl6pPr marL="0" marR="0" indent="362568" algn="l" defTabSz="2438400" rtl="0" eaLnBrk="1" latinLnBrk="0" hangingPunct="1">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6pPr>
      <a:lvl7pPr marL="0" marR="0" indent="725139" algn="l" defTabSz="2438400" rtl="0" eaLnBrk="1" latinLnBrk="0" hangingPunct="1">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7pPr>
      <a:lvl8pPr marL="0" marR="0" indent="1087706" algn="l" defTabSz="2438400" rtl="0" eaLnBrk="1" latinLnBrk="0" hangingPunct="1">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8pPr>
      <a:lvl9pPr marL="0" marR="0" indent="1450276" algn="l" defTabSz="2438400" rtl="0" eaLnBrk="1" latinLnBrk="0" hangingPunct="1">
        <a:lnSpc>
          <a:spcPct val="90000"/>
        </a:lnSpc>
        <a:spcBef>
          <a:spcPts val="0"/>
        </a:spcBef>
        <a:spcAft>
          <a:spcPts val="0"/>
        </a:spcAft>
        <a:buClrTx/>
        <a:buSzTx/>
        <a:buFontTx/>
        <a:buNone/>
        <a:tabLst/>
        <a:defRPr sz="6400" b="0" i="0" u="none" strike="noStrike" cap="none" spc="0" baseline="0">
          <a:solidFill>
            <a:srgbClr val="000000"/>
          </a:solidFill>
          <a:uFillTx/>
          <a:latin typeface="+mj-lt"/>
          <a:ea typeface="+mj-ea"/>
          <a:cs typeface="+mj-cs"/>
          <a:sym typeface="IBM Plex Sans Light"/>
        </a:defRPr>
      </a:lvl9pPr>
    </p:titleStyle>
    <p:bodyStyle>
      <a:lvl1pPr marL="0" marR="0" indent="0" algn="l" defTabSz="2438400" rtl="0" eaLnBrk="1" latinLnBrk="0" hangingPunct="1">
        <a:lnSpc>
          <a:spcPct val="110000"/>
        </a:lnSpc>
        <a:spcBef>
          <a:spcPts val="0"/>
        </a:spcBef>
        <a:spcAft>
          <a:spcPts val="0"/>
        </a:spcAft>
        <a:buClrTx/>
        <a:buSzTx/>
        <a:buFontTx/>
        <a:buNone/>
        <a:tabLst/>
        <a:defRPr sz="3600" b="0" i="0" u="none" strike="noStrike" cap="none" spc="0" baseline="0">
          <a:solidFill>
            <a:schemeClr val="tx1"/>
          </a:solidFill>
          <a:uFillTx/>
          <a:latin typeface="+mj-lt"/>
          <a:ea typeface="+mj-ea"/>
          <a:cs typeface="+mj-cs"/>
          <a:sym typeface="IBM Plex Sans Light"/>
        </a:defRPr>
      </a:lvl1pPr>
      <a:lvl2pPr marL="329184" marR="0" indent="-329184" algn="l" defTabSz="2438400" rtl="0" eaLnBrk="1" latinLnBrk="0" hangingPunct="1">
        <a:lnSpc>
          <a:spcPct val="110000"/>
        </a:lnSpc>
        <a:spcBef>
          <a:spcPts val="0"/>
        </a:spcBef>
        <a:spcAft>
          <a:spcPts val="0"/>
        </a:spcAft>
        <a:buClrTx/>
        <a:buSzPct val="100000"/>
        <a:buFontTx/>
        <a:buChar char="–"/>
        <a:tabLst/>
        <a:defRPr sz="3600" b="0" i="0" u="none" strike="noStrike" cap="none" spc="0" baseline="0">
          <a:solidFill>
            <a:schemeClr val="tx1"/>
          </a:solidFill>
          <a:uFillTx/>
          <a:latin typeface="+mj-lt"/>
          <a:ea typeface="+mj-ea"/>
          <a:cs typeface="+mj-cs"/>
          <a:sym typeface="IBM Plex Sans Light"/>
        </a:defRPr>
      </a:lvl2pPr>
      <a:lvl3pPr marL="658368" marR="0" indent="-329184" algn="l" defTabSz="2438400" rtl="0" eaLnBrk="1" latinLnBrk="0" hangingPunct="1">
        <a:lnSpc>
          <a:spcPct val="110000"/>
        </a:lnSpc>
        <a:spcBef>
          <a:spcPts val="0"/>
        </a:spcBef>
        <a:spcAft>
          <a:spcPts val="0"/>
        </a:spcAft>
        <a:buClrTx/>
        <a:buSzPct val="100000"/>
        <a:buFontTx/>
        <a:buChar char="•"/>
        <a:tabLst/>
        <a:defRPr sz="3600" b="0" i="0" u="none" strike="noStrike" cap="none" spc="0" baseline="0">
          <a:solidFill>
            <a:schemeClr val="tx1"/>
          </a:solidFill>
          <a:uFillTx/>
          <a:latin typeface="+mj-lt"/>
          <a:ea typeface="+mj-ea"/>
          <a:cs typeface="+mj-cs"/>
          <a:sym typeface="IBM Plex Sans Light"/>
        </a:defRPr>
      </a:lvl3pPr>
      <a:lvl4pPr marL="987552" marR="0" indent="-329184" algn="l" defTabSz="2438400" rtl="0" eaLnBrk="1" latinLnBrk="0" hangingPunct="1">
        <a:lnSpc>
          <a:spcPct val="110000"/>
        </a:lnSpc>
        <a:spcBef>
          <a:spcPts val="0"/>
        </a:spcBef>
        <a:spcAft>
          <a:spcPts val="0"/>
        </a:spcAft>
        <a:buClrTx/>
        <a:buSzPct val="100000"/>
        <a:buFontTx/>
        <a:buChar char="–"/>
        <a:tabLst/>
        <a:defRPr sz="3600" b="0" i="0" u="none" strike="noStrike" cap="none" spc="0" baseline="0">
          <a:solidFill>
            <a:schemeClr val="tx1"/>
          </a:solidFill>
          <a:uFillTx/>
          <a:latin typeface="+mj-lt"/>
          <a:ea typeface="+mj-ea"/>
          <a:cs typeface="+mj-cs"/>
          <a:sym typeface="IBM Plex Sans Light"/>
        </a:defRPr>
      </a:lvl4pPr>
      <a:lvl5pPr marL="1143000" marR="0" indent="-457200" algn="l" defTabSz="2438400" rtl="0" eaLnBrk="1" latinLnBrk="0" hangingPunct="1">
        <a:lnSpc>
          <a:spcPct val="110000"/>
        </a:lnSpc>
        <a:spcBef>
          <a:spcPts val="2900"/>
        </a:spcBef>
        <a:spcAft>
          <a:spcPts val="0"/>
        </a:spcAft>
        <a:buClrTx/>
        <a:buSzPct val="100000"/>
        <a:buFont typeface="Arial" panose="020B0604020202020204" pitchFamily="34" charset="0"/>
        <a:buChar char="•"/>
        <a:tabLst/>
        <a:defRPr sz="3600" b="0" i="0" u="none" strike="noStrike" cap="none" spc="0" baseline="0">
          <a:solidFill>
            <a:srgbClr val="000000"/>
          </a:solidFill>
          <a:uFillTx/>
          <a:latin typeface="+mj-lt"/>
          <a:ea typeface="+mj-ea"/>
          <a:cs typeface="+mj-cs"/>
          <a:sym typeface="IBM Plex Sans Light"/>
        </a:defRPr>
      </a:lvl5pPr>
      <a:lvl6pPr marL="1843060" marR="0" indent="-389009" algn="l" defTabSz="2438400" rtl="0" eaLnBrk="1" latinLnBrk="0" hangingPunct="1">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6pPr>
      <a:lvl7pPr marL="2205631" marR="0" indent="-389009" algn="l" defTabSz="2438400" rtl="0" eaLnBrk="1" latinLnBrk="0" hangingPunct="1">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7pPr>
      <a:lvl8pPr marL="2568200" marR="0" indent="-389009" algn="l" defTabSz="2438400" rtl="0" eaLnBrk="1" latinLnBrk="0" hangingPunct="1">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8pPr>
      <a:lvl9pPr marL="2930769" marR="0" indent="-389009" algn="l" defTabSz="2438400" rtl="0" eaLnBrk="1" latinLnBrk="0" hangingPunct="1">
        <a:lnSpc>
          <a:spcPct val="100000"/>
        </a:lnSpc>
        <a:spcBef>
          <a:spcPts val="2900"/>
        </a:spcBef>
        <a:spcAft>
          <a:spcPts val="0"/>
        </a:spcAft>
        <a:buClrTx/>
        <a:buSzPct val="100000"/>
        <a:buFontTx/>
        <a:buChar char="»"/>
        <a:tabLst/>
        <a:defRPr sz="3600" b="0" i="0" u="none" strike="noStrike" cap="none" spc="0" baseline="0">
          <a:solidFill>
            <a:srgbClr val="000000"/>
          </a:solidFill>
          <a:uFillTx/>
          <a:latin typeface="+mj-lt"/>
          <a:ea typeface="+mj-ea"/>
          <a:cs typeface="+mj-cs"/>
          <a:sym typeface="IBM Plex Sans Light"/>
        </a:defRPr>
      </a:lvl9pPr>
    </p:bodyStyle>
    <p:otherStyle>
      <a:lvl1pPr marL="0" marR="0" indent="0" algn="r" defTabSz="1829287" rtl="0" eaLnBrk="1" latinLnBrk="0" hangingPunct="1">
        <a:lnSpc>
          <a:spcPct val="100000"/>
        </a:lnSpc>
        <a:spcBef>
          <a:spcPts val="0"/>
        </a:spcBef>
        <a:spcAft>
          <a:spcPts val="0"/>
        </a:spcAft>
        <a:buClrTx/>
        <a:buSzTx/>
        <a:buFontTx/>
        <a:buNone/>
        <a:tabLst/>
        <a:defRPr sz="1600" b="0" i="0" u="none" strike="noStrike" cap="none" spc="0" baseline="0">
          <a:solidFill>
            <a:schemeClr val="tx1"/>
          </a:solidFill>
          <a:uFillTx/>
          <a:latin typeface="+mn-lt"/>
          <a:ea typeface="+mn-ea"/>
          <a:cs typeface="+mn-cs"/>
          <a:sym typeface="IBM Plex Sans"/>
        </a:defRPr>
      </a:lvl1pPr>
      <a:lvl2pPr marL="0" marR="0" indent="342991" algn="r" defTabSz="1829287" rtl="0" eaLnBrk="1" latinLnBrk="0" hangingPunct="1">
        <a:lnSpc>
          <a:spcPct val="100000"/>
        </a:lnSpc>
        <a:spcBef>
          <a:spcPts val="0"/>
        </a:spcBef>
        <a:spcAft>
          <a:spcPts val="0"/>
        </a:spcAft>
        <a:buClrTx/>
        <a:buSzTx/>
        <a:buFontTx/>
        <a:buNone/>
        <a:tabLst/>
        <a:defRPr sz="1600" b="0" i="0" u="none" strike="noStrike" cap="none" spc="0" baseline="0">
          <a:solidFill>
            <a:schemeClr val="tx1"/>
          </a:solidFill>
          <a:uFillTx/>
          <a:latin typeface="+mn-lt"/>
          <a:ea typeface="+mn-ea"/>
          <a:cs typeface="+mn-cs"/>
          <a:sym typeface="IBM Plex Sans"/>
        </a:defRPr>
      </a:lvl2pPr>
      <a:lvl3pPr marL="0" marR="0" indent="685982" algn="r" defTabSz="1829287" rtl="0" eaLnBrk="1" latinLnBrk="0" hangingPunct="1">
        <a:lnSpc>
          <a:spcPct val="100000"/>
        </a:lnSpc>
        <a:spcBef>
          <a:spcPts val="0"/>
        </a:spcBef>
        <a:spcAft>
          <a:spcPts val="0"/>
        </a:spcAft>
        <a:buClrTx/>
        <a:buSzTx/>
        <a:buFontTx/>
        <a:buNone/>
        <a:tabLst/>
        <a:defRPr sz="1600" b="0" i="0" u="none" strike="noStrike" cap="none" spc="0" baseline="0">
          <a:solidFill>
            <a:schemeClr val="tx1"/>
          </a:solidFill>
          <a:uFillTx/>
          <a:latin typeface="+mn-lt"/>
          <a:ea typeface="+mn-ea"/>
          <a:cs typeface="+mn-cs"/>
          <a:sym typeface="IBM Plex Sans"/>
        </a:defRPr>
      </a:lvl3pPr>
      <a:lvl4pPr marL="0" marR="0" indent="1028974" algn="r" defTabSz="1829287" rtl="0" eaLnBrk="1" latinLnBrk="0" hangingPunct="1">
        <a:lnSpc>
          <a:spcPct val="100000"/>
        </a:lnSpc>
        <a:spcBef>
          <a:spcPts val="0"/>
        </a:spcBef>
        <a:spcAft>
          <a:spcPts val="0"/>
        </a:spcAft>
        <a:buClrTx/>
        <a:buSzTx/>
        <a:buFontTx/>
        <a:buNone/>
        <a:tabLst/>
        <a:defRPr sz="1600" b="0" i="0" u="none" strike="noStrike" cap="none" spc="0" baseline="0">
          <a:solidFill>
            <a:schemeClr val="tx1"/>
          </a:solidFill>
          <a:uFillTx/>
          <a:latin typeface="+mn-lt"/>
          <a:ea typeface="+mn-ea"/>
          <a:cs typeface="+mn-cs"/>
          <a:sym typeface="IBM Plex Sans"/>
        </a:defRPr>
      </a:lvl4pPr>
      <a:lvl5pPr marL="0" marR="0" indent="1371965" algn="r" defTabSz="1829287" rtl="0" eaLnBrk="1" latinLnBrk="0" hangingPunct="1">
        <a:lnSpc>
          <a:spcPct val="100000"/>
        </a:lnSpc>
        <a:spcBef>
          <a:spcPts val="0"/>
        </a:spcBef>
        <a:spcAft>
          <a:spcPts val="0"/>
        </a:spcAft>
        <a:buClrTx/>
        <a:buSzTx/>
        <a:buFontTx/>
        <a:buNone/>
        <a:tabLst/>
        <a:defRPr sz="1600" b="0" i="0" u="none" strike="noStrike" cap="none" spc="0" baseline="0">
          <a:solidFill>
            <a:schemeClr val="tx1"/>
          </a:solidFill>
          <a:uFillTx/>
          <a:latin typeface="+mn-lt"/>
          <a:ea typeface="+mn-ea"/>
          <a:cs typeface="+mn-cs"/>
          <a:sym typeface="IBM Plex Sans"/>
        </a:defRPr>
      </a:lvl5pPr>
      <a:lvl6pPr marL="0" marR="0" indent="1714956" algn="r" defTabSz="1829287" rtl="0" eaLnBrk="1" latinLnBrk="0" hangingPunct="1">
        <a:lnSpc>
          <a:spcPct val="100000"/>
        </a:lnSpc>
        <a:spcBef>
          <a:spcPts val="0"/>
        </a:spcBef>
        <a:spcAft>
          <a:spcPts val="0"/>
        </a:spcAft>
        <a:buClrTx/>
        <a:buSzTx/>
        <a:buFontTx/>
        <a:buNone/>
        <a:tabLst/>
        <a:defRPr sz="1600" b="0" i="0" u="none" strike="noStrike" cap="none" spc="0" baseline="0">
          <a:solidFill>
            <a:schemeClr val="tx1"/>
          </a:solidFill>
          <a:uFillTx/>
          <a:latin typeface="+mn-lt"/>
          <a:ea typeface="+mn-ea"/>
          <a:cs typeface="+mn-cs"/>
          <a:sym typeface="IBM Plex Sans"/>
        </a:defRPr>
      </a:lvl6pPr>
      <a:lvl7pPr marL="0" marR="0" indent="2057948" algn="r" defTabSz="1829287" rtl="0" eaLnBrk="1" latinLnBrk="0" hangingPunct="1">
        <a:lnSpc>
          <a:spcPct val="100000"/>
        </a:lnSpc>
        <a:spcBef>
          <a:spcPts val="0"/>
        </a:spcBef>
        <a:spcAft>
          <a:spcPts val="0"/>
        </a:spcAft>
        <a:buClrTx/>
        <a:buSzTx/>
        <a:buFontTx/>
        <a:buNone/>
        <a:tabLst/>
        <a:defRPr sz="1600" b="0" i="0" u="none" strike="noStrike" cap="none" spc="0" baseline="0">
          <a:solidFill>
            <a:schemeClr val="tx1"/>
          </a:solidFill>
          <a:uFillTx/>
          <a:latin typeface="+mn-lt"/>
          <a:ea typeface="+mn-ea"/>
          <a:cs typeface="+mn-cs"/>
          <a:sym typeface="IBM Plex Sans"/>
        </a:defRPr>
      </a:lvl7pPr>
      <a:lvl8pPr marL="0" marR="0" indent="2400940" algn="r" defTabSz="1829287" rtl="0" eaLnBrk="1" latinLnBrk="0" hangingPunct="1">
        <a:lnSpc>
          <a:spcPct val="100000"/>
        </a:lnSpc>
        <a:spcBef>
          <a:spcPts val="0"/>
        </a:spcBef>
        <a:spcAft>
          <a:spcPts val="0"/>
        </a:spcAft>
        <a:buClrTx/>
        <a:buSzTx/>
        <a:buFontTx/>
        <a:buNone/>
        <a:tabLst/>
        <a:defRPr sz="1600" b="0" i="0" u="none" strike="noStrike" cap="none" spc="0" baseline="0">
          <a:solidFill>
            <a:schemeClr val="tx1"/>
          </a:solidFill>
          <a:uFillTx/>
          <a:latin typeface="+mn-lt"/>
          <a:ea typeface="+mn-ea"/>
          <a:cs typeface="+mn-cs"/>
          <a:sym typeface="IBM Plex Sans"/>
        </a:defRPr>
      </a:lvl8pPr>
      <a:lvl9pPr marL="0" marR="0" indent="2743931" algn="r" defTabSz="1829287" rtl="0" eaLnBrk="1" latinLnBrk="0" hangingPunct="1">
        <a:lnSpc>
          <a:spcPct val="100000"/>
        </a:lnSpc>
        <a:spcBef>
          <a:spcPts val="0"/>
        </a:spcBef>
        <a:spcAft>
          <a:spcPts val="0"/>
        </a:spcAft>
        <a:buClrTx/>
        <a:buSzTx/>
        <a:buFontTx/>
        <a:buNone/>
        <a:tabLst/>
        <a:defRPr sz="1600" b="0" i="0" u="none" strike="noStrike" cap="none" spc="0" baseline="0">
          <a:solidFill>
            <a:schemeClr val="tx1"/>
          </a:solidFill>
          <a:uFillTx/>
          <a:latin typeface="+mn-lt"/>
          <a:ea typeface="+mn-ea"/>
          <a:cs typeface="+mn-cs"/>
          <a:sym typeface="IBM Plex Sans"/>
        </a:defRPr>
      </a:lvl9pPr>
    </p:otherStyle>
  </p:txStyles>
  <p:extLst>
    <p:ext uri="{27BBF7A9-308A-43DC-89C8-2F10F3537804}">
      <p15:sldGuideLst xmlns:p15="http://schemas.microsoft.com/office/powerpoint/2012/main">
        <p15:guide id="1" orient="horz" pos="2160" userDrawn="1">
          <p15:clr>
            <a:srgbClr val="0F62FE"/>
          </p15:clr>
        </p15:guide>
        <p15:guide id="3" pos="182" userDrawn="1">
          <p15:clr>
            <a:srgbClr val="EE5396"/>
          </p15:clr>
        </p15:guide>
        <p15:guide id="4" pos="1920" userDrawn="1">
          <p15:clr>
            <a:srgbClr val="0F62FE"/>
          </p15:clr>
        </p15:guide>
        <p15:guide id="5" pos="958" userDrawn="1">
          <p15:clr>
            <a:srgbClr val="EE5396"/>
          </p15:clr>
        </p15:guide>
        <p15:guide id="6" pos="2878" userDrawn="1">
          <p15:clr>
            <a:srgbClr val="EE5396"/>
          </p15:clr>
        </p15:guide>
        <p15:guide id="7" pos="3659" userDrawn="1">
          <p15:clr>
            <a:srgbClr val="EE5396"/>
          </p15:clr>
        </p15:guide>
        <p15:guide id="8" pos="4019" userDrawn="1">
          <p15:clr>
            <a:srgbClr val="EE5396"/>
          </p15:clr>
        </p15:guide>
        <p15:guide id="9" pos="2100" userDrawn="1">
          <p15:clr>
            <a:srgbClr val="EE5396"/>
          </p15:clr>
        </p15:guide>
        <p15:guide id="10" pos="1740" userDrawn="1">
          <p15:clr>
            <a:srgbClr val="EE5396"/>
          </p15:clr>
        </p15:guide>
        <p15:guide id="11" pos="4796" userDrawn="1">
          <p15:clr>
            <a:srgbClr val="EE5396"/>
          </p15:clr>
        </p15:guide>
        <p15:guide id="13" pos="5579" userDrawn="1">
          <p15:clr>
            <a:srgbClr val="EE5396"/>
          </p15:clr>
        </p15:guide>
        <p15:guide id="14" pos="5939" userDrawn="1">
          <p15:clr>
            <a:srgbClr val="EE5396"/>
          </p15:clr>
        </p15:guide>
        <p15:guide id="15" pos="6719" userDrawn="1">
          <p15:clr>
            <a:srgbClr val="EE5396"/>
          </p15:clr>
        </p15:guide>
        <p15:guide id="16" pos="7497" userDrawn="1">
          <p15:clr>
            <a:srgbClr val="EE5396"/>
          </p15:clr>
        </p15:guide>
        <p15:guide id="17" orient="horz" pos="1080" userDrawn="1">
          <p15:clr>
            <a:srgbClr val="0F62FE"/>
          </p15:clr>
        </p15:guide>
        <p15:guide id="19" orient="horz" pos="1620" userDrawn="1">
          <p15:clr>
            <a:srgbClr val="EE5396"/>
          </p15:clr>
        </p15:guide>
        <p15:guide id="20" orient="horz" pos="540" userDrawn="1">
          <p15:clr>
            <a:srgbClr val="EE5396"/>
          </p15:clr>
        </p15:guide>
        <p15:guide id="21" orient="horz" pos="182" userDrawn="1">
          <p15:clr>
            <a:srgbClr val="EE5396"/>
          </p15:clr>
        </p15:guide>
        <p15:guide id="22" orient="horz" pos="2700" userDrawn="1">
          <p15:clr>
            <a:srgbClr val="EE5396"/>
          </p15:clr>
        </p15:guide>
        <p15:guide id="24" orient="horz" pos="3779" userDrawn="1">
          <p15:clr>
            <a:srgbClr val="EE5396"/>
          </p15:clr>
        </p15:guide>
        <p15:guide id="25" orient="horz" pos="4137" userDrawn="1">
          <p15:clr>
            <a:srgbClr val="EE5396"/>
          </p15:clr>
        </p15:guide>
        <p15:guide id="26" pos="3840" userDrawn="1">
          <p15:clr>
            <a:srgbClr val="0F62FE"/>
          </p15:clr>
        </p15:guide>
        <p15:guide id="27" pos="5759" userDrawn="1">
          <p15:clr>
            <a:srgbClr val="0F62FE"/>
          </p15:clr>
        </p15:guide>
        <p15:guide id="28" orient="horz" pos="3240" userDrawn="1">
          <p15:clr>
            <a:srgbClr val="0F62FE"/>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6.jpeg"/><Relationship Id="rId5" Type="http://schemas.openxmlformats.org/officeDocument/2006/relationships/image" Target="../media/image5.jpe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39.xml"/><Relationship Id="rId6" Type="http://schemas.openxmlformats.org/officeDocument/2006/relationships/image" Target="../media/image10.sv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6.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4.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6.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7.xml"/><Relationship Id="rId1" Type="http://schemas.openxmlformats.org/officeDocument/2006/relationships/slideLayout" Target="../slideLayouts/slideLayout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6.xml"/></Relationships>
</file>

<file path=ppt/slides/_rels/slide10.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6.xml"/></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5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56.xml"/></Relationships>
</file>

<file path=ppt/slides/_rels/slide1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5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r>
              <a:rPr lang="en-US" dirty="0"/>
              <a:t>What I did to increase my chances of success</a:t>
            </a:r>
          </a:p>
        </p:txBody>
      </p:sp>
      <p:sp>
        <p:nvSpPr>
          <p:cNvPr id="3" name="Subtitle 2"/>
          <p:cNvSpPr>
            <a:spLocks noGrp="1"/>
          </p:cNvSpPr>
          <p:nvPr>
            <p:ph type="subTitle" idx="1"/>
          </p:nvPr>
        </p:nvSpPr>
        <p:spPr/>
        <p:txBody>
          <a:bodyPr vert="horz" lIns="91440" tIns="45720" rIns="91440" bIns="45720" rtlCol="0" anchor="t">
            <a:normAutofit/>
          </a:bodyPr>
          <a:lstStyle/>
          <a:p>
            <a:r>
              <a:rPr lang="en-US" b="1" dirty="0"/>
              <a:t>Katie Harrison</a:t>
            </a:r>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EC27341-4ABB-43EF-9E57-10A858F925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726" cy="6858000"/>
          </a:xfrm>
          <a:prstGeom prst="rect">
            <a:avLst/>
          </a:prstGeom>
          <a:solidFill>
            <a:srgbClr val="58384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B98C55-54CC-433B-905F-FB0B2D200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5953" y="484068"/>
            <a:ext cx="3414014" cy="58893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person touching a large cylinder&#10;&#10;AI-generated content may be incorrect.">
            <a:extLst>
              <a:ext uri="{FF2B5EF4-FFF2-40B4-BE49-F238E27FC236}">
                <a16:creationId xmlns:a16="http://schemas.microsoft.com/office/drawing/2014/main" id="{0EA5FC11-402B-2989-C5D3-E769AD2CECBE}"/>
              </a:ext>
            </a:extLst>
          </p:cNvPr>
          <p:cNvPicPr>
            <a:picLocks noChangeAspect="1"/>
          </p:cNvPicPr>
          <p:nvPr/>
        </p:nvPicPr>
        <p:blipFill>
          <a:blip r:embed="rId3"/>
          <a:srcRect r="9783" b="1095"/>
          <a:stretch>
            <a:fillRect/>
          </a:stretch>
        </p:blipFill>
        <p:spPr>
          <a:xfrm rot="5400000">
            <a:off x="513878" y="2038032"/>
            <a:ext cx="3382734" cy="2781372"/>
          </a:xfrm>
          <a:prstGeom prst="rect">
            <a:avLst/>
          </a:prstGeom>
        </p:spPr>
      </p:pic>
      <p:sp>
        <p:nvSpPr>
          <p:cNvPr id="17" name="Rectangle 16">
            <a:extLst>
              <a:ext uri="{FF2B5EF4-FFF2-40B4-BE49-F238E27FC236}">
                <a16:creationId xmlns:a16="http://schemas.microsoft.com/office/drawing/2014/main" id="{19E21906-D4D4-4F16-9228-3E004930E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71968" y="485853"/>
            <a:ext cx="3575304" cy="58893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865BCC85-4C69-4CFB-A36A-6A489B87FF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808139" y="484069"/>
            <a:ext cx="3899229" cy="2864215"/>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descr="Two people wearing clothing taking a selfie&#10;&#10;AI-generated content may be incorrect.">
            <a:extLst>
              <a:ext uri="{FF2B5EF4-FFF2-40B4-BE49-F238E27FC236}">
                <a16:creationId xmlns:a16="http://schemas.microsoft.com/office/drawing/2014/main" id="{69E6AA8B-0D13-D8EE-D5E3-36638B7BE212}"/>
              </a:ext>
            </a:extLst>
          </p:cNvPr>
          <p:cNvPicPr>
            <a:picLocks noChangeAspect="1"/>
          </p:cNvPicPr>
          <p:nvPr/>
        </p:nvPicPr>
        <p:blipFill>
          <a:blip r:embed="rId4"/>
          <a:srcRect l="-516" r="11813" b="4282"/>
          <a:stretch>
            <a:fillRect/>
          </a:stretch>
        </p:blipFill>
        <p:spPr>
          <a:xfrm>
            <a:off x="8950845" y="888798"/>
            <a:ext cx="1622421" cy="2230228"/>
          </a:xfrm>
          <a:prstGeom prst="rect">
            <a:avLst/>
          </a:prstGeom>
        </p:spPr>
      </p:pic>
      <p:sp>
        <p:nvSpPr>
          <p:cNvPr id="21" name="Rectangle 20">
            <a:extLst>
              <a:ext uri="{FF2B5EF4-FFF2-40B4-BE49-F238E27FC236}">
                <a16:creationId xmlns:a16="http://schemas.microsoft.com/office/drawing/2014/main" id="{3A14BDAC-394B-4E9A-8ECE-61AA1A7C23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808139" y="3509152"/>
            <a:ext cx="3899229" cy="28472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person holding a piece of fried chicken&#10;&#10;AI-generated content may be incorrect.">
            <a:extLst>
              <a:ext uri="{FF2B5EF4-FFF2-40B4-BE49-F238E27FC236}">
                <a16:creationId xmlns:a16="http://schemas.microsoft.com/office/drawing/2014/main" id="{018D55D5-1D61-9D8F-20F1-5C22FABC317A}"/>
              </a:ext>
            </a:extLst>
          </p:cNvPr>
          <p:cNvPicPr>
            <a:picLocks noChangeAspect="1"/>
          </p:cNvPicPr>
          <p:nvPr/>
        </p:nvPicPr>
        <p:blipFill>
          <a:blip r:embed="rId5"/>
          <a:stretch>
            <a:fillRect/>
          </a:stretch>
        </p:blipFill>
        <p:spPr>
          <a:xfrm>
            <a:off x="8798669" y="3830885"/>
            <a:ext cx="1918236" cy="2224042"/>
          </a:xfrm>
          <a:prstGeom prst="rect">
            <a:avLst/>
          </a:prstGeom>
        </p:spPr>
      </p:pic>
      <p:sp>
        <p:nvSpPr>
          <p:cNvPr id="9" name="TextBox 8">
            <a:extLst>
              <a:ext uri="{FF2B5EF4-FFF2-40B4-BE49-F238E27FC236}">
                <a16:creationId xmlns:a16="http://schemas.microsoft.com/office/drawing/2014/main" id="{F54F15B8-A3D3-58E9-3ABE-CCB0C7C07DF6}"/>
              </a:ext>
            </a:extLst>
          </p:cNvPr>
          <p:cNvSpPr txBox="1"/>
          <p:nvPr/>
        </p:nvSpPr>
        <p:spPr>
          <a:xfrm>
            <a:off x="7947872" y="3920757"/>
            <a:ext cx="995950"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t>Eating fried frog legs</a:t>
            </a:r>
          </a:p>
        </p:txBody>
      </p:sp>
      <p:sp>
        <p:nvSpPr>
          <p:cNvPr id="10" name="TextBox 9">
            <a:extLst>
              <a:ext uri="{FF2B5EF4-FFF2-40B4-BE49-F238E27FC236}">
                <a16:creationId xmlns:a16="http://schemas.microsoft.com/office/drawing/2014/main" id="{57990DAD-973C-7447-1D03-53974A040555}"/>
              </a:ext>
            </a:extLst>
          </p:cNvPr>
          <p:cNvSpPr txBox="1"/>
          <p:nvPr/>
        </p:nvSpPr>
        <p:spPr>
          <a:xfrm>
            <a:off x="824830" y="5124495"/>
            <a:ext cx="2762905"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t>Hugging a massive </a:t>
            </a:r>
          </a:p>
          <a:p>
            <a:r>
              <a:rPr lang="en-US" dirty="0"/>
              <a:t>telescope lens</a:t>
            </a:r>
            <a:endParaRPr lang="en-US"/>
          </a:p>
        </p:txBody>
      </p:sp>
      <p:sp>
        <p:nvSpPr>
          <p:cNvPr id="11" name="TextBox 10">
            <a:extLst>
              <a:ext uri="{FF2B5EF4-FFF2-40B4-BE49-F238E27FC236}">
                <a16:creationId xmlns:a16="http://schemas.microsoft.com/office/drawing/2014/main" id="{468746D1-69B9-0BFD-12DC-5C347A547584}"/>
              </a:ext>
            </a:extLst>
          </p:cNvPr>
          <p:cNvSpPr txBox="1"/>
          <p:nvPr/>
        </p:nvSpPr>
        <p:spPr>
          <a:xfrm>
            <a:off x="4815435" y="500969"/>
            <a:ext cx="216655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t>Meeting "Dinosaur"</a:t>
            </a:r>
          </a:p>
        </p:txBody>
      </p:sp>
      <p:sp>
        <p:nvSpPr>
          <p:cNvPr id="12" name="TextBox 11">
            <a:extLst>
              <a:ext uri="{FF2B5EF4-FFF2-40B4-BE49-F238E27FC236}">
                <a16:creationId xmlns:a16="http://schemas.microsoft.com/office/drawing/2014/main" id="{FD159C6F-FD83-47BA-E41D-1DD638A88F26}"/>
              </a:ext>
            </a:extLst>
          </p:cNvPr>
          <p:cNvSpPr txBox="1"/>
          <p:nvPr/>
        </p:nvSpPr>
        <p:spPr>
          <a:xfrm>
            <a:off x="7880490" y="501971"/>
            <a:ext cx="375882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ea typeface="+mn-lt"/>
                <a:cs typeface="+mn-lt"/>
              </a:rPr>
              <a:t>Posing in a "</a:t>
            </a:r>
            <a:r>
              <a:rPr lang="en-US" dirty="0" err="1">
                <a:ea typeface="+mn-lt"/>
                <a:cs typeface="+mn-lt"/>
              </a:rPr>
              <a:t>phenognomal</a:t>
            </a:r>
            <a:r>
              <a:rPr lang="en-US" dirty="0">
                <a:ea typeface="+mn-lt"/>
                <a:cs typeface="+mn-lt"/>
              </a:rPr>
              <a:t>" costume</a:t>
            </a:r>
            <a:endParaRPr lang="en-US" dirty="0" err="1"/>
          </a:p>
        </p:txBody>
      </p:sp>
      <p:pic>
        <p:nvPicPr>
          <p:cNvPr id="2" name="Picture 1" descr="A person standing in front of a large bird statue&#10;&#10;AI-generated content may be incorrect.">
            <a:extLst>
              <a:ext uri="{FF2B5EF4-FFF2-40B4-BE49-F238E27FC236}">
                <a16:creationId xmlns:a16="http://schemas.microsoft.com/office/drawing/2014/main" id="{9889D6EE-F569-5F6C-71E6-A0411D1231EB}"/>
              </a:ext>
            </a:extLst>
          </p:cNvPr>
          <p:cNvPicPr>
            <a:picLocks noChangeAspect="1"/>
          </p:cNvPicPr>
          <p:nvPr/>
        </p:nvPicPr>
        <p:blipFill>
          <a:blip r:embed="rId6"/>
          <a:stretch>
            <a:fillRect/>
          </a:stretch>
        </p:blipFill>
        <p:spPr>
          <a:xfrm>
            <a:off x="4461230" y="889320"/>
            <a:ext cx="2875789" cy="5303214"/>
          </a:xfrm>
          <a:prstGeom prst="rect">
            <a:avLst/>
          </a:prstGeom>
        </p:spPr>
      </p:pic>
    </p:spTree>
    <p:extLst>
      <p:ext uri="{BB962C8B-B14F-4D97-AF65-F5344CB8AC3E}">
        <p14:creationId xmlns:p14="http://schemas.microsoft.com/office/powerpoint/2010/main" val="15075364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Placeholder 13" descr="Alarm clock with solid fill">
            <a:extLst>
              <a:ext uri="{FF2B5EF4-FFF2-40B4-BE49-F238E27FC236}">
                <a16:creationId xmlns:a16="http://schemas.microsoft.com/office/drawing/2014/main" id="{0DACBB37-0464-F33C-EF91-D67691E1397C}"/>
              </a:ext>
            </a:extLst>
          </p:cNvPr>
          <p:cNvPicPr>
            <a:picLocks noGrp="1" noChangeAspect="1"/>
          </p:cNvPicPr>
          <p:nvPr>
            <p:ph type="pic" sz="quarter" idx="16"/>
          </p:nvPr>
        </p:nvPicPr>
        <p:blipFill>
          <a:blip r:embed="rId3">
            <a:extLst>
              <a:ext uri="{96DAC541-7B7A-43D3-8B79-37D633B846F1}">
                <asvg:svgBlip xmlns:asvg="http://schemas.microsoft.com/office/drawing/2016/SVG/main" r:embed="rId4"/>
              </a:ext>
            </a:extLst>
          </a:blip>
          <a:srcRect/>
          <a:stretch/>
        </p:blipFill>
        <p:spPr>
          <a:xfrm>
            <a:off x="284642" y="3309852"/>
            <a:ext cx="607997" cy="607997"/>
          </a:xfrm>
          <a:prstGeom prst="rect">
            <a:avLst/>
          </a:prstGeom>
        </p:spPr>
      </p:pic>
      <p:sp>
        <p:nvSpPr>
          <p:cNvPr id="5" name="Text Placeholder 4">
            <a:extLst>
              <a:ext uri="{FF2B5EF4-FFF2-40B4-BE49-F238E27FC236}">
                <a16:creationId xmlns:a16="http://schemas.microsoft.com/office/drawing/2014/main" id="{B6F7AC54-5668-2BC9-6B7F-32C3D4FE814A}"/>
              </a:ext>
            </a:extLst>
          </p:cNvPr>
          <p:cNvSpPr>
            <a:spLocks noGrp="1"/>
          </p:cNvSpPr>
          <p:nvPr>
            <p:ph type="body" sz="quarter" idx="12"/>
          </p:nvPr>
        </p:nvSpPr>
        <p:spPr>
          <a:xfrm>
            <a:off x="6987697" y="1238535"/>
            <a:ext cx="4433184" cy="1523802"/>
          </a:xfrm>
        </p:spPr>
        <p:txBody>
          <a:bodyPr lIns="45714" tIns="22857" rIns="45714" bIns="22857" anchor="t"/>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r>
              <a:rPr lang="en-US" sz="1500" b="1" dirty="0">
                <a:latin typeface="IBM Plex Sans"/>
              </a:rPr>
              <a:t>It might surprise you just how many people are willing to help if you ask nicely</a:t>
            </a:r>
            <a:endParaRPr lang="en-US" b="1"/>
          </a:p>
        </p:txBody>
      </p:sp>
      <p:pic>
        <p:nvPicPr>
          <p:cNvPr id="15" name="Picture Placeholder 14" descr="Boardroom with solid fill">
            <a:extLst>
              <a:ext uri="{FF2B5EF4-FFF2-40B4-BE49-F238E27FC236}">
                <a16:creationId xmlns:a16="http://schemas.microsoft.com/office/drawing/2014/main" id="{60B3A441-5E9D-A3FC-47D9-7DF508B3DC3C}"/>
              </a:ext>
            </a:extLst>
          </p:cNvPr>
          <p:cNvPicPr>
            <a:picLocks noGrp="1" noChangeAspect="1"/>
          </p:cNvPicPr>
          <p:nvPr>
            <p:ph type="pic" sz="quarter" idx="17"/>
          </p:nvPr>
        </p:nvPicPr>
        <p:blipFill>
          <a:blip r:embed="rId5">
            <a:extLst>
              <a:ext uri="{96DAC541-7B7A-43D3-8B79-37D633B846F1}">
                <asvg:svgBlip xmlns:asvg="http://schemas.microsoft.com/office/drawing/2016/SVG/main" r:embed="rId6"/>
              </a:ext>
            </a:extLst>
          </a:blip>
          <a:srcRect/>
          <a:stretch/>
        </p:blipFill>
        <p:spPr>
          <a:xfrm>
            <a:off x="6383682" y="412029"/>
            <a:ext cx="608076" cy="607997"/>
          </a:xfrm>
          <a:prstGeom prst="rect">
            <a:avLst/>
          </a:prstGeom>
        </p:spPr>
      </p:pic>
      <p:pic>
        <p:nvPicPr>
          <p:cNvPr id="13" name="Picture Placeholder 12" descr="Open book with solid fill">
            <a:extLst>
              <a:ext uri="{FF2B5EF4-FFF2-40B4-BE49-F238E27FC236}">
                <a16:creationId xmlns:a16="http://schemas.microsoft.com/office/drawing/2014/main" id="{37B56705-35E7-8FA1-0251-5A0126AEAB3F}"/>
              </a:ext>
            </a:extLst>
          </p:cNvPr>
          <p:cNvPicPr>
            <a:picLocks noGrp="1" noChangeAspect="1"/>
          </p:cNvPicPr>
          <p:nvPr>
            <p:ph type="pic" sz="quarter" idx="15"/>
          </p:nvPr>
        </p:nvPicPr>
        <p:blipFill>
          <a:blip r:embed="rId7">
            <a:extLst>
              <a:ext uri="{96DAC541-7B7A-43D3-8B79-37D633B846F1}">
                <asvg:svgBlip xmlns:asvg="http://schemas.microsoft.com/office/drawing/2016/SVG/main" r:embed="rId8"/>
              </a:ext>
            </a:extLst>
          </a:blip>
          <a:srcRect/>
          <a:stretch/>
        </p:blipFill>
        <p:spPr>
          <a:xfrm>
            <a:off x="287682" y="288128"/>
            <a:ext cx="608076" cy="607997"/>
          </a:xfrm>
          <a:prstGeom prst="rect">
            <a:avLst/>
          </a:prstGeom>
        </p:spPr>
      </p:pic>
      <p:sp>
        <p:nvSpPr>
          <p:cNvPr id="3" name="Text Placeholder 2">
            <a:extLst>
              <a:ext uri="{FF2B5EF4-FFF2-40B4-BE49-F238E27FC236}">
                <a16:creationId xmlns:a16="http://schemas.microsoft.com/office/drawing/2014/main" id="{0D0EDACF-500F-D665-57C1-41D564DD1033}"/>
              </a:ext>
            </a:extLst>
          </p:cNvPr>
          <p:cNvSpPr>
            <a:spLocks noGrp="1"/>
          </p:cNvSpPr>
          <p:nvPr>
            <p:ph type="body" sz="quarter" idx="11"/>
          </p:nvPr>
        </p:nvSpPr>
        <p:spPr>
          <a:xfrm>
            <a:off x="894777" y="1239297"/>
            <a:ext cx="3334903" cy="1523802"/>
          </a:xfrm>
        </p:spPr>
        <p:txBody>
          <a:bodyPr lIns="45714" tIns="22857" rIns="45714" bIns="22857" anchor="t"/>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r>
              <a:rPr lang="en-US" sz="1500" b="1" dirty="0">
                <a:latin typeface="IBM Plex Sans"/>
              </a:rPr>
              <a:t>Learning what the next step to take, is just as important as taking it</a:t>
            </a:r>
          </a:p>
        </p:txBody>
      </p:sp>
      <p:sp>
        <p:nvSpPr>
          <p:cNvPr id="4" name="Text Placeholder 3">
            <a:extLst>
              <a:ext uri="{FF2B5EF4-FFF2-40B4-BE49-F238E27FC236}">
                <a16:creationId xmlns:a16="http://schemas.microsoft.com/office/drawing/2014/main" id="{AB969614-3248-BD57-4CD0-789614CFC870}"/>
              </a:ext>
            </a:extLst>
          </p:cNvPr>
          <p:cNvSpPr>
            <a:spLocks noGrp="1"/>
          </p:cNvSpPr>
          <p:nvPr>
            <p:ph type="body" sz="quarter" idx="13"/>
          </p:nvPr>
        </p:nvSpPr>
        <p:spPr>
          <a:xfrm>
            <a:off x="895886" y="4192424"/>
            <a:ext cx="4326941" cy="1523802"/>
          </a:xfrm>
        </p:spPr>
        <p:txBody>
          <a:bodyPr lIns="45714" tIns="22857" rIns="45714" bIns="22857" anchor="t"/>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endParaRPr lang="en-US" sz="1500" dirty="0">
              <a:solidFill>
                <a:srgbClr val="000000"/>
              </a:solidFill>
              <a:latin typeface="IBM Plex Sans"/>
            </a:endParaRPr>
          </a:p>
          <a:p>
            <a:endParaRPr lang="en-US" sz="1500" dirty="0">
              <a:latin typeface="IBM Plex Sans"/>
            </a:endParaRPr>
          </a:p>
        </p:txBody>
      </p:sp>
      <p:pic>
        <p:nvPicPr>
          <p:cNvPr id="16" name="Picture Placeholder 15" descr="Pandemic flattening curve line graph outline">
            <a:extLst>
              <a:ext uri="{FF2B5EF4-FFF2-40B4-BE49-F238E27FC236}">
                <a16:creationId xmlns:a16="http://schemas.microsoft.com/office/drawing/2014/main" id="{BDD2746D-7718-950B-4179-ACA4D70831EA}"/>
              </a:ext>
            </a:extLst>
          </p:cNvPr>
          <p:cNvPicPr>
            <a:picLocks noGrp="1" noChangeAspect="1"/>
          </p:cNvPicPr>
          <p:nvPr>
            <p:ph type="pic" sz="quarter" idx="18"/>
          </p:nvPr>
        </p:nvPicPr>
        <p:blipFill>
          <a:blip r:embed="rId9">
            <a:extLst>
              <a:ext uri="{96DAC541-7B7A-43D3-8B79-37D633B846F1}">
                <asvg:svgBlip xmlns:asvg="http://schemas.microsoft.com/office/drawing/2016/SVG/main" r:embed="rId10"/>
              </a:ext>
            </a:extLst>
          </a:blip>
          <a:srcRect/>
          <a:stretch/>
        </p:blipFill>
        <p:spPr>
          <a:xfrm>
            <a:off x="6380642" y="3238208"/>
            <a:ext cx="607997" cy="607997"/>
          </a:xfrm>
          <a:prstGeom prst="rect">
            <a:avLst/>
          </a:prstGeom>
        </p:spPr>
      </p:pic>
      <p:sp>
        <p:nvSpPr>
          <p:cNvPr id="6" name="Text Placeholder 5">
            <a:extLst>
              <a:ext uri="{FF2B5EF4-FFF2-40B4-BE49-F238E27FC236}">
                <a16:creationId xmlns:a16="http://schemas.microsoft.com/office/drawing/2014/main" id="{14AAA4A3-988B-FFE0-6B1F-C3D482C7D893}"/>
              </a:ext>
            </a:extLst>
          </p:cNvPr>
          <p:cNvSpPr>
            <a:spLocks noGrp="1"/>
          </p:cNvSpPr>
          <p:nvPr>
            <p:ph type="body" sz="quarter" idx="14"/>
          </p:nvPr>
        </p:nvSpPr>
        <p:spPr>
          <a:xfrm>
            <a:off x="6987698" y="4190901"/>
            <a:ext cx="5220477" cy="1969442"/>
          </a:xfrm>
        </p:spPr>
        <p:txBody>
          <a:bodyPr lIns="45714" tIns="22857" rIns="45714" bIns="22857" anchor="t"/>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r>
              <a:rPr lang="en-US" sz="1500" b="1" dirty="0">
                <a:latin typeface="IBM Plex Sans"/>
                <a:ea typeface="Calibri"/>
                <a:cs typeface="Calibri"/>
              </a:rPr>
              <a:t>It takes a lot of hard work to achieve your goal, keep the prize in mind when it gets tough to continue</a:t>
            </a:r>
          </a:p>
        </p:txBody>
      </p:sp>
      <p:sp>
        <p:nvSpPr>
          <p:cNvPr id="7" name="Footer Placeholder 6">
            <a:extLst>
              <a:ext uri="{FF2B5EF4-FFF2-40B4-BE49-F238E27FC236}">
                <a16:creationId xmlns:a16="http://schemas.microsoft.com/office/drawing/2014/main" id="{05B6ACDB-173A-6278-75D0-2E034849E978}"/>
              </a:ext>
            </a:extLst>
          </p:cNvPr>
          <p:cNvSpPr>
            <a:spLocks noGrp="1"/>
          </p:cNvSpPr>
          <p:nvPr>
            <p:ph type="ftr" sz="quarter" idx="19"/>
          </p:nvPr>
        </p:nvSpPr>
        <p:spPr/>
        <p:txBody>
          <a:bodyPr/>
          <a:lstStyle>
            <a:defPPr>
              <a:defRPr lang="en-US"/>
            </a:defPPr>
            <a:lvl1pPr marL="0" algn="l" defTabSz="457162" rtl="0" eaLnBrk="1" latinLnBrk="0" hangingPunct="1">
              <a:defRPr sz="900" kern="1200">
                <a:solidFill>
                  <a:schemeClr val="tx1"/>
                </a:solidFill>
                <a:latin typeface="+mn-lt"/>
                <a:ea typeface="+mn-ea"/>
                <a:cs typeface="+mn-cs"/>
              </a:defRPr>
            </a:lvl1pPr>
            <a:lvl2pPr marL="228581" algn="l" defTabSz="457162" rtl="0" eaLnBrk="1" latinLnBrk="0" hangingPunct="1">
              <a:defRPr sz="900" kern="1200">
                <a:solidFill>
                  <a:schemeClr val="tx1"/>
                </a:solidFill>
                <a:latin typeface="+mn-lt"/>
                <a:ea typeface="+mn-ea"/>
                <a:cs typeface="+mn-cs"/>
              </a:defRPr>
            </a:lvl2pPr>
            <a:lvl3pPr marL="457162" algn="l" defTabSz="457162" rtl="0" eaLnBrk="1" latinLnBrk="0" hangingPunct="1">
              <a:defRPr sz="900" kern="1200">
                <a:solidFill>
                  <a:schemeClr val="tx1"/>
                </a:solidFill>
                <a:latin typeface="+mn-lt"/>
                <a:ea typeface="+mn-ea"/>
                <a:cs typeface="+mn-cs"/>
              </a:defRPr>
            </a:lvl3pPr>
            <a:lvl4pPr marL="685743" algn="l" defTabSz="457162" rtl="0" eaLnBrk="1" latinLnBrk="0" hangingPunct="1">
              <a:defRPr sz="900" kern="1200">
                <a:solidFill>
                  <a:schemeClr val="tx1"/>
                </a:solidFill>
                <a:latin typeface="+mn-lt"/>
                <a:ea typeface="+mn-ea"/>
                <a:cs typeface="+mn-cs"/>
              </a:defRPr>
            </a:lvl4pPr>
            <a:lvl5pPr marL="914324" algn="l" defTabSz="457162" rtl="0" eaLnBrk="1" latinLnBrk="0" hangingPunct="1">
              <a:defRPr sz="900" kern="1200">
                <a:solidFill>
                  <a:schemeClr val="tx1"/>
                </a:solidFill>
                <a:latin typeface="+mn-lt"/>
                <a:ea typeface="+mn-ea"/>
                <a:cs typeface="+mn-cs"/>
              </a:defRPr>
            </a:lvl5pPr>
            <a:lvl6pPr marL="1142904" algn="l" defTabSz="457162" rtl="0" eaLnBrk="1" latinLnBrk="0" hangingPunct="1">
              <a:defRPr sz="900" kern="1200">
                <a:solidFill>
                  <a:schemeClr val="tx1"/>
                </a:solidFill>
                <a:latin typeface="+mn-lt"/>
                <a:ea typeface="+mn-ea"/>
                <a:cs typeface="+mn-cs"/>
              </a:defRPr>
            </a:lvl6pPr>
            <a:lvl7pPr marL="1371486" algn="l" defTabSz="457162" rtl="0" eaLnBrk="1" latinLnBrk="0" hangingPunct="1">
              <a:defRPr sz="900" kern="1200">
                <a:solidFill>
                  <a:schemeClr val="tx1"/>
                </a:solidFill>
                <a:latin typeface="+mn-lt"/>
                <a:ea typeface="+mn-ea"/>
                <a:cs typeface="+mn-cs"/>
              </a:defRPr>
            </a:lvl7pPr>
            <a:lvl8pPr marL="1600066" algn="l" defTabSz="457162" rtl="0" eaLnBrk="1" latinLnBrk="0" hangingPunct="1">
              <a:defRPr sz="900" kern="1200">
                <a:solidFill>
                  <a:schemeClr val="tx1"/>
                </a:solidFill>
                <a:latin typeface="+mn-lt"/>
                <a:ea typeface="+mn-ea"/>
                <a:cs typeface="+mn-cs"/>
              </a:defRPr>
            </a:lvl8pPr>
            <a:lvl9pPr marL="1828648" algn="l" defTabSz="457162" rtl="0" eaLnBrk="1" latinLnBrk="0" hangingPunct="1">
              <a:defRPr sz="900" kern="1200">
                <a:solidFill>
                  <a:schemeClr val="tx1"/>
                </a:solidFill>
                <a:latin typeface="+mn-lt"/>
                <a:ea typeface="+mn-ea"/>
                <a:cs typeface="+mn-cs"/>
              </a:defRPr>
            </a:lvl9pPr>
          </a:lstStyle>
          <a:p>
            <a:r>
              <a:rPr lang="en-US" dirty="0">
                <a:latin typeface="IBM Plex Sans"/>
              </a:rPr>
              <a:t>IBM Quantum</a:t>
            </a:r>
            <a:endParaRPr lang="en-US" dirty="0"/>
          </a:p>
        </p:txBody>
      </p:sp>
      <p:sp>
        <p:nvSpPr>
          <p:cNvPr id="8" name="Slide Number Placeholder 7">
            <a:extLst>
              <a:ext uri="{FF2B5EF4-FFF2-40B4-BE49-F238E27FC236}">
                <a16:creationId xmlns:a16="http://schemas.microsoft.com/office/drawing/2014/main" id="{C131375A-3D01-F135-8A9C-320223E487BB}"/>
              </a:ext>
            </a:extLst>
          </p:cNvPr>
          <p:cNvSpPr>
            <a:spLocks noGrp="1"/>
          </p:cNvSpPr>
          <p:nvPr>
            <p:ph type="sldNum" sz="quarter" idx="4"/>
          </p:nvPr>
        </p:nvSpPr>
        <p:spPr/>
        <p:txBody>
          <a:bodyPr/>
          <a:lstStyle>
            <a:defPPr>
              <a:defRPr lang="en-US"/>
            </a:defPPr>
            <a:lvl1pPr marL="0" algn="l" defTabSz="457162" rtl="0" eaLnBrk="1" latinLnBrk="0" hangingPunct="1">
              <a:defRPr sz="900" kern="1200">
                <a:solidFill>
                  <a:schemeClr val="tx1"/>
                </a:solidFill>
                <a:latin typeface="+mn-lt"/>
                <a:ea typeface="+mn-ea"/>
                <a:cs typeface="+mn-cs"/>
              </a:defRPr>
            </a:lvl1pPr>
            <a:lvl2pPr marL="228581" algn="l" defTabSz="457162" rtl="0" eaLnBrk="1" latinLnBrk="0" hangingPunct="1">
              <a:defRPr sz="900" kern="1200">
                <a:solidFill>
                  <a:schemeClr val="tx1"/>
                </a:solidFill>
                <a:latin typeface="+mn-lt"/>
                <a:ea typeface="+mn-ea"/>
                <a:cs typeface="+mn-cs"/>
              </a:defRPr>
            </a:lvl2pPr>
            <a:lvl3pPr marL="457162" algn="l" defTabSz="457162" rtl="0" eaLnBrk="1" latinLnBrk="0" hangingPunct="1">
              <a:defRPr sz="900" kern="1200">
                <a:solidFill>
                  <a:schemeClr val="tx1"/>
                </a:solidFill>
                <a:latin typeface="+mn-lt"/>
                <a:ea typeface="+mn-ea"/>
                <a:cs typeface="+mn-cs"/>
              </a:defRPr>
            </a:lvl3pPr>
            <a:lvl4pPr marL="685743" algn="l" defTabSz="457162" rtl="0" eaLnBrk="1" latinLnBrk="0" hangingPunct="1">
              <a:defRPr sz="900" kern="1200">
                <a:solidFill>
                  <a:schemeClr val="tx1"/>
                </a:solidFill>
                <a:latin typeface="+mn-lt"/>
                <a:ea typeface="+mn-ea"/>
                <a:cs typeface="+mn-cs"/>
              </a:defRPr>
            </a:lvl4pPr>
            <a:lvl5pPr marL="914324" algn="l" defTabSz="457162" rtl="0" eaLnBrk="1" latinLnBrk="0" hangingPunct="1">
              <a:defRPr sz="900" kern="1200">
                <a:solidFill>
                  <a:schemeClr val="tx1"/>
                </a:solidFill>
                <a:latin typeface="+mn-lt"/>
                <a:ea typeface="+mn-ea"/>
                <a:cs typeface="+mn-cs"/>
              </a:defRPr>
            </a:lvl5pPr>
            <a:lvl6pPr marL="1142904" algn="l" defTabSz="457162" rtl="0" eaLnBrk="1" latinLnBrk="0" hangingPunct="1">
              <a:defRPr sz="900" kern="1200">
                <a:solidFill>
                  <a:schemeClr val="tx1"/>
                </a:solidFill>
                <a:latin typeface="+mn-lt"/>
                <a:ea typeface="+mn-ea"/>
                <a:cs typeface="+mn-cs"/>
              </a:defRPr>
            </a:lvl6pPr>
            <a:lvl7pPr marL="1371486" algn="l" defTabSz="457162" rtl="0" eaLnBrk="1" latinLnBrk="0" hangingPunct="1">
              <a:defRPr sz="900" kern="1200">
                <a:solidFill>
                  <a:schemeClr val="tx1"/>
                </a:solidFill>
                <a:latin typeface="+mn-lt"/>
                <a:ea typeface="+mn-ea"/>
                <a:cs typeface="+mn-cs"/>
              </a:defRPr>
            </a:lvl7pPr>
            <a:lvl8pPr marL="1600066" algn="l" defTabSz="457162" rtl="0" eaLnBrk="1" latinLnBrk="0" hangingPunct="1">
              <a:defRPr sz="900" kern="1200">
                <a:solidFill>
                  <a:schemeClr val="tx1"/>
                </a:solidFill>
                <a:latin typeface="+mn-lt"/>
                <a:ea typeface="+mn-ea"/>
                <a:cs typeface="+mn-cs"/>
              </a:defRPr>
            </a:lvl8pPr>
            <a:lvl9pPr marL="1828648" algn="l" defTabSz="457162" rtl="0" eaLnBrk="1" latinLnBrk="0" hangingPunct="1">
              <a:defRPr sz="900" kern="1200">
                <a:solidFill>
                  <a:schemeClr val="tx1"/>
                </a:solidFill>
                <a:latin typeface="+mn-lt"/>
                <a:ea typeface="+mn-ea"/>
                <a:cs typeface="+mn-cs"/>
              </a:defRPr>
            </a:lvl9pPr>
          </a:lstStyle>
          <a:p>
            <a:fld id="{86CB4B4D-7CA3-9044-876B-883B54F8677D}" type="slidenum">
              <a:rPr lang="en-US" smtClean="0"/>
              <a:pPr/>
              <a:t>3</a:t>
            </a:fld>
            <a:endParaRPr lang="en-US"/>
          </a:p>
        </p:txBody>
      </p:sp>
      <p:sp>
        <p:nvSpPr>
          <p:cNvPr id="17" name="TextBox 16">
            <a:extLst>
              <a:ext uri="{FF2B5EF4-FFF2-40B4-BE49-F238E27FC236}">
                <a16:creationId xmlns:a16="http://schemas.microsoft.com/office/drawing/2014/main" id="{A0D6F17B-C051-5F6B-4C7F-2B9A74DD55EA}"/>
              </a:ext>
            </a:extLst>
          </p:cNvPr>
          <p:cNvSpPr txBox="1"/>
          <p:nvPr/>
        </p:nvSpPr>
        <p:spPr>
          <a:xfrm>
            <a:off x="1245616" y="3430510"/>
            <a:ext cx="3367671" cy="369332"/>
          </a:xfrm>
          <a:prstGeom prst="rect">
            <a:avLst/>
          </a:prstGeom>
          <a:no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defTabSz="1218956">
              <a:spcBef>
                <a:spcPts val="1450"/>
              </a:spcBef>
            </a:pPr>
            <a:r>
              <a:rPr lang="en-US" sz="2400" kern="0" dirty="0">
                <a:solidFill>
                  <a:srgbClr val="000000"/>
                </a:solidFill>
                <a:ea typeface="+mj-ea"/>
                <a:cs typeface="+mj-cs"/>
              </a:rPr>
              <a:t>Come prepared</a:t>
            </a:r>
            <a:endParaRPr lang="en-US" sz="2400" dirty="0">
              <a:ea typeface="+mj-ea"/>
              <a:cs typeface="+mj-cs"/>
            </a:endParaRPr>
          </a:p>
        </p:txBody>
      </p:sp>
      <p:sp>
        <p:nvSpPr>
          <p:cNvPr id="18" name="TextBox 17">
            <a:extLst>
              <a:ext uri="{FF2B5EF4-FFF2-40B4-BE49-F238E27FC236}">
                <a16:creationId xmlns:a16="http://schemas.microsoft.com/office/drawing/2014/main" id="{6189A901-C48D-9AC8-0DDB-E2F16A0E1AB3}"/>
              </a:ext>
            </a:extLst>
          </p:cNvPr>
          <p:cNvSpPr txBox="1"/>
          <p:nvPr/>
        </p:nvSpPr>
        <p:spPr>
          <a:xfrm>
            <a:off x="7305487" y="3401758"/>
            <a:ext cx="3953548" cy="369332"/>
          </a:xfrm>
          <a:prstGeom prst="rect">
            <a:avLst/>
          </a:prstGeom>
          <a:no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defTabSz="1218956">
              <a:spcBef>
                <a:spcPts val="1450"/>
              </a:spcBef>
            </a:pPr>
            <a:r>
              <a:rPr lang="en-US" sz="2400" kern="0" dirty="0">
                <a:solidFill>
                  <a:srgbClr val="000000"/>
                </a:solidFill>
                <a:ea typeface="+mj-ea"/>
                <a:cs typeface="+mj-cs"/>
              </a:rPr>
              <a:t>Remember success is a slide</a:t>
            </a:r>
            <a:endParaRPr lang="en-US" sz="2400" dirty="0">
              <a:ea typeface="+mj-ea"/>
              <a:cs typeface="+mj-cs"/>
            </a:endParaRPr>
          </a:p>
        </p:txBody>
      </p:sp>
      <p:sp>
        <p:nvSpPr>
          <p:cNvPr id="19" name="TextBox 18">
            <a:extLst>
              <a:ext uri="{FF2B5EF4-FFF2-40B4-BE49-F238E27FC236}">
                <a16:creationId xmlns:a16="http://schemas.microsoft.com/office/drawing/2014/main" id="{2F0D3037-D83F-C8F5-2211-D2317B68DE71}"/>
              </a:ext>
            </a:extLst>
          </p:cNvPr>
          <p:cNvSpPr txBox="1"/>
          <p:nvPr/>
        </p:nvSpPr>
        <p:spPr>
          <a:xfrm>
            <a:off x="7337827" y="454784"/>
            <a:ext cx="3367671" cy="369332"/>
          </a:xfrm>
          <a:prstGeom prst="rect">
            <a:avLst/>
          </a:prstGeom>
          <a:no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defTabSz="1218956">
              <a:spcBef>
                <a:spcPts val="1450"/>
              </a:spcBef>
            </a:pPr>
            <a:r>
              <a:rPr lang="en-US" sz="2400" kern="0" dirty="0">
                <a:solidFill>
                  <a:srgbClr val="000000"/>
                </a:solidFill>
                <a:ea typeface="+mj-ea"/>
                <a:cs typeface="+mj-cs"/>
              </a:rPr>
              <a:t>Ask for help</a:t>
            </a:r>
            <a:endParaRPr lang="en-US" sz="2400" dirty="0">
              <a:ea typeface="+mj-ea"/>
              <a:cs typeface="+mj-cs"/>
            </a:endParaRPr>
          </a:p>
        </p:txBody>
      </p:sp>
      <p:sp>
        <p:nvSpPr>
          <p:cNvPr id="20" name="TextBox 19">
            <a:extLst>
              <a:ext uri="{FF2B5EF4-FFF2-40B4-BE49-F238E27FC236}">
                <a16:creationId xmlns:a16="http://schemas.microsoft.com/office/drawing/2014/main" id="{B0D37ACC-4BE2-5E50-95C2-DE70097CD113}"/>
              </a:ext>
            </a:extLst>
          </p:cNvPr>
          <p:cNvSpPr txBox="1"/>
          <p:nvPr/>
        </p:nvSpPr>
        <p:spPr>
          <a:xfrm>
            <a:off x="1245412" y="408800"/>
            <a:ext cx="4740583" cy="369332"/>
          </a:xfrm>
          <a:prstGeom prst="rect">
            <a:avLst/>
          </a:prstGeom>
          <a:no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defTabSz="1218956">
              <a:spcBef>
                <a:spcPts val="1450"/>
              </a:spcBef>
            </a:pPr>
            <a:r>
              <a:rPr lang="en-US" sz="2400" kern="0" dirty="0">
                <a:solidFill>
                  <a:srgbClr val="000000"/>
                </a:solidFill>
                <a:ea typeface="+mj-ea"/>
                <a:cs typeface="+mj-cs"/>
              </a:rPr>
              <a:t>Start where you can</a:t>
            </a:r>
            <a:endParaRPr lang="en-US" sz="2400" dirty="0">
              <a:ea typeface="+mj-ea"/>
              <a:cs typeface="+mj-cs"/>
            </a:endParaRPr>
          </a:p>
        </p:txBody>
      </p:sp>
      <p:sp>
        <p:nvSpPr>
          <p:cNvPr id="9" name="Text Placeholder 2">
            <a:extLst>
              <a:ext uri="{FF2B5EF4-FFF2-40B4-BE49-F238E27FC236}">
                <a16:creationId xmlns:a16="http://schemas.microsoft.com/office/drawing/2014/main" id="{251B1635-9DE7-8026-EBA3-FB25217006B0}"/>
              </a:ext>
            </a:extLst>
          </p:cNvPr>
          <p:cNvSpPr txBox="1">
            <a:spLocks/>
          </p:cNvSpPr>
          <p:nvPr/>
        </p:nvSpPr>
        <p:spPr>
          <a:xfrm>
            <a:off x="1090309" y="4195282"/>
            <a:ext cx="3522978" cy="1523802"/>
          </a:xfrm>
          <a:prstGeom prst="rect">
            <a:avLst/>
          </a:prstGeom>
        </p:spPr>
        <p:txBody>
          <a:bodyPr lIns="45714" tIns="22857" rIns="45714" bIns="22857" anchor="t"/>
          <a:lstStyle>
            <a:defPPr>
              <a:defRPr lang="en-US"/>
            </a:defPPr>
            <a:lvl1pPr marL="0" marR="0" indent="0" algn="l" defTabSz="914507" rtl="0" eaLnBrk="1" latinLnBrk="0" hangingPunct="1">
              <a:lnSpc>
                <a:spcPct val="100000"/>
              </a:lnSpc>
              <a:spcBef>
                <a:spcPts val="0"/>
              </a:spcBef>
              <a:spcAft>
                <a:spcPts val="0"/>
              </a:spcAft>
              <a:buClrTx/>
              <a:buSzTx/>
              <a:buFontTx/>
              <a:buNone/>
              <a:tabLst/>
              <a:defRPr sz="1800" b="0" i="0" u="none" strike="noStrike" kern="1200" cap="none" spc="0" baseline="0">
                <a:solidFill>
                  <a:schemeClr val="tx1"/>
                </a:solidFill>
                <a:uFillTx/>
                <a:latin typeface="+mn-lt"/>
                <a:ea typeface="+mn-ea"/>
                <a:cs typeface="+mn-cs"/>
                <a:sym typeface="IBM Plex Sans Light"/>
              </a:defRPr>
            </a:lvl1pPr>
            <a:lvl2pPr marL="457253" marR="0" indent="-201128" algn="l" defTabSz="914507" rtl="0" eaLnBrk="1" latinLnBrk="0" hangingPunct="1">
              <a:lnSpc>
                <a:spcPct val="100000"/>
              </a:lnSpc>
              <a:spcBef>
                <a:spcPts val="0"/>
              </a:spcBef>
              <a:spcAft>
                <a:spcPts val="0"/>
              </a:spcAft>
              <a:buClrTx/>
              <a:buSzPct val="100000"/>
              <a:buFontTx/>
              <a:buChar char="–"/>
              <a:tabLst/>
              <a:defRPr sz="1800" b="0" i="0" u="none" strike="noStrike" kern="1200" cap="none" spc="0" baseline="0">
                <a:solidFill>
                  <a:schemeClr val="tx1"/>
                </a:solidFill>
                <a:uFillTx/>
                <a:latin typeface="+mn-lt"/>
                <a:ea typeface="+mn-ea"/>
                <a:cs typeface="+mn-cs"/>
                <a:sym typeface="IBM Plex Sans Light"/>
              </a:defRPr>
            </a:lvl2pPr>
            <a:lvl3pPr marL="914507" marR="0" indent="-201128" algn="l" defTabSz="914507" rtl="0" eaLnBrk="1" latinLnBrk="0" hangingPunct="1">
              <a:lnSpc>
                <a:spcPct val="100000"/>
              </a:lnSpc>
              <a:spcBef>
                <a:spcPts val="0"/>
              </a:spcBef>
              <a:spcAft>
                <a:spcPts val="0"/>
              </a:spcAft>
              <a:buClrTx/>
              <a:buSzPct val="100000"/>
              <a:buFontTx/>
              <a:buChar char="•"/>
              <a:tabLst/>
              <a:defRPr sz="1800" b="0" i="0" u="none" strike="noStrike" kern="1200" cap="none" spc="0" baseline="0">
                <a:solidFill>
                  <a:schemeClr val="tx1"/>
                </a:solidFill>
                <a:uFillTx/>
                <a:latin typeface="+mn-lt"/>
                <a:ea typeface="+mn-ea"/>
                <a:cs typeface="+mn-cs"/>
                <a:sym typeface="IBM Plex Sans Light"/>
              </a:defRPr>
            </a:lvl3pPr>
            <a:lvl4pPr marL="1371760" marR="0" indent="-201128" algn="l" defTabSz="914507" rtl="0" eaLnBrk="1" latinLnBrk="0" hangingPunct="1">
              <a:lnSpc>
                <a:spcPct val="100000"/>
              </a:lnSpc>
              <a:spcBef>
                <a:spcPts val="0"/>
              </a:spcBef>
              <a:spcAft>
                <a:spcPts val="0"/>
              </a:spcAft>
              <a:buClrTx/>
              <a:buSzPct val="100000"/>
              <a:buFontTx/>
              <a:buChar char="–"/>
              <a:tabLst/>
              <a:defRPr sz="1800" b="0" i="0" u="none" strike="noStrike" kern="1200" cap="none" spc="0" baseline="0">
                <a:solidFill>
                  <a:schemeClr val="tx1"/>
                </a:solidFill>
                <a:uFillTx/>
                <a:latin typeface="+mn-lt"/>
                <a:ea typeface="+mn-ea"/>
                <a:cs typeface="+mn-cs"/>
                <a:sym typeface="IBM Plex Sans Light"/>
              </a:defRPr>
            </a:lvl4pPr>
            <a:lvl5pPr marL="1829014" marR="0" indent="-457200" algn="l" defTabSz="914507" rtl="0" eaLnBrk="1" latinLnBrk="0" hangingPunct="1">
              <a:lnSpc>
                <a:spcPct val="100000"/>
              </a:lnSpc>
              <a:spcBef>
                <a:spcPts val="0"/>
              </a:spcBef>
              <a:spcAft>
                <a:spcPts val="0"/>
              </a:spcAft>
              <a:buClrTx/>
              <a:buSzPct val="100000"/>
              <a:buFont typeface="Arial" panose="020B0604020202020204" pitchFamily="34" charset="0"/>
              <a:buChar char="•"/>
              <a:tabLst/>
              <a:defRPr sz="1800" b="0" i="0" u="none" strike="noStrike" kern="1200" cap="none" spc="0" baseline="0">
                <a:solidFill>
                  <a:schemeClr val="tx1"/>
                </a:solidFill>
                <a:uFillTx/>
                <a:latin typeface="+mn-lt"/>
                <a:ea typeface="+mn-ea"/>
                <a:cs typeface="+mn-cs"/>
                <a:sym typeface="IBM Plex Sans Light"/>
              </a:defRPr>
            </a:lvl5pPr>
            <a:lvl6pPr marL="2286266" marR="0" indent="-389009" algn="l" defTabSz="914507" rtl="0" eaLnBrk="1" latinLnBrk="0" hangingPunct="1">
              <a:lnSpc>
                <a:spcPct val="100000"/>
              </a:lnSpc>
              <a:spcBef>
                <a:spcPts val="2900"/>
              </a:spcBef>
              <a:spcAft>
                <a:spcPts val="0"/>
              </a:spcAft>
              <a:buClrTx/>
              <a:buSzPct val="100000"/>
              <a:buFontTx/>
              <a:buChar char="»"/>
              <a:tabLst/>
              <a:defRPr sz="1800" b="0" i="0" u="none" strike="noStrike" kern="1200" cap="none" spc="0" baseline="0">
                <a:solidFill>
                  <a:schemeClr val="tx1"/>
                </a:solidFill>
                <a:uFillTx/>
                <a:latin typeface="+mn-lt"/>
                <a:ea typeface="+mn-ea"/>
                <a:cs typeface="+mn-cs"/>
                <a:sym typeface="IBM Plex Sans Light"/>
              </a:defRPr>
            </a:lvl6pPr>
            <a:lvl7pPr marL="2743520" marR="0" indent="-389009" algn="l" defTabSz="914507" rtl="0" eaLnBrk="1" latinLnBrk="0" hangingPunct="1">
              <a:lnSpc>
                <a:spcPct val="100000"/>
              </a:lnSpc>
              <a:spcBef>
                <a:spcPts val="2900"/>
              </a:spcBef>
              <a:spcAft>
                <a:spcPts val="0"/>
              </a:spcAft>
              <a:buClrTx/>
              <a:buSzPct val="100000"/>
              <a:buFontTx/>
              <a:buChar char="»"/>
              <a:tabLst/>
              <a:defRPr sz="1800" b="0" i="0" u="none" strike="noStrike" kern="1200" cap="none" spc="0" baseline="0">
                <a:solidFill>
                  <a:schemeClr val="tx1"/>
                </a:solidFill>
                <a:uFillTx/>
                <a:latin typeface="+mn-lt"/>
                <a:ea typeface="+mn-ea"/>
                <a:cs typeface="+mn-cs"/>
                <a:sym typeface="IBM Plex Sans Light"/>
              </a:defRPr>
            </a:lvl7pPr>
            <a:lvl8pPr marL="3200773" marR="0" indent="-389009" algn="l" defTabSz="914507" rtl="0" eaLnBrk="1" latinLnBrk="0" hangingPunct="1">
              <a:lnSpc>
                <a:spcPct val="100000"/>
              </a:lnSpc>
              <a:spcBef>
                <a:spcPts val="2900"/>
              </a:spcBef>
              <a:spcAft>
                <a:spcPts val="0"/>
              </a:spcAft>
              <a:buClrTx/>
              <a:buSzPct val="100000"/>
              <a:buFontTx/>
              <a:buChar char="»"/>
              <a:tabLst/>
              <a:defRPr sz="1800" b="0" i="0" u="none" strike="noStrike" kern="1200" cap="none" spc="0" baseline="0">
                <a:solidFill>
                  <a:schemeClr val="tx1"/>
                </a:solidFill>
                <a:uFillTx/>
                <a:latin typeface="+mn-lt"/>
                <a:ea typeface="+mn-ea"/>
                <a:cs typeface="+mn-cs"/>
                <a:sym typeface="IBM Plex Sans Light"/>
              </a:defRPr>
            </a:lvl8pPr>
            <a:lvl9pPr marL="3658027" marR="0" indent="-389009" algn="l" defTabSz="914507" rtl="0" eaLnBrk="1" latinLnBrk="0" hangingPunct="1">
              <a:lnSpc>
                <a:spcPct val="100000"/>
              </a:lnSpc>
              <a:spcBef>
                <a:spcPts val="2900"/>
              </a:spcBef>
              <a:spcAft>
                <a:spcPts val="0"/>
              </a:spcAft>
              <a:buClrTx/>
              <a:buSzPct val="100000"/>
              <a:buFontTx/>
              <a:buChar char="»"/>
              <a:tabLst/>
              <a:defRPr sz="1800" b="0" i="0" u="none" strike="noStrike" kern="1200" cap="none" spc="0" baseline="0">
                <a:solidFill>
                  <a:schemeClr val="tx1"/>
                </a:solidFill>
                <a:uFillTx/>
                <a:latin typeface="+mn-lt"/>
                <a:ea typeface="+mn-ea"/>
                <a:cs typeface="+mn-cs"/>
                <a:sym typeface="IBM Plex Sans Light"/>
              </a:defRPr>
            </a:lvl9pPr>
          </a:lstStyle>
          <a:p>
            <a:r>
              <a:rPr lang="en-US" sz="1500" b="1">
                <a:latin typeface="IBM Plex Sans"/>
              </a:rPr>
              <a:t>Plan ahead </a:t>
            </a:r>
            <a:r>
              <a:rPr lang="en-US" sz="1500" b="1" dirty="0">
                <a:latin typeface="IBM Plex Sans"/>
              </a:rPr>
              <a:t>which questions you want to ask, and what topics you would like to be asked about</a:t>
            </a:r>
          </a:p>
        </p:txBody>
      </p:sp>
    </p:spTree>
    <p:extLst>
      <p:ext uri="{BB962C8B-B14F-4D97-AF65-F5344CB8AC3E}">
        <p14:creationId xmlns:p14="http://schemas.microsoft.com/office/powerpoint/2010/main" val="246143406"/>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C1B9801-5A9C-EF42-3824-4631511FA7CC}"/>
            </a:ext>
          </a:extLst>
        </p:cNvPr>
        <p:cNvGrpSpPr/>
        <p:nvPr/>
      </p:nvGrpSpPr>
      <p:grpSpPr>
        <a:xfrm>
          <a:off x="0" y="0"/>
          <a:ext cx="0" cy="0"/>
          <a:chOff x="0" y="0"/>
          <a:chExt cx="0" cy="0"/>
        </a:xfrm>
      </p:grpSpPr>
      <p:sp>
        <p:nvSpPr>
          <p:cNvPr id="11" name="Rectangle 10">
            <a:extLst>
              <a:ext uri="{FF2B5EF4-FFF2-40B4-BE49-F238E27FC236}">
                <a16:creationId xmlns:a16="http://schemas.microsoft.com/office/drawing/2014/main" id="{01A22726-DA03-BCB0-F12E-98258FB7E5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6F21790-E13D-9162-D9A3-311F9B348890}"/>
              </a:ext>
            </a:extLst>
          </p:cNvPr>
          <p:cNvSpPr>
            <a:spLocks noGrp="1"/>
          </p:cNvSpPr>
          <p:nvPr>
            <p:ph type="title"/>
          </p:nvPr>
        </p:nvSpPr>
        <p:spPr>
          <a:xfrm>
            <a:off x="762000" y="466704"/>
            <a:ext cx="9160475" cy="1132258"/>
          </a:xfrm>
        </p:spPr>
        <p:txBody>
          <a:bodyPr vert="horz" lIns="91440" tIns="45720" rIns="91440" bIns="45720" rtlCol="0" anchor="ctr">
            <a:normAutofit/>
          </a:bodyPr>
          <a:lstStyle/>
          <a:p>
            <a:r>
              <a:rPr lang="en-US" kern="1200" dirty="0">
                <a:latin typeface="+mj-lt"/>
                <a:ea typeface="+mj-ea"/>
                <a:cs typeface="+mj-cs"/>
              </a:rPr>
              <a:t>Start </a:t>
            </a:r>
            <a:r>
              <a:rPr lang="en-US" dirty="0"/>
              <a:t>where you can</a:t>
            </a:r>
          </a:p>
        </p:txBody>
      </p:sp>
      <p:graphicFrame>
        <p:nvGraphicFramePr>
          <p:cNvPr id="6" name="Content Placeholder 2">
            <a:extLst>
              <a:ext uri="{FF2B5EF4-FFF2-40B4-BE49-F238E27FC236}">
                <a16:creationId xmlns:a16="http://schemas.microsoft.com/office/drawing/2014/main" id="{9BBB900C-C349-4F28-1E0E-D06AF80D686B}"/>
              </a:ext>
            </a:extLst>
          </p:cNvPr>
          <p:cNvGraphicFramePr>
            <a:graphicFrameLocks noGrp="1"/>
          </p:cNvGraphicFramePr>
          <p:nvPr>
            <p:ph sz="half" idx="1"/>
            <p:extLst>
              <p:ext uri="{D42A27DB-BD31-4B8C-83A1-F6EECF244321}">
                <p14:modId xmlns:p14="http://schemas.microsoft.com/office/powerpoint/2010/main" val="2048794053"/>
              </p:ext>
            </p:extLst>
          </p:nvPr>
        </p:nvGraphicFramePr>
        <p:xfrm>
          <a:off x="349134" y="1398709"/>
          <a:ext cx="10335350" cy="406643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2" name="TextBox 11">
            <a:extLst>
              <a:ext uri="{FF2B5EF4-FFF2-40B4-BE49-F238E27FC236}">
                <a16:creationId xmlns:a16="http://schemas.microsoft.com/office/drawing/2014/main" id="{E22F53FD-7EE3-12BF-BC05-36460DAE1591}"/>
              </a:ext>
            </a:extLst>
          </p:cNvPr>
          <p:cNvSpPr txBox="1"/>
          <p:nvPr/>
        </p:nvSpPr>
        <p:spPr>
          <a:xfrm>
            <a:off x="547943" y="5464126"/>
            <a:ext cx="3721581" cy="1200329"/>
          </a:xfrm>
          <a:prstGeom prst="rect">
            <a:avLst/>
          </a:prstGeom>
          <a:solidFill>
            <a:schemeClr val="accent5">
              <a:lumMod val="20000"/>
              <a:lumOff val="80000"/>
            </a:schemeClr>
          </a:solidFill>
          <a:ln>
            <a:solidFill>
              <a:schemeClr val="accent1">
                <a:lumMod val="50000"/>
              </a:schemeClr>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dirty="0">
                <a:solidFill>
                  <a:schemeClr val="accent5"/>
                </a:solidFill>
              </a:rPr>
              <a:t>Example: </a:t>
            </a:r>
            <a:endParaRPr lang="en-US">
              <a:solidFill>
                <a:schemeClr val="accent5"/>
              </a:solidFill>
            </a:endParaRPr>
          </a:p>
          <a:p>
            <a:r>
              <a:rPr lang="en-US" sz="3600" dirty="0">
                <a:solidFill>
                  <a:schemeClr val="accent5"/>
                </a:solidFill>
              </a:rPr>
              <a:t>QRISE Hackathon</a:t>
            </a:r>
            <a:endParaRPr lang="en-US">
              <a:solidFill>
                <a:schemeClr val="accent5"/>
              </a:solidFill>
            </a:endParaRPr>
          </a:p>
        </p:txBody>
      </p:sp>
    </p:spTree>
    <p:extLst>
      <p:ext uri="{BB962C8B-B14F-4D97-AF65-F5344CB8AC3E}">
        <p14:creationId xmlns:p14="http://schemas.microsoft.com/office/powerpoint/2010/main" val="8031164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091C20-65AD-2827-C756-F11C9BFD73E7}"/>
            </a:ext>
          </a:extLst>
        </p:cNvPr>
        <p:cNvGrpSpPr/>
        <p:nvPr/>
      </p:nvGrpSpPr>
      <p:grpSpPr>
        <a:xfrm>
          <a:off x="0" y="0"/>
          <a:ext cx="0" cy="0"/>
          <a:chOff x="0" y="0"/>
          <a:chExt cx="0" cy="0"/>
        </a:xfrm>
      </p:grpSpPr>
      <p:grpSp>
        <p:nvGrpSpPr>
          <p:cNvPr id="27" name="Group 26">
            <a:extLst>
              <a:ext uri="{FF2B5EF4-FFF2-40B4-BE49-F238E27FC236}">
                <a16:creationId xmlns:a16="http://schemas.microsoft.com/office/drawing/2014/main" id="{5BEDDBD5-D52A-DBD7-D361-B5608923BE49}"/>
              </a:ext>
            </a:extLst>
          </p:cNvPr>
          <p:cNvGrpSpPr/>
          <p:nvPr/>
        </p:nvGrpSpPr>
        <p:grpSpPr>
          <a:xfrm>
            <a:off x="381708" y="1447548"/>
            <a:ext cx="10451988" cy="5273764"/>
            <a:chOff x="542267" y="2255330"/>
            <a:chExt cx="20906698" cy="10548901"/>
          </a:xfrm>
        </p:grpSpPr>
        <p:sp>
          <p:nvSpPr>
            <p:cNvPr id="6" name="TextBox 19">
              <a:extLst>
                <a:ext uri="{FF2B5EF4-FFF2-40B4-BE49-F238E27FC236}">
                  <a16:creationId xmlns:a16="http://schemas.microsoft.com/office/drawing/2014/main" id="{9722A47E-043A-4814-E454-5E67B8163635}"/>
                </a:ext>
              </a:extLst>
            </p:cNvPr>
            <p:cNvSpPr txBox="1"/>
            <p:nvPr/>
          </p:nvSpPr>
          <p:spPr>
            <a:xfrm>
              <a:off x="729393" y="2306161"/>
              <a:ext cx="1674654" cy="327603"/>
            </a:xfrm>
            <a:prstGeom prst="rect">
              <a:avLst/>
            </a:prstGeom>
            <a:ln w="12700">
              <a:miter lim="400000"/>
            </a:ln>
            <a:extLst>
              <a:ext uri="{C572A759-6A51-4108-AA02-DFA0A04FC94B}">
                <ma14:wrappingTextBoxFlag xmlns:lc="http://schemas.openxmlformats.org/drawingml/2006/lockedCanvas" xmlns="" xmlns:m="http://schemas.openxmlformats.org/officeDocument/2006/math" xmlns:a14="http://schemas.microsoft.com/office/drawing/2010/main" xmlns:ma14="http://schemas.microsoft.com/office/mac/drawingml/2011/main" val="1"/>
              </a:ext>
            </a:extLst>
          </p:spPr>
          <p:txBody>
            <a:bodyPr wrap="square" lIns="0" tIns="0" rIns="0" bIns="0" rtlCol="0" anchor="t">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lang="en-US" sz="1400" kern="0" dirty="0">
                  <a:solidFill>
                    <a:srgbClr val="000000"/>
                  </a:solidFill>
                  <a:latin typeface="IBM Plex Sans"/>
                  <a:sym typeface="IBM Plex Sans Light"/>
                </a:rPr>
                <a:t>May 2023</a:t>
              </a:r>
              <a:endParaRPr lang="en-US" sz="1400" b="0" i="0" u="none" strike="noStrike" kern="0" cap="none" spc="0" normalizeH="0" baseline="0" noProof="0" dirty="0">
                <a:ln>
                  <a:noFill/>
                </a:ln>
                <a:solidFill>
                  <a:srgbClr val="000000"/>
                </a:solidFill>
                <a:effectLst/>
                <a:uLnTx/>
                <a:uFillTx/>
                <a:latin typeface="IBM Plex Sans"/>
              </a:endParaRPr>
            </a:p>
          </p:txBody>
        </p:sp>
        <p:sp>
          <p:nvSpPr>
            <p:cNvPr id="7" name="TextBox 20">
              <a:extLst>
                <a:ext uri="{FF2B5EF4-FFF2-40B4-BE49-F238E27FC236}">
                  <a16:creationId xmlns:a16="http://schemas.microsoft.com/office/drawing/2014/main" id="{E93403BB-62A1-4580-15E0-519B6C555B3D}"/>
                </a:ext>
              </a:extLst>
            </p:cNvPr>
            <p:cNvSpPr txBox="1"/>
            <p:nvPr/>
          </p:nvSpPr>
          <p:spPr>
            <a:xfrm>
              <a:off x="5453438" y="2255330"/>
              <a:ext cx="1653479" cy="475786"/>
            </a:xfrm>
            <a:prstGeom prst="rect">
              <a:avLst/>
            </a:prstGeom>
            <a:ln w="12700">
              <a:miter lim="400000"/>
            </a:ln>
            <a:extLst>
              <a:ext uri="{C572A759-6A51-4108-AA02-DFA0A04FC94B}">
                <ma14:wrappingTextBoxFlag xmlns:lc="http://schemas.openxmlformats.org/drawingml/2006/lockedCanvas" xmlns="" xmlns:m="http://schemas.openxmlformats.org/officeDocument/2006/math" xmlns:a14="http://schemas.microsoft.com/office/drawing/2010/main" xmlns:ma14="http://schemas.microsoft.com/office/mac/drawingml/2011/main" val="1"/>
              </a:ext>
            </a:extLst>
          </p:spPr>
          <p:txBody>
            <a:bodyPr wrap="square" lIns="0" tIns="0" rIns="0" bIns="0" rtlCol="0" anchor="t">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lang="en-US" sz="1400" kern="0" dirty="0">
                  <a:solidFill>
                    <a:srgbClr val="000000"/>
                  </a:solidFill>
                  <a:latin typeface="IBM Plex Sans"/>
                  <a:sym typeface="IBM Plex Sans Light"/>
                </a:rPr>
                <a:t>Nov 2023</a:t>
              </a:r>
              <a:endParaRPr lang="en-US" sz="1400" b="0" i="0" u="none" strike="noStrike" kern="0" cap="none" spc="0" normalizeH="0" baseline="0" noProof="0" dirty="0">
                <a:ln>
                  <a:noFill/>
                </a:ln>
                <a:solidFill>
                  <a:srgbClr val="000000"/>
                </a:solidFill>
                <a:effectLst/>
                <a:uLnTx/>
                <a:uFillTx/>
                <a:latin typeface="IBM Plex Sans"/>
              </a:endParaRPr>
            </a:p>
          </p:txBody>
        </p:sp>
        <p:sp>
          <p:nvSpPr>
            <p:cNvPr id="8" name="TextBox 24">
              <a:extLst>
                <a:ext uri="{FF2B5EF4-FFF2-40B4-BE49-F238E27FC236}">
                  <a16:creationId xmlns:a16="http://schemas.microsoft.com/office/drawing/2014/main" id="{2A3661A1-A329-831C-5CC9-FE2DF2A38660}"/>
                </a:ext>
              </a:extLst>
            </p:cNvPr>
            <p:cNvSpPr txBox="1"/>
            <p:nvPr/>
          </p:nvSpPr>
          <p:spPr>
            <a:xfrm>
              <a:off x="9805463" y="2286609"/>
              <a:ext cx="1611142" cy="444508"/>
            </a:xfrm>
            <a:prstGeom prst="rect">
              <a:avLst/>
            </a:prstGeom>
            <a:ln w="12700">
              <a:miter lim="400000"/>
            </a:ln>
            <a:extLst>
              <a:ext uri="{C572A759-6A51-4108-AA02-DFA0A04FC94B}">
                <ma14:wrappingTextBoxFlag xmlns:lc="http://schemas.openxmlformats.org/drawingml/2006/lockedCanvas" xmlns="" xmlns:m="http://schemas.openxmlformats.org/officeDocument/2006/math" xmlns:a14="http://schemas.microsoft.com/office/drawing/2010/main" xmlns:ma14="http://schemas.microsoft.com/office/mac/drawingml/2011/main" val="1"/>
              </a:ext>
            </a:extLst>
          </p:spPr>
          <p:txBody>
            <a:bodyPr wrap="square" lIns="0" tIns="0" rIns="0" bIns="0" rtlCol="0" anchor="t">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kumimoji="0" lang="en-US" sz="1400" b="0" i="0" u="none" strike="noStrike" kern="0" cap="none" spc="0" normalizeH="0" baseline="0" noProof="0" dirty="0">
                  <a:ln>
                    <a:noFill/>
                  </a:ln>
                  <a:solidFill>
                    <a:srgbClr val="000000"/>
                  </a:solidFill>
                  <a:effectLst/>
                  <a:uLnTx/>
                  <a:uFillTx/>
                  <a:latin typeface="IBM Plex Sans"/>
                  <a:sym typeface="IBM Plex Sans Light"/>
                </a:rPr>
                <a:t>May 2024</a:t>
              </a:r>
              <a:endParaRPr lang="en-US" sz="1400" b="0" i="0" u="none" strike="noStrike" kern="0" cap="none" spc="0" normalizeH="0" baseline="0" noProof="0" dirty="0">
                <a:ln>
                  <a:noFill/>
                </a:ln>
                <a:solidFill>
                  <a:srgbClr val="000000"/>
                </a:solidFill>
                <a:effectLst/>
                <a:uLnTx/>
                <a:uFillTx/>
                <a:latin typeface="IBM Plex Sans"/>
              </a:endParaRPr>
            </a:p>
          </p:txBody>
        </p:sp>
        <p:sp>
          <p:nvSpPr>
            <p:cNvPr id="9" name="TextBox 28">
              <a:extLst>
                <a:ext uri="{FF2B5EF4-FFF2-40B4-BE49-F238E27FC236}">
                  <a16:creationId xmlns:a16="http://schemas.microsoft.com/office/drawing/2014/main" id="{4C1785AA-665D-1336-69A2-E4BDABF089AE}"/>
                </a:ext>
              </a:extLst>
            </p:cNvPr>
            <p:cNvSpPr txBox="1"/>
            <p:nvPr/>
          </p:nvSpPr>
          <p:spPr>
            <a:xfrm>
              <a:off x="14185123" y="2286610"/>
              <a:ext cx="1568802" cy="592691"/>
            </a:xfrm>
            <a:prstGeom prst="rect">
              <a:avLst/>
            </a:prstGeom>
            <a:ln w="12700">
              <a:miter lim="400000"/>
            </a:ln>
            <a:extLst>
              <a:ext uri="{C572A759-6A51-4108-AA02-DFA0A04FC94B}">
                <ma14:wrappingTextBoxFlag xmlns:lc="http://schemas.openxmlformats.org/drawingml/2006/lockedCanvas" xmlns="" xmlns:m="http://schemas.openxmlformats.org/officeDocument/2006/math" xmlns:a14="http://schemas.microsoft.com/office/drawing/2010/main" xmlns:ma14="http://schemas.microsoft.com/office/mac/drawingml/2011/main" val="1"/>
              </a:ext>
            </a:extLst>
          </p:spPr>
          <p:txBody>
            <a:bodyPr wrap="square" lIns="0" tIns="0" rIns="0" bIns="0" rtlCol="0" anchor="t">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kumimoji="0" lang="en-US" sz="1400" b="0" i="0" u="none" strike="noStrike" kern="0" cap="none" spc="0" normalizeH="0" baseline="0" noProof="0" dirty="0">
                  <a:ln>
                    <a:noFill/>
                  </a:ln>
                  <a:solidFill>
                    <a:srgbClr val="000000"/>
                  </a:solidFill>
                  <a:effectLst/>
                  <a:uLnTx/>
                  <a:uFillTx/>
                  <a:latin typeface="IBM Plex Sans"/>
                  <a:sym typeface="IBM Plex Sans Light"/>
                </a:rPr>
                <a:t>Nov 2024</a:t>
              </a:r>
              <a:endParaRPr lang="en-US" sz="1400" b="0" i="0" u="none" strike="noStrike" kern="0" cap="none" spc="0" normalizeH="0" baseline="0" noProof="0" dirty="0">
                <a:ln>
                  <a:noFill/>
                </a:ln>
                <a:solidFill>
                  <a:srgbClr val="000000"/>
                </a:solidFill>
                <a:effectLst/>
                <a:uLnTx/>
                <a:uFillTx/>
                <a:latin typeface="IBM Plex Sans"/>
              </a:endParaRPr>
            </a:p>
          </p:txBody>
        </p:sp>
        <p:sp>
          <p:nvSpPr>
            <p:cNvPr id="10" name="TextBox 13">
              <a:extLst>
                <a:ext uri="{FF2B5EF4-FFF2-40B4-BE49-F238E27FC236}">
                  <a16:creationId xmlns:a16="http://schemas.microsoft.com/office/drawing/2014/main" id="{1B08E619-7535-974A-8081-A8E0D9330548}"/>
                </a:ext>
              </a:extLst>
            </p:cNvPr>
            <p:cNvSpPr txBox="1"/>
            <p:nvPr/>
          </p:nvSpPr>
          <p:spPr>
            <a:xfrm>
              <a:off x="18674786" y="2311498"/>
              <a:ext cx="2002209" cy="539294"/>
            </a:xfrm>
            <a:prstGeom prst="rect">
              <a:avLst/>
            </a:prstGeom>
            <a:ln w="12700">
              <a:miter lim="400000"/>
            </a:ln>
            <a:extLst>
              <a:ext uri="{C572A759-6A51-4108-AA02-DFA0A04FC94B}">
                <ma14:wrappingTextBoxFlag xmlns:lc="http://schemas.openxmlformats.org/drawingml/2006/lockedCanvas" xmlns="" xmlns:m="http://schemas.openxmlformats.org/officeDocument/2006/math" xmlns:a14="http://schemas.microsoft.com/office/drawing/2010/main" xmlns:ma14="http://schemas.microsoft.com/office/mac/drawingml/2011/main" val="1"/>
              </a:ext>
            </a:extLst>
          </p:spPr>
          <p:txBody>
            <a:bodyPr wrap="square" lIns="0" tIns="0" rIns="0" bIns="0" rtlCol="0" anchor="t">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kumimoji="0" lang="en-US" sz="1400" b="0" i="0" u="none" strike="noStrike" kern="0" cap="none" spc="0" normalizeH="0" baseline="0" noProof="0" dirty="0">
                  <a:ln>
                    <a:noFill/>
                  </a:ln>
                  <a:solidFill>
                    <a:srgbClr val="000000"/>
                  </a:solidFill>
                  <a:effectLst/>
                  <a:uLnTx/>
                  <a:uFillTx/>
                  <a:latin typeface="IBM Plex Sans"/>
                  <a:sym typeface="IBM Plex Sans Light"/>
                </a:rPr>
                <a:t>May 2025</a:t>
              </a:r>
              <a:endParaRPr lang="en-US" sz="1400" b="0" i="0" u="none" strike="noStrike" kern="0" cap="none" spc="0" normalizeH="0" baseline="0" noProof="0" dirty="0">
                <a:ln>
                  <a:noFill/>
                </a:ln>
                <a:solidFill>
                  <a:srgbClr val="000000"/>
                </a:solidFill>
                <a:effectLst/>
                <a:uLnTx/>
                <a:uFillTx/>
                <a:latin typeface="IBM Plex Sans"/>
              </a:endParaRPr>
            </a:p>
          </p:txBody>
        </p:sp>
        <p:sp>
          <p:nvSpPr>
            <p:cNvPr id="11" name="TextBox 34">
              <a:extLst>
                <a:ext uri="{FF2B5EF4-FFF2-40B4-BE49-F238E27FC236}">
                  <a16:creationId xmlns:a16="http://schemas.microsoft.com/office/drawing/2014/main" id="{4AE8DC17-C7E4-0F55-2D4C-09A551A44F54}"/>
                </a:ext>
              </a:extLst>
            </p:cNvPr>
            <p:cNvSpPr txBox="1"/>
            <p:nvPr/>
          </p:nvSpPr>
          <p:spPr>
            <a:xfrm rot="16200000">
              <a:off x="-252778" y="7478913"/>
              <a:ext cx="2688810" cy="1098719"/>
            </a:xfrm>
            <a:prstGeom prst="rect">
              <a:avLst/>
            </a:prstGeom>
            <a:ln w="12700">
              <a:miter lim="400000"/>
            </a:ln>
            <a:extLst>
              <a:ext uri="{C572A759-6A51-4108-AA02-DFA0A04FC94B}">
                <ma14:wrappingTextBoxFlag xmlns:lc="http://schemas.openxmlformats.org/drawingml/2006/lockedCanvas"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algn="ctr" defTabSz="1218956">
                <a:spcBef>
                  <a:spcPts val="1450"/>
                </a:spcBef>
                <a:buSzPct val="100000"/>
              </a:pPr>
              <a:r>
                <a:rPr lang="en-US" sz="1400" b="1" kern="0" dirty="0">
                  <a:solidFill>
                    <a:srgbClr val="000000"/>
                  </a:solidFill>
                  <a:ea typeface="+mj-ea"/>
                  <a:cs typeface="+mj-cs"/>
                  <a:sym typeface="IBM Plex Sans Light"/>
                </a:rPr>
                <a:t>Milestones</a:t>
              </a:r>
              <a:endParaRPr lang="en-US" sz="1400" kern="0" dirty="0">
                <a:solidFill>
                  <a:srgbClr val="000000"/>
                </a:solidFill>
                <a:ea typeface="+mj-ea"/>
                <a:cs typeface="+mj-cs"/>
                <a:sym typeface="IBM Plex Sans Light"/>
              </a:endParaRPr>
            </a:p>
          </p:txBody>
        </p:sp>
        <p:grpSp>
          <p:nvGrpSpPr>
            <p:cNvPr id="12" name="Group 11">
              <a:extLst>
                <a:ext uri="{FF2B5EF4-FFF2-40B4-BE49-F238E27FC236}">
                  <a16:creationId xmlns:a16="http://schemas.microsoft.com/office/drawing/2014/main" id="{BA47D23E-8055-9507-B488-643A40E76151}"/>
                </a:ext>
              </a:extLst>
            </p:cNvPr>
            <p:cNvGrpSpPr/>
            <p:nvPr/>
          </p:nvGrpSpPr>
          <p:grpSpPr>
            <a:xfrm>
              <a:off x="1369154" y="2799065"/>
              <a:ext cx="20079811" cy="10005166"/>
              <a:chOff x="1369154" y="2799067"/>
              <a:chExt cx="20079811" cy="8747008"/>
            </a:xfrm>
          </p:grpSpPr>
          <p:cxnSp>
            <p:nvCxnSpPr>
              <p:cNvPr id="17" name="Straight Connector 16">
                <a:extLst>
                  <a:ext uri="{FF2B5EF4-FFF2-40B4-BE49-F238E27FC236}">
                    <a16:creationId xmlns:a16="http://schemas.microsoft.com/office/drawing/2014/main" id="{5731BB23-12EC-9DD7-8CED-2DDAF64935BE}"/>
                  </a:ext>
                </a:extLst>
              </p:cNvPr>
              <p:cNvCxnSpPr>
                <a:cxnSpLocks/>
              </p:cNvCxnSpPr>
              <p:nvPr/>
            </p:nvCxnSpPr>
            <p:spPr bwMode="auto">
              <a:xfrm>
                <a:off x="1369154" y="2822944"/>
                <a:ext cx="0" cy="8628788"/>
              </a:xfrm>
              <a:prstGeom prst="line">
                <a:avLst/>
              </a:prstGeom>
              <a:ln w="12700">
                <a:solidFill>
                  <a:srgbClr val="8D8D8D"/>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4FF20BB9-216A-E47E-183F-8C51403A2D23}"/>
                  </a:ext>
                </a:extLst>
              </p:cNvPr>
              <p:cNvCxnSpPr>
                <a:cxnSpLocks/>
              </p:cNvCxnSpPr>
              <p:nvPr/>
            </p:nvCxnSpPr>
            <p:spPr bwMode="auto">
              <a:xfrm>
                <a:off x="3587217" y="2822944"/>
                <a:ext cx="0" cy="8628788"/>
              </a:xfrm>
              <a:prstGeom prst="line">
                <a:avLst/>
              </a:prstGeom>
              <a:ln w="12700">
                <a:solidFill>
                  <a:srgbClr val="C6C6C6"/>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D896E5AA-B807-084A-23B3-97AE1A6D7ECD}"/>
                  </a:ext>
                </a:extLst>
              </p:cNvPr>
              <p:cNvCxnSpPr>
                <a:cxnSpLocks/>
              </p:cNvCxnSpPr>
              <p:nvPr/>
            </p:nvCxnSpPr>
            <p:spPr bwMode="auto">
              <a:xfrm>
                <a:off x="5805280" y="2822944"/>
                <a:ext cx="0" cy="8628788"/>
              </a:xfrm>
              <a:prstGeom prst="line">
                <a:avLst/>
              </a:prstGeom>
              <a:ln w="12700">
                <a:solidFill>
                  <a:srgbClr val="8D8D8D"/>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0" name="Straight Connector 19">
                <a:extLst>
                  <a:ext uri="{FF2B5EF4-FFF2-40B4-BE49-F238E27FC236}">
                    <a16:creationId xmlns:a16="http://schemas.microsoft.com/office/drawing/2014/main" id="{E20FD3AE-8D6A-F755-B8F3-CDA15B98838B}"/>
                  </a:ext>
                </a:extLst>
              </p:cNvPr>
              <p:cNvCxnSpPr>
                <a:cxnSpLocks/>
              </p:cNvCxnSpPr>
              <p:nvPr/>
            </p:nvCxnSpPr>
            <p:spPr bwMode="auto">
              <a:xfrm>
                <a:off x="8051554" y="2822944"/>
                <a:ext cx="0" cy="8628788"/>
              </a:xfrm>
              <a:prstGeom prst="line">
                <a:avLst/>
              </a:prstGeom>
              <a:ln w="12700">
                <a:solidFill>
                  <a:srgbClr val="C6C6C6"/>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E4A81B22-0CEC-0E47-F3D6-CABD1D55700A}"/>
                  </a:ext>
                </a:extLst>
              </p:cNvPr>
              <p:cNvCxnSpPr>
                <a:cxnSpLocks/>
              </p:cNvCxnSpPr>
              <p:nvPr/>
            </p:nvCxnSpPr>
            <p:spPr bwMode="auto">
              <a:xfrm>
                <a:off x="10269617" y="2822944"/>
                <a:ext cx="0" cy="8628788"/>
              </a:xfrm>
              <a:prstGeom prst="line">
                <a:avLst/>
              </a:prstGeom>
              <a:ln w="12700">
                <a:solidFill>
                  <a:srgbClr val="8D8D8D"/>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2" name="Straight Connector 21">
                <a:extLst>
                  <a:ext uri="{FF2B5EF4-FFF2-40B4-BE49-F238E27FC236}">
                    <a16:creationId xmlns:a16="http://schemas.microsoft.com/office/drawing/2014/main" id="{06EAC283-6848-4AE2-9C41-528B8CF017AF}"/>
                  </a:ext>
                </a:extLst>
              </p:cNvPr>
              <p:cNvCxnSpPr>
                <a:cxnSpLocks/>
              </p:cNvCxnSpPr>
              <p:nvPr/>
            </p:nvCxnSpPr>
            <p:spPr bwMode="auto">
              <a:xfrm>
                <a:off x="12501785" y="2822944"/>
                <a:ext cx="0" cy="8628788"/>
              </a:xfrm>
              <a:prstGeom prst="line">
                <a:avLst/>
              </a:prstGeom>
              <a:ln w="12700">
                <a:solidFill>
                  <a:srgbClr val="C6C6C6"/>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9E8C6C59-1363-FCCC-6A44-13B9D819B5A4}"/>
                  </a:ext>
                </a:extLst>
              </p:cNvPr>
              <p:cNvCxnSpPr>
                <a:cxnSpLocks/>
              </p:cNvCxnSpPr>
              <p:nvPr/>
            </p:nvCxnSpPr>
            <p:spPr bwMode="auto">
              <a:xfrm>
                <a:off x="14733953" y="2822944"/>
                <a:ext cx="0" cy="8628788"/>
              </a:xfrm>
              <a:prstGeom prst="line">
                <a:avLst/>
              </a:prstGeom>
              <a:ln w="12700">
                <a:solidFill>
                  <a:srgbClr val="8D8D8D"/>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4" name="Straight Connector 23">
                <a:extLst>
                  <a:ext uri="{FF2B5EF4-FFF2-40B4-BE49-F238E27FC236}">
                    <a16:creationId xmlns:a16="http://schemas.microsoft.com/office/drawing/2014/main" id="{E2E9FA0F-110A-1BF6-FD94-65349C43D9C4}"/>
                  </a:ext>
                </a:extLst>
              </p:cNvPr>
              <p:cNvCxnSpPr>
                <a:cxnSpLocks/>
              </p:cNvCxnSpPr>
              <p:nvPr/>
            </p:nvCxnSpPr>
            <p:spPr bwMode="auto">
              <a:xfrm>
                <a:off x="16965137" y="2822944"/>
                <a:ext cx="0" cy="8723131"/>
              </a:xfrm>
              <a:prstGeom prst="line">
                <a:avLst/>
              </a:prstGeom>
              <a:ln w="12700">
                <a:solidFill>
                  <a:srgbClr val="C6C6C6"/>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5" name="Straight Connector 24">
                <a:extLst>
                  <a:ext uri="{FF2B5EF4-FFF2-40B4-BE49-F238E27FC236}">
                    <a16:creationId xmlns:a16="http://schemas.microsoft.com/office/drawing/2014/main" id="{D532C8C6-0D91-0264-C929-DF88D6449C45}"/>
                  </a:ext>
                </a:extLst>
              </p:cNvPr>
              <p:cNvCxnSpPr>
                <a:cxnSpLocks/>
              </p:cNvCxnSpPr>
              <p:nvPr/>
            </p:nvCxnSpPr>
            <p:spPr bwMode="auto">
              <a:xfrm>
                <a:off x="19202691" y="2799067"/>
                <a:ext cx="0" cy="8628788"/>
              </a:xfrm>
              <a:prstGeom prst="line">
                <a:avLst/>
              </a:prstGeom>
              <a:ln w="12700">
                <a:solidFill>
                  <a:srgbClr val="8D8D8D"/>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6" name="Straight Connector 25">
                <a:extLst>
                  <a:ext uri="{FF2B5EF4-FFF2-40B4-BE49-F238E27FC236}">
                    <a16:creationId xmlns:a16="http://schemas.microsoft.com/office/drawing/2014/main" id="{C3E11808-DFFF-F75D-80A9-E65D534A5747}"/>
                  </a:ext>
                </a:extLst>
              </p:cNvPr>
              <p:cNvCxnSpPr>
                <a:cxnSpLocks/>
              </p:cNvCxnSpPr>
              <p:nvPr/>
            </p:nvCxnSpPr>
            <p:spPr bwMode="auto">
              <a:xfrm>
                <a:off x="21448965" y="2799067"/>
                <a:ext cx="0" cy="8628788"/>
              </a:xfrm>
              <a:prstGeom prst="line">
                <a:avLst/>
              </a:prstGeom>
              <a:ln w="12700">
                <a:solidFill>
                  <a:srgbClr val="8D8D8D"/>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grpSp>
        <p:grpSp>
          <p:nvGrpSpPr>
            <p:cNvPr id="13" name="Group 12">
              <a:extLst>
                <a:ext uri="{FF2B5EF4-FFF2-40B4-BE49-F238E27FC236}">
                  <a16:creationId xmlns:a16="http://schemas.microsoft.com/office/drawing/2014/main" id="{0A83B56C-668C-E73D-3F74-54D53E5872C1}"/>
                </a:ext>
              </a:extLst>
            </p:cNvPr>
            <p:cNvGrpSpPr/>
            <p:nvPr/>
          </p:nvGrpSpPr>
          <p:grpSpPr>
            <a:xfrm>
              <a:off x="1510181" y="2764070"/>
              <a:ext cx="19820494" cy="689205"/>
              <a:chOff x="1510181" y="2764070"/>
              <a:chExt cx="19820494" cy="689205"/>
            </a:xfrm>
          </p:grpSpPr>
          <p:sp>
            <p:nvSpPr>
              <p:cNvPr id="14" name="Rounded Rectangle 9">
                <a:extLst>
                  <a:ext uri="{FF2B5EF4-FFF2-40B4-BE49-F238E27FC236}">
                    <a16:creationId xmlns:a16="http://schemas.microsoft.com/office/drawing/2014/main" id="{67B9F3A9-982C-BCF8-6CF7-CEC7BB6521D9}"/>
                  </a:ext>
                </a:extLst>
              </p:cNvPr>
              <p:cNvSpPr/>
              <p:nvPr/>
            </p:nvSpPr>
            <p:spPr bwMode="auto">
              <a:xfrm>
                <a:off x="1510181" y="2764070"/>
                <a:ext cx="4169167" cy="643783"/>
              </a:xfrm>
              <a:prstGeom prst="roundRect">
                <a:avLst/>
              </a:prstGeom>
              <a:solidFill>
                <a:schemeClr val="bg1">
                  <a:lumMod val="95000"/>
                </a:schemeClr>
              </a:solidFill>
              <a:ln w="19050">
                <a:solidFill>
                  <a:schemeClr val="bg1">
                    <a:lumMod val="95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ctr"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ctr" defTabSz="457109" rtl="0" eaLnBrk="1" fontAlgn="base" latinLnBrk="0" hangingPunct="1">
                  <a:lnSpc>
                    <a:spcPct val="100000"/>
                  </a:lnSpc>
                  <a:spcBef>
                    <a:spcPct val="0"/>
                  </a:spcBef>
                  <a:spcAft>
                    <a:spcPct val="0"/>
                  </a:spcAft>
                  <a:buClrTx/>
                  <a:buSzTx/>
                  <a:buFont typeface="IBM Plex Sans Light"/>
                  <a:buNone/>
                  <a:tabLst/>
                  <a:defRPr/>
                </a:pPr>
                <a:r>
                  <a:rPr lang="en-US" sz="1600" dirty="0">
                    <a:solidFill>
                      <a:schemeClr val="tx1"/>
                    </a:solidFill>
                    <a:latin typeface="IBM Plex Sans Thin" panose="020B0203050203000203" pitchFamily="34" charset="0"/>
                  </a:rPr>
                  <a:t>6 months</a:t>
                </a:r>
                <a:endParaRPr kumimoji="0" lang="en-US" sz="1600" u="none" strike="noStrike" kern="1200" cap="none" spc="0" normalizeH="0" baseline="0" noProof="0" dirty="0">
                  <a:ln>
                    <a:noFill/>
                  </a:ln>
                  <a:solidFill>
                    <a:schemeClr val="tx1"/>
                  </a:solidFill>
                  <a:effectLst/>
                  <a:uLnTx/>
                  <a:uFillTx/>
                  <a:latin typeface="IBM Plex Sans Thin" panose="020B0203050203000203" pitchFamily="34" charset="0"/>
                </a:endParaRPr>
              </a:p>
            </p:txBody>
          </p:sp>
          <p:sp>
            <p:nvSpPr>
              <p:cNvPr id="15" name="Rounded Rectangle 18">
                <a:extLst>
                  <a:ext uri="{FF2B5EF4-FFF2-40B4-BE49-F238E27FC236}">
                    <a16:creationId xmlns:a16="http://schemas.microsoft.com/office/drawing/2014/main" id="{4B7D28B0-7BEB-B20D-57C0-B6B65BED3065}"/>
                  </a:ext>
                </a:extLst>
              </p:cNvPr>
              <p:cNvSpPr/>
              <p:nvPr/>
            </p:nvSpPr>
            <p:spPr bwMode="auto">
              <a:xfrm>
                <a:off x="5931213" y="2764070"/>
                <a:ext cx="8661714" cy="643785"/>
              </a:xfrm>
              <a:prstGeom prst="roundRect">
                <a:avLst/>
              </a:prstGeom>
              <a:solidFill>
                <a:schemeClr val="bg1">
                  <a:lumMod val="95000"/>
                </a:schemeClr>
              </a:solidFill>
              <a:ln w="19050">
                <a:solidFill>
                  <a:schemeClr val="bg1">
                    <a:lumMod val="95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ctr"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ctr" defTabSz="457109" rtl="0" eaLnBrk="1" fontAlgn="base" latinLnBrk="0" hangingPunct="1">
                  <a:lnSpc>
                    <a:spcPct val="100000"/>
                  </a:lnSpc>
                  <a:spcBef>
                    <a:spcPct val="0"/>
                  </a:spcBef>
                  <a:spcAft>
                    <a:spcPct val="0"/>
                  </a:spcAft>
                  <a:buClrTx/>
                  <a:buSzTx/>
                  <a:buFont typeface="IBM Plex Sans Light"/>
                  <a:buNone/>
                  <a:tabLst/>
                  <a:defRPr/>
                </a:pPr>
                <a:r>
                  <a:rPr lang="en-US" sz="1400" dirty="0">
                    <a:solidFill>
                      <a:schemeClr val="tx1"/>
                    </a:solidFill>
                    <a:latin typeface="IBM Plex Sans Thin" panose="020B0203050203000203" pitchFamily="34" charset="0"/>
                  </a:rPr>
                  <a:t>1.5 years</a:t>
                </a:r>
                <a:endParaRPr kumimoji="0" lang="en-US" sz="1400" u="none" strike="noStrike" kern="1200" cap="none" spc="0" normalizeH="0" baseline="0" noProof="0" dirty="0">
                  <a:ln>
                    <a:noFill/>
                  </a:ln>
                  <a:solidFill>
                    <a:schemeClr val="tx1"/>
                  </a:solidFill>
                  <a:effectLst/>
                  <a:uLnTx/>
                  <a:uFillTx/>
                  <a:latin typeface="IBM Plex Sans Thin" panose="020B0203050203000203" pitchFamily="34" charset="0"/>
                </a:endParaRPr>
              </a:p>
            </p:txBody>
          </p:sp>
          <p:sp>
            <p:nvSpPr>
              <p:cNvPr id="16" name="Rounded Rectangle 21">
                <a:extLst>
                  <a:ext uri="{FF2B5EF4-FFF2-40B4-BE49-F238E27FC236}">
                    <a16:creationId xmlns:a16="http://schemas.microsoft.com/office/drawing/2014/main" id="{B99358D3-2829-E800-C73C-25392DEEE326}"/>
                  </a:ext>
                </a:extLst>
              </p:cNvPr>
              <p:cNvSpPr/>
              <p:nvPr/>
            </p:nvSpPr>
            <p:spPr bwMode="auto">
              <a:xfrm>
                <a:off x="14866351" y="2809480"/>
                <a:ext cx="6464324" cy="643795"/>
              </a:xfrm>
              <a:prstGeom prst="roundRect">
                <a:avLst/>
              </a:prstGeom>
              <a:solidFill>
                <a:schemeClr val="bg1">
                  <a:lumMod val="95000"/>
                </a:schemeClr>
              </a:solidFill>
              <a:ln w="19050">
                <a:solidFill>
                  <a:schemeClr val="bg1">
                    <a:lumMod val="95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ctr"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ctr" defTabSz="457109" rtl="0" eaLnBrk="1" fontAlgn="base" latinLnBrk="0" hangingPunct="1">
                  <a:lnSpc>
                    <a:spcPct val="100000"/>
                  </a:lnSpc>
                  <a:spcBef>
                    <a:spcPct val="0"/>
                  </a:spcBef>
                  <a:spcAft>
                    <a:spcPct val="0"/>
                  </a:spcAft>
                  <a:buClrTx/>
                  <a:buSzTx/>
                  <a:buFont typeface="IBM Plex Sans Light"/>
                  <a:buNone/>
                  <a:tabLst/>
                  <a:defRPr/>
                </a:pPr>
                <a:r>
                  <a:rPr lang="en-US" sz="1600" dirty="0">
                    <a:solidFill>
                      <a:schemeClr val="tx1"/>
                    </a:solidFill>
                    <a:latin typeface="IBM Plex Sans Thin" panose="020B0203050203000203" pitchFamily="34" charset="0"/>
                  </a:rPr>
                  <a:t>2.25 years</a:t>
                </a:r>
                <a:endParaRPr kumimoji="0" lang="en-US" sz="1600" u="none" strike="noStrike" kern="1200" cap="none" spc="0" normalizeH="0" baseline="0" noProof="0" dirty="0">
                  <a:ln>
                    <a:noFill/>
                  </a:ln>
                  <a:solidFill>
                    <a:schemeClr val="tx1"/>
                  </a:solidFill>
                  <a:effectLst/>
                  <a:uLnTx/>
                  <a:uFillTx/>
                  <a:latin typeface="IBM Plex Sans Thin" panose="020B0203050203000203" pitchFamily="34" charset="0"/>
                </a:endParaRPr>
              </a:p>
            </p:txBody>
          </p:sp>
        </p:grpSp>
      </p:grpSp>
      <p:sp>
        <p:nvSpPr>
          <p:cNvPr id="5" name="TextBox 13">
            <a:extLst>
              <a:ext uri="{FF2B5EF4-FFF2-40B4-BE49-F238E27FC236}">
                <a16:creationId xmlns:a16="http://schemas.microsoft.com/office/drawing/2014/main" id="{54C65549-AE95-8737-B10F-BB601A23E1BB}"/>
              </a:ext>
            </a:extLst>
          </p:cNvPr>
          <p:cNvSpPr txBox="1"/>
          <p:nvPr/>
        </p:nvSpPr>
        <p:spPr>
          <a:xfrm>
            <a:off x="10462903" y="1479298"/>
            <a:ext cx="948057" cy="206113"/>
          </a:xfrm>
          <a:prstGeom prst="rect">
            <a:avLst/>
          </a:prstGeom>
          <a:ln w="12700">
            <a:miter lim="400000"/>
          </a:ln>
          <a:extLst>
            <a:ext uri="{C572A759-6A51-4108-AA02-DFA0A04FC94B}">
              <ma14:wrappingTextBoxFlag xmlns:lc="http://schemas.openxmlformats.org/drawingml/2006/lockedCanvas"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lang="en-US" sz="1400" kern="0" dirty="0">
                <a:solidFill>
                  <a:srgbClr val="000000"/>
                </a:solidFill>
                <a:latin typeface="IBM Plex Sans" panose="020B0503050203000203" pitchFamily="34" charset="0"/>
                <a:sym typeface="IBM Plex Sans Light"/>
              </a:rPr>
              <a:t>Aug 2025</a:t>
            </a:r>
            <a:endParaRPr kumimoji="0" lang="en-US" sz="1400" b="0" i="0" u="none" strike="noStrike" kern="0" cap="none" spc="0" normalizeH="0" baseline="0" noProof="0" dirty="0">
              <a:ln>
                <a:noFill/>
              </a:ln>
              <a:solidFill>
                <a:srgbClr val="000000"/>
              </a:solidFill>
              <a:effectLst/>
              <a:uLnTx/>
              <a:uFillTx/>
              <a:latin typeface="IBM Plex Sans" panose="020B0503050203000203" pitchFamily="34" charset="0"/>
              <a:ea typeface="+mn-ea"/>
              <a:cs typeface="+mn-cs"/>
              <a:sym typeface="IBM Plex Sans Light"/>
            </a:endParaRPr>
          </a:p>
        </p:txBody>
      </p:sp>
      <p:sp>
        <p:nvSpPr>
          <p:cNvPr id="28" name="TextBox 13">
            <a:extLst>
              <a:ext uri="{FF2B5EF4-FFF2-40B4-BE49-F238E27FC236}">
                <a16:creationId xmlns:a16="http://schemas.microsoft.com/office/drawing/2014/main" id="{ECE6B5C3-31C7-1BC6-E7F0-2417C674A867}"/>
              </a:ext>
            </a:extLst>
          </p:cNvPr>
          <p:cNvSpPr txBox="1"/>
          <p:nvPr/>
        </p:nvSpPr>
        <p:spPr>
          <a:xfrm>
            <a:off x="1672377" y="1472961"/>
            <a:ext cx="948057" cy="206113"/>
          </a:xfrm>
          <a:prstGeom prst="rect">
            <a:avLst/>
          </a:prstGeom>
          <a:ln w="12700">
            <a:miter lim="400000"/>
          </a:ln>
          <a:extLst>
            <a:ext uri="{C572A759-6A51-4108-AA02-DFA0A04FC94B}">
              <ma14:wrappingTextBoxFlag xmlns:lc="http://schemas.openxmlformats.org/drawingml/2006/lockedCanvas"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lang="en-US" sz="1400" kern="0" dirty="0">
                <a:solidFill>
                  <a:srgbClr val="000000"/>
                </a:solidFill>
                <a:latin typeface="IBM Plex Sans" panose="020B0503050203000203" pitchFamily="34" charset="0"/>
                <a:sym typeface="IBM Plex Sans Light"/>
              </a:rPr>
              <a:t>Au</a:t>
            </a:r>
            <a:r>
              <a:rPr kumimoji="0" lang="en-US" sz="1400" b="0" i="0" u="none" strike="noStrike" kern="0" cap="none" spc="0" normalizeH="0" baseline="0" noProof="0" dirty="0">
                <a:ln>
                  <a:noFill/>
                </a:ln>
                <a:solidFill>
                  <a:srgbClr val="000000"/>
                </a:solidFill>
                <a:effectLst/>
                <a:uLnTx/>
                <a:uFillTx/>
                <a:latin typeface="IBM Plex Sans" panose="020B0503050203000203" pitchFamily="34" charset="0"/>
                <a:ea typeface="+mn-ea"/>
                <a:cs typeface="+mn-cs"/>
                <a:sym typeface="IBM Plex Sans Light"/>
              </a:rPr>
              <a:t>g 2023</a:t>
            </a:r>
          </a:p>
        </p:txBody>
      </p:sp>
      <p:sp>
        <p:nvSpPr>
          <p:cNvPr id="29" name="TextBox 13">
            <a:extLst>
              <a:ext uri="{FF2B5EF4-FFF2-40B4-BE49-F238E27FC236}">
                <a16:creationId xmlns:a16="http://schemas.microsoft.com/office/drawing/2014/main" id="{6B008890-AA7C-4406-A73A-79569F522626}"/>
              </a:ext>
            </a:extLst>
          </p:cNvPr>
          <p:cNvSpPr txBox="1"/>
          <p:nvPr/>
        </p:nvSpPr>
        <p:spPr>
          <a:xfrm>
            <a:off x="3977646" y="1466499"/>
            <a:ext cx="948057" cy="206113"/>
          </a:xfrm>
          <a:prstGeom prst="rect">
            <a:avLst/>
          </a:prstGeom>
          <a:ln w="12700">
            <a:miter lim="400000"/>
          </a:ln>
          <a:extLst>
            <a:ext uri="{C572A759-6A51-4108-AA02-DFA0A04FC94B}">
              <ma14:wrappingTextBoxFlag xmlns:lc="http://schemas.openxmlformats.org/drawingml/2006/lockedCanvas"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kumimoji="0" lang="en-US" sz="1400" b="0" i="0" u="none" strike="noStrike" kern="0" cap="none" spc="0" normalizeH="0" baseline="0" noProof="0" dirty="0">
                <a:ln>
                  <a:noFill/>
                </a:ln>
                <a:solidFill>
                  <a:srgbClr val="000000"/>
                </a:solidFill>
                <a:effectLst/>
                <a:uLnTx/>
                <a:uFillTx/>
                <a:latin typeface="IBM Plex Sans" panose="020B0503050203000203" pitchFamily="34" charset="0"/>
                <a:ea typeface="+mn-ea"/>
                <a:cs typeface="+mn-cs"/>
                <a:sym typeface="IBM Plex Sans Light"/>
              </a:rPr>
              <a:t>Feb</a:t>
            </a:r>
            <a:r>
              <a:rPr lang="en-US" sz="1400" kern="0" dirty="0">
                <a:solidFill>
                  <a:srgbClr val="000000"/>
                </a:solidFill>
                <a:latin typeface="IBM Plex Sans" panose="020B0503050203000203" pitchFamily="34" charset="0"/>
                <a:sym typeface="IBM Plex Sans Light"/>
              </a:rPr>
              <a:t> </a:t>
            </a:r>
            <a:r>
              <a:rPr kumimoji="0" lang="en-US" sz="1400" b="0" i="0" u="none" strike="noStrike" kern="0" cap="none" spc="0" normalizeH="0" baseline="0" noProof="0" dirty="0">
                <a:ln>
                  <a:noFill/>
                </a:ln>
                <a:solidFill>
                  <a:srgbClr val="000000"/>
                </a:solidFill>
                <a:effectLst/>
                <a:uLnTx/>
                <a:uFillTx/>
                <a:latin typeface="IBM Plex Sans" panose="020B0503050203000203" pitchFamily="34" charset="0"/>
                <a:ea typeface="+mn-ea"/>
                <a:cs typeface="+mn-cs"/>
                <a:sym typeface="IBM Plex Sans Light"/>
              </a:rPr>
              <a:t>2024</a:t>
            </a:r>
          </a:p>
        </p:txBody>
      </p:sp>
      <p:sp>
        <p:nvSpPr>
          <p:cNvPr id="30" name="TextBox 13">
            <a:extLst>
              <a:ext uri="{FF2B5EF4-FFF2-40B4-BE49-F238E27FC236}">
                <a16:creationId xmlns:a16="http://schemas.microsoft.com/office/drawing/2014/main" id="{51FE264B-E1C2-4A48-75A6-6405C7F1A08A}"/>
              </a:ext>
            </a:extLst>
          </p:cNvPr>
          <p:cNvSpPr txBox="1"/>
          <p:nvPr/>
        </p:nvSpPr>
        <p:spPr>
          <a:xfrm>
            <a:off x="6148343" y="1460659"/>
            <a:ext cx="948057" cy="206113"/>
          </a:xfrm>
          <a:prstGeom prst="rect">
            <a:avLst/>
          </a:prstGeom>
          <a:ln w="12700">
            <a:miter lim="400000"/>
          </a:ln>
          <a:extLst>
            <a:ext uri="{C572A759-6A51-4108-AA02-DFA0A04FC94B}">
              <ma14:wrappingTextBoxFlag xmlns:lc="http://schemas.openxmlformats.org/drawingml/2006/lockedCanvas"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lang="en-US" sz="1400" kern="0" dirty="0">
                <a:solidFill>
                  <a:srgbClr val="000000"/>
                </a:solidFill>
                <a:latin typeface="IBM Plex Sans" panose="020B0503050203000203" pitchFamily="34" charset="0"/>
                <a:sym typeface="IBM Plex Sans Light"/>
              </a:rPr>
              <a:t>Aug </a:t>
            </a:r>
            <a:r>
              <a:rPr kumimoji="0" lang="en-US" sz="1400" b="0" i="0" u="none" strike="noStrike" kern="0" cap="none" spc="0" normalizeH="0" baseline="0" noProof="0" dirty="0">
                <a:ln>
                  <a:noFill/>
                </a:ln>
                <a:solidFill>
                  <a:srgbClr val="000000"/>
                </a:solidFill>
                <a:effectLst/>
                <a:uLnTx/>
                <a:uFillTx/>
                <a:latin typeface="IBM Plex Sans" panose="020B0503050203000203" pitchFamily="34" charset="0"/>
                <a:ea typeface="+mn-ea"/>
                <a:cs typeface="+mn-cs"/>
                <a:sym typeface="IBM Plex Sans Light"/>
              </a:rPr>
              <a:t>2024</a:t>
            </a:r>
          </a:p>
        </p:txBody>
      </p:sp>
      <p:sp>
        <p:nvSpPr>
          <p:cNvPr id="31" name="TextBox 13">
            <a:extLst>
              <a:ext uri="{FF2B5EF4-FFF2-40B4-BE49-F238E27FC236}">
                <a16:creationId xmlns:a16="http://schemas.microsoft.com/office/drawing/2014/main" id="{D79F1880-8EA8-7BE8-6CD4-4356F994794E}"/>
              </a:ext>
            </a:extLst>
          </p:cNvPr>
          <p:cNvSpPr txBox="1"/>
          <p:nvPr/>
        </p:nvSpPr>
        <p:spPr>
          <a:xfrm>
            <a:off x="8385770" y="1460658"/>
            <a:ext cx="948057" cy="206113"/>
          </a:xfrm>
          <a:prstGeom prst="rect">
            <a:avLst/>
          </a:prstGeom>
          <a:ln w="12700">
            <a:miter lim="400000"/>
          </a:ln>
          <a:extLst>
            <a:ext uri="{C572A759-6A51-4108-AA02-DFA0A04FC94B}">
              <ma14:wrappingTextBoxFlag xmlns:lc="http://schemas.openxmlformats.org/drawingml/2006/lockedCanvas"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kumimoji="0" lang="en-US" sz="1400" b="0" i="0" u="none" strike="noStrike" kern="0" cap="none" spc="0" normalizeH="0" baseline="0" noProof="0" dirty="0">
                <a:ln>
                  <a:noFill/>
                </a:ln>
                <a:solidFill>
                  <a:srgbClr val="000000"/>
                </a:solidFill>
                <a:effectLst/>
                <a:uLnTx/>
                <a:uFillTx/>
                <a:latin typeface="IBM Plex Sans" panose="020B0503050203000203" pitchFamily="34" charset="0"/>
                <a:ea typeface="+mn-ea"/>
                <a:cs typeface="+mn-cs"/>
                <a:sym typeface="IBM Plex Sans Light"/>
              </a:rPr>
              <a:t>Feb</a:t>
            </a:r>
            <a:r>
              <a:rPr lang="en-US" sz="1400" kern="0" dirty="0">
                <a:solidFill>
                  <a:srgbClr val="000000"/>
                </a:solidFill>
                <a:latin typeface="IBM Plex Sans" panose="020B0503050203000203" pitchFamily="34" charset="0"/>
                <a:sym typeface="IBM Plex Sans Light"/>
              </a:rPr>
              <a:t> </a:t>
            </a:r>
            <a:r>
              <a:rPr kumimoji="0" lang="en-US" sz="1400" b="0" i="0" u="none" strike="noStrike" kern="0" cap="none" spc="0" normalizeH="0" baseline="0" noProof="0" dirty="0">
                <a:ln>
                  <a:noFill/>
                </a:ln>
                <a:solidFill>
                  <a:srgbClr val="000000"/>
                </a:solidFill>
                <a:effectLst/>
                <a:uLnTx/>
                <a:uFillTx/>
                <a:latin typeface="IBM Plex Sans" panose="020B0503050203000203" pitchFamily="34" charset="0"/>
                <a:ea typeface="+mn-ea"/>
                <a:cs typeface="+mn-cs"/>
                <a:sym typeface="IBM Plex Sans Light"/>
              </a:rPr>
              <a:t>2025</a:t>
            </a:r>
          </a:p>
        </p:txBody>
      </p:sp>
      <p:sp>
        <p:nvSpPr>
          <p:cNvPr id="32" name="Rectangle: Rounded Corners 5">
            <a:extLst>
              <a:ext uri="{FF2B5EF4-FFF2-40B4-BE49-F238E27FC236}">
                <a16:creationId xmlns:a16="http://schemas.microsoft.com/office/drawing/2014/main" id="{58B42966-7E9E-E3D5-048D-0F9AF015E2BE}"/>
              </a:ext>
            </a:extLst>
          </p:cNvPr>
          <p:cNvSpPr/>
          <p:nvPr/>
        </p:nvSpPr>
        <p:spPr bwMode="auto">
          <a:xfrm>
            <a:off x="1315972" y="2398665"/>
            <a:ext cx="686990" cy="321850"/>
          </a:xfrm>
          <a:prstGeom prst="roundRect">
            <a:avLst/>
          </a:prstGeom>
          <a:solidFill>
            <a:srgbClr val="DEFBE6"/>
          </a:solidFill>
          <a:ln w="57150">
            <a:solidFill>
              <a:srgbClr val="24A148"/>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600" dirty="0">
                <a:solidFill>
                  <a:schemeClr val="tx1"/>
                </a:solidFill>
              </a:rPr>
              <a:t>BNL</a:t>
            </a:r>
            <a:endParaRPr lang="en-US" sz="1600" b="0" i="0" u="none" strike="noStrike" cap="none" normalizeH="0" baseline="0" dirty="0">
              <a:ln>
                <a:noFill/>
              </a:ln>
              <a:solidFill>
                <a:schemeClr val="tx1"/>
              </a:solidFill>
              <a:effectLst/>
              <a:latin typeface="+mn-lt"/>
            </a:endParaRPr>
          </a:p>
        </p:txBody>
      </p:sp>
      <p:sp>
        <p:nvSpPr>
          <p:cNvPr id="33" name="Rectangle: Rounded Corners 5">
            <a:extLst>
              <a:ext uri="{FF2B5EF4-FFF2-40B4-BE49-F238E27FC236}">
                <a16:creationId xmlns:a16="http://schemas.microsoft.com/office/drawing/2014/main" id="{EFC7F4F7-B966-C880-6A4B-435710888237}"/>
              </a:ext>
            </a:extLst>
          </p:cNvPr>
          <p:cNvSpPr/>
          <p:nvPr/>
        </p:nvSpPr>
        <p:spPr bwMode="auto">
          <a:xfrm>
            <a:off x="1" y="2066231"/>
            <a:ext cx="973328" cy="321850"/>
          </a:xfrm>
          <a:prstGeom prst="roundRect">
            <a:avLst/>
          </a:prstGeom>
          <a:solidFill>
            <a:schemeClr val="accent6">
              <a:lumMod val="20000"/>
              <a:lumOff val="80000"/>
            </a:schemeClr>
          </a:solidFill>
          <a:ln w="57150">
            <a:solidFill>
              <a:schemeClr val="accent6">
                <a:lumMod val="75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600" dirty="0">
                <a:solidFill>
                  <a:schemeClr val="tx1"/>
                </a:solidFill>
              </a:rPr>
              <a:t>Madison</a:t>
            </a:r>
            <a:endParaRPr lang="en-US" sz="1600" b="0" i="0" u="none" strike="noStrike" cap="none" normalizeH="0" baseline="0" dirty="0">
              <a:ln>
                <a:noFill/>
              </a:ln>
              <a:solidFill>
                <a:schemeClr val="tx1"/>
              </a:solidFill>
              <a:effectLst/>
              <a:latin typeface="+mn-lt"/>
            </a:endParaRPr>
          </a:p>
        </p:txBody>
      </p:sp>
      <p:sp>
        <p:nvSpPr>
          <p:cNvPr id="34" name="Rectangle: Rounded Corners 5">
            <a:extLst>
              <a:ext uri="{FF2B5EF4-FFF2-40B4-BE49-F238E27FC236}">
                <a16:creationId xmlns:a16="http://schemas.microsoft.com/office/drawing/2014/main" id="{AA6E65D6-04D5-B840-C38C-E1790CDB6D61}"/>
              </a:ext>
            </a:extLst>
          </p:cNvPr>
          <p:cNvSpPr/>
          <p:nvPr/>
        </p:nvSpPr>
        <p:spPr bwMode="auto">
          <a:xfrm>
            <a:off x="2566598" y="2563367"/>
            <a:ext cx="3022379" cy="429607"/>
          </a:xfrm>
          <a:prstGeom prst="roundRect">
            <a:avLst/>
          </a:prstGeom>
          <a:solidFill>
            <a:schemeClr val="accent1">
              <a:lumMod val="20000"/>
              <a:lumOff val="80000"/>
            </a:schemeClr>
          </a:solidFill>
          <a:ln w="57150">
            <a:solidFill>
              <a:schemeClr val="accent1"/>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600" b="0" i="0" u="none" strike="noStrike" cap="none" normalizeH="0" baseline="0" dirty="0">
                <a:ln>
                  <a:noFill/>
                </a:ln>
                <a:solidFill>
                  <a:schemeClr val="tx1"/>
                </a:solidFill>
                <a:effectLst/>
                <a:latin typeface="+mn-lt"/>
              </a:rPr>
              <a:t>Chicago Quantum Exchange</a:t>
            </a:r>
          </a:p>
        </p:txBody>
      </p:sp>
      <p:sp>
        <p:nvSpPr>
          <p:cNvPr id="38" name="Rectangle: Rounded Corners 5">
            <a:extLst>
              <a:ext uri="{FF2B5EF4-FFF2-40B4-BE49-F238E27FC236}">
                <a16:creationId xmlns:a16="http://schemas.microsoft.com/office/drawing/2014/main" id="{B604847C-494C-CFA3-65F6-7806F57F6E7B}"/>
              </a:ext>
            </a:extLst>
          </p:cNvPr>
          <p:cNvSpPr/>
          <p:nvPr/>
        </p:nvSpPr>
        <p:spPr bwMode="auto">
          <a:xfrm>
            <a:off x="4422581" y="3248723"/>
            <a:ext cx="1187112" cy="321850"/>
          </a:xfrm>
          <a:prstGeom prst="roundRect">
            <a:avLst/>
          </a:prstGeom>
          <a:solidFill>
            <a:srgbClr val="9EF0F0"/>
          </a:solidFill>
          <a:ln w="57150">
            <a:solidFill>
              <a:srgbClr val="007D79"/>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600" dirty="0">
                <a:solidFill>
                  <a:schemeClr val="tx1"/>
                </a:solidFill>
              </a:rPr>
              <a:t>QRISE</a:t>
            </a:r>
            <a:endParaRPr lang="en-US" sz="1600" b="0" i="0" u="none" strike="noStrike" cap="none" normalizeH="0" baseline="0" dirty="0">
              <a:ln>
                <a:noFill/>
              </a:ln>
              <a:solidFill>
                <a:schemeClr val="tx1"/>
              </a:solidFill>
              <a:effectLst/>
              <a:latin typeface="+mn-lt"/>
            </a:endParaRPr>
          </a:p>
        </p:txBody>
      </p:sp>
      <p:sp>
        <p:nvSpPr>
          <p:cNvPr id="39" name="Rectangle: Rounded Corners 5">
            <a:extLst>
              <a:ext uri="{FF2B5EF4-FFF2-40B4-BE49-F238E27FC236}">
                <a16:creationId xmlns:a16="http://schemas.microsoft.com/office/drawing/2014/main" id="{8A1558CF-CAD1-3EDB-83B5-7D77227A15CE}"/>
              </a:ext>
            </a:extLst>
          </p:cNvPr>
          <p:cNvSpPr/>
          <p:nvPr/>
        </p:nvSpPr>
        <p:spPr bwMode="auto">
          <a:xfrm>
            <a:off x="3111117" y="3231559"/>
            <a:ext cx="1150050" cy="356176"/>
          </a:xfrm>
          <a:prstGeom prst="roundRect">
            <a:avLst/>
          </a:prstGeom>
          <a:solidFill>
            <a:schemeClr val="bg1">
              <a:lumMod val="85000"/>
            </a:schemeClr>
          </a:solidFill>
          <a:ln w="57150">
            <a:solidFill>
              <a:schemeClr val="tx2">
                <a:lumMod val="95000"/>
                <a:lumOff val="5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600" dirty="0">
                <a:solidFill>
                  <a:schemeClr val="tx1"/>
                </a:solidFill>
              </a:rPr>
              <a:t>Cafe Code</a:t>
            </a:r>
            <a:endParaRPr lang="en-US" sz="1600" b="0" i="0" u="none" strike="noStrike" cap="none" normalizeH="0" baseline="0" dirty="0">
              <a:ln>
                <a:noFill/>
              </a:ln>
              <a:solidFill>
                <a:schemeClr val="tx1"/>
              </a:solidFill>
              <a:effectLst/>
              <a:latin typeface="+mn-lt"/>
            </a:endParaRPr>
          </a:p>
        </p:txBody>
      </p:sp>
      <p:sp>
        <p:nvSpPr>
          <p:cNvPr id="64" name="TextBox 63">
            <a:extLst>
              <a:ext uri="{FF2B5EF4-FFF2-40B4-BE49-F238E27FC236}">
                <a16:creationId xmlns:a16="http://schemas.microsoft.com/office/drawing/2014/main" id="{24DDC333-7340-7EA9-AE2F-E0EB2B6A9478}"/>
              </a:ext>
            </a:extLst>
          </p:cNvPr>
          <p:cNvSpPr txBox="1"/>
          <p:nvPr/>
        </p:nvSpPr>
        <p:spPr>
          <a:xfrm>
            <a:off x="2345853" y="3639677"/>
            <a:ext cx="0" cy="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222188" indent="-223330" algn="l" defTabSz="1218956">
              <a:spcBef>
                <a:spcPts val="1450"/>
              </a:spcBef>
              <a:buSzPct val="100000"/>
              <a:buFontTx/>
              <a:buChar char="–"/>
            </a:pPr>
            <a:endParaRPr lang="en-US" sz="900" kern="0" dirty="0">
              <a:solidFill>
                <a:srgbClr val="000000"/>
              </a:solidFill>
              <a:ea typeface="+mj-ea"/>
              <a:cs typeface="+mj-cs"/>
              <a:sym typeface="IBM Plex Sans Light"/>
            </a:endParaRPr>
          </a:p>
        </p:txBody>
      </p:sp>
      <p:sp>
        <p:nvSpPr>
          <p:cNvPr id="66" name="TextBox 65">
            <a:extLst>
              <a:ext uri="{FF2B5EF4-FFF2-40B4-BE49-F238E27FC236}">
                <a16:creationId xmlns:a16="http://schemas.microsoft.com/office/drawing/2014/main" id="{E9730077-92BB-62A7-3B58-03E883DE4EBA}"/>
              </a:ext>
            </a:extLst>
          </p:cNvPr>
          <p:cNvSpPr txBox="1"/>
          <p:nvPr/>
        </p:nvSpPr>
        <p:spPr>
          <a:xfrm>
            <a:off x="4354865" y="3880277"/>
            <a:ext cx="0" cy="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222188" indent="-223330" algn="l" defTabSz="1218956">
              <a:spcBef>
                <a:spcPts val="1450"/>
              </a:spcBef>
              <a:buSzPct val="100000"/>
              <a:buFontTx/>
              <a:buChar char="–"/>
            </a:pPr>
            <a:endParaRPr lang="en-US" sz="900" kern="0" dirty="0">
              <a:solidFill>
                <a:srgbClr val="000000"/>
              </a:solidFill>
              <a:ea typeface="+mj-ea"/>
              <a:cs typeface="+mj-cs"/>
              <a:sym typeface="IBM Plex Sans Light"/>
            </a:endParaRPr>
          </a:p>
        </p:txBody>
      </p:sp>
      <p:sp>
        <p:nvSpPr>
          <p:cNvPr id="71" name="TextBox 70">
            <a:extLst>
              <a:ext uri="{FF2B5EF4-FFF2-40B4-BE49-F238E27FC236}">
                <a16:creationId xmlns:a16="http://schemas.microsoft.com/office/drawing/2014/main" id="{53559168-C778-F7AC-3B43-0D7CC76E8A5C}"/>
              </a:ext>
            </a:extLst>
          </p:cNvPr>
          <p:cNvSpPr txBox="1"/>
          <p:nvPr/>
        </p:nvSpPr>
        <p:spPr>
          <a:xfrm>
            <a:off x="612840" y="1122510"/>
            <a:ext cx="957130" cy="25887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algn="l" defTabSz="1218956">
              <a:spcBef>
                <a:spcPts val="1450"/>
              </a:spcBef>
              <a:buSzPct val="100000"/>
            </a:pPr>
            <a:r>
              <a:rPr lang="en-US" sz="1400" b="1" kern="0" dirty="0">
                <a:solidFill>
                  <a:srgbClr val="000000"/>
                </a:solidFill>
                <a:ea typeface="+mj-ea"/>
                <a:cs typeface="+mj-cs"/>
                <a:sym typeface="IBM Plex Sans Light"/>
              </a:rPr>
              <a:t>Start!</a:t>
            </a:r>
          </a:p>
        </p:txBody>
      </p:sp>
      <p:sp>
        <p:nvSpPr>
          <p:cNvPr id="72" name="TextBox 71">
            <a:extLst>
              <a:ext uri="{FF2B5EF4-FFF2-40B4-BE49-F238E27FC236}">
                <a16:creationId xmlns:a16="http://schemas.microsoft.com/office/drawing/2014/main" id="{B524431A-CE2E-A554-17FC-B0C3500485CD}"/>
              </a:ext>
            </a:extLst>
          </p:cNvPr>
          <p:cNvSpPr txBox="1"/>
          <p:nvPr/>
        </p:nvSpPr>
        <p:spPr>
          <a:xfrm>
            <a:off x="10555058" y="1122510"/>
            <a:ext cx="2064997" cy="2896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algn="l" defTabSz="1218956">
              <a:spcBef>
                <a:spcPts val="1450"/>
              </a:spcBef>
              <a:buSzPct val="100000"/>
            </a:pPr>
            <a:r>
              <a:rPr lang="en-US" sz="1400" b="1" kern="0" dirty="0">
                <a:solidFill>
                  <a:srgbClr val="000000"/>
                </a:solidFill>
                <a:ea typeface="+mj-ea"/>
                <a:cs typeface="+mj-cs"/>
                <a:sym typeface="IBM Plex Sans Light"/>
              </a:rPr>
              <a:t>Finish!</a:t>
            </a:r>
          </a:p>
        </p:txBody>
      </p:sp>
      <p:sp>
        <p:nvSpPr>
          <p:cNvPr id="2" name="Rectangle: Rounded Corners 5">
            <a:extLst>
              <a:ext uri="{FF2B5EF4-FFF2-40B4-BE49-F238E27FC236}">
                <a16:creationId xmlns:a16="http://schemas.microsoft.com/office/drawing/2014/main" id="{EA5F2D05-30D9-C5B1-55DC-02A539F4C834}"/>
              </a:ext>
            </a:extLst>
          </p:cNvPr>
          <p:cNvSpPr/>
          <p:nvPr/>
        </p:nvSpPr>
        <p:spPr bwMode="auto">
          <a:xfrm>
            <a:off x="10833696" y="5257800"/>
            <a:ext cx="1358303" cy="1053942"/>
          </a:xfrm>
          <a:prstGeom prst="roundRect">
            <a:avLst/>
          </a:prstGeom>
          <a:solidFill>
            <a:schemeClr val="tx2">
              <a:lumMod val="50000"/>
              <a:lumOff val="50000"/>
            </a:schemeClr>
          </a:solidFill>
          <a:ln w="57150">
            <a:solidFill>
              <a:srgbClr val="525252"/>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600" dirty="0">
                <a:solidFill>
                  <a:schemeClr val="tx1"/>
                </a:solidFill>
              </a:rPr>
              <a:t>Researching Quantum Computing full time</a:t>
            </a:r>
            <a:endParaRPr lang="en-US" sz="1600" b="0" i="0" u="none" strike="noStrike" cap="none" normalizeH="0" baseline="0" dirty="0">
              <a:ln>
                <a:noFill/>
              </a:ln>
              <a:solidFill>
                <a:schemeClr val="tx1"/>
              </a:solidFill>
              <a:effectLst/>
              <a:latin typeface="+mn-lt"/>
            </a:endParaRPr>
          </a:p>
        </p:txBody>
      </p:sp>
      <p:sp>
        <p:nvSpPr>
          <p:cNvPr id="3" name="TextBox 2">
            <a:extLst>
              <a:ext uri="{FF2B5EF4-FFF2-40B4-BE49-F238E27FC236}">
                <a16:creationId xmlns:a16="http://schemas.microsoft.com/office/drawing/2014/main" id="{449FB05F-30AF-AEB2-AA32-1DC63403E383}"/>
              </a:ext>
            </a:extLst>
          </p:cNvPr>
          <p:cNvSpPr txBox="1"/>
          <p:nvPr/>
        </p:nvSpPr>
        <p:spPr>
          <a:xfrm>
            <a:off x="6276109" y="4613564"/>
            <a:ext cx="914400" cy="9144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rtlCol="0">
            <a:noAutofit/>
          </a:bodyPr>
          <a:lstStyle/>
          <a:p>
            <a:pPr marL="444465" indent="-446749" algn="l" defTabSz="2438400">
              <a:spcBef>
                <a:spcPts val="2900"/>
              </a:spcBef>
              <a:buSzPct val="100000"/>
              <a:buFontTx/>
              <a:buChar char="–"/>
            </a:pPr>
            <a:endParaRPr lang="en-US" kern="0" dirty="0">
              <a:solidFill>
                <a:srgbClr val="000000"/>
              </a:solidFill>
              <a:ea typeface="+mj-ea"/>
              <a:cs typeface="+mj-cs"/>
              <a:sym typeface="IBM Plex Sans Light"/>
            </a:endParaRPr>
          </a:p>
        </p:txBody>
      </p:sp>
    </p:spTree>
    <p:extLst>
      <p:ext uri="{BB962C8B-B14F-4D97-AF65-F5344CB8AC3E}">
        <p14:creationId xmlns:p14="http://schemas.microsoft.com/office/powerpoint/2010/main" val="2736618466"/>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12F458-EA7B-A0BC-2884-02D6937E36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FA37C9-C3E7-6D84-BB4A-2444F1601E5C}"/>
              </a:ext>
            </a:extLst>
          </p:cNvPr>
          <p:cNvSpPr>
            <a:spLocks noGrp="1"/>
          </p:cNvSpPr>
          <p:nvPr>
            <p:ph type="title"/>
          </p:nvPr>
        </p:nvSpPr>
        <p:spPr/>
        <p:txBody>
          <a:bodyPr/>
          <a:lstStyle/>
          <a:p>
            <a:r>
              <a:rPr lang="en-US"/>
              <a:t>Ask for help</a:t>
            </a:r>
            <a:endParaRPr lang="en-US" dirty="0"/>
          </a:p>
        </p:txBody>
      </p:sp>
      <p:graphicFrame>
        <p:nvGraphicFramePr>
          <p:cNvPr id="6" name="Content Placeholder 2">
            <a:extLst>
              <a:ext uri="{FF2B5EF4-FFF2-40B4-BE49-F238E27FC236}">
                <a16:creationId xmlns:a16="http://schemas.microsoft.com/office/drawing/2014/main" id="{382EC616-FEA3-F678-CC32-7F638D94E665}"/>
              </a:ext>
            </a:extLst>
          </p:cNvPr>
          <p:cNvGraphicFramePr>
            <a:graphicFrameLocks/>
          </p:cNvGraphicFramePr>
          <p:nvPr>
            <p:extLst>
              <p:ext uri="{D42A27DB-BD31-4B8C-83A1-F6EECF244321}">
                <p14:modId xmlns:p14="http://schemas.microsoft.com/office/powerpoint/2010/main" val="1573105843"/>
              </p:ext>
            </p:extLst>
          </p:nvPr>
        </p:nvGraphicFramePr>
        <p:xfrm>
          <a:off x="332748" y="2033709"/>
          <a:ext cx="6821684" cy="353726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46" name="Table 345">
            <a:extLst>
              <a:ext uri="{FF2B5EF4-FFF2-40B4-BE49-F238E27FC236}">
                <a16:creationId xmlns:a16="http://schemas.microsoft.com/office/drawing/2014/main" id="{42B4C6D2-C382-29C3-8FA2-9D9D0DD2BDA6}"/>
              </a:ext>
            </a:extLst>
          </p:cNvPr>
          <p:cNvGraphicFramePr>
            <a:graphicFrameLocks noGrp="1"/>
          </p:cNvGraphicFramePr>
          <p:nvPr>
            <p:extLst>
              <p:ext uri="{D42A27DB-BD31-4B8C-83A1-F6EECF244321}">
                <p14:modId xmlns:p14="http://schemas.microsoft.com/office/powerpoint/2010/main" val="736599332"/>
              </p:ext>
            </p:extLst>
          </p:nvPr>
        </p:nvGraphicFramePr>
        <p:xfrm>
          <a:off x="8126184" y="574131"/>
          <a:ext cx="2945180" cy="5392536"/>
        </p:xfrm>
        <a:graphic>
          <a:graphicData uri="http://schemas.openxmlformats.org/drawingml/2006/table">
            <a:tbl>
              <a:tblPr bandRow="1">
                <a:tableStyleId>{3B4B98B0-60AC-42C2-AFA5-B58CD77FA1E5}</a:tableStyleId>
              </a:tblPr>
              <a:tblGrid>
                <a:gridCol w="2945180">
                  <a:extLst>
                    <a:ext uri="{9D8B030D-6E8A-4147-A177-3AD203B41FA5}">
                      <a16:colId xmlns:a16="http://schemas.microsoft.com/office/drawing/2014/main" val="514709754"/>
                    </a:ext>
                  </a:extLst>
                </a:gridCol>
              </a:tblGrid>
              <a:tr h="317208">
                <a:tc>
                  <a:txBody>
                    <a:bodyPr/>
                    <a:lstStyle/>
                    <a:p>
                      <a:pPr algn="l">
                        <a:buNone/>
                      </a:pPr>
                      <a:r>
                        <a:rPr lang="en-US" sz="1800" b="1" dirty="0">
                          <a:effectLst/>
                        </a:rPr>
                        <a:t>Becky Durst</a:t>
                      </a:r>
                    </a:p>
                  </a:txBody>
                  <a:tcPr marL="0" marR="0" marT="0" marB="0" anchor="ctr"/>
                </a:tc>
                <a:extLst>
                  <a:ext uri="{0D108BD9-81ED-4DB2-BD59-A6C34878D82A}">
                    <a16:rowId xmlns:a16="http://schemas.microsoft.com/office/drawing/2014/main" val="1852563826"/>
                  </a:ext>
                </a:extLst>
              </a:tr>
              <a:tr h="317208">
                <a:tc>
                  <a:txBody>
                    <a:bodyPr/>
                    <a:lstStyle/>
                    <a:p>
                      <a:pPr algn="l">
                        <a:buNone/>
                      </a:pPr>
                      <a:r>
                        <a:rPr lang="en-US" sz="1800" b="1" dirty="0">
                          <a:effectLst/>
                        </a:rPr>
                        <a:t>Mohammad Ramadan</a:t>
                      </a:r>
                    </a:p>
                  </a:txBody>
                  <a:tcPr marL="0" marR="0" marT="0" marB="0" anchor="ctr"/>
                </a:tc>
                <a:extLst>
                  <a:ext uri="{0D108BD9-81ED-4DB2-BD59-A6C34878D82A}">
                    <a16:rowId xmlns:a16="http://schemas.microsoft.com/office/drawing/2014/main" val="959936843"/>
                  </a:ext>
                </a:extLst>
              </a:tr>
              <a:tr h="317208">
                <a:tc>
                  <a:txBody>
                    <a:bodyPr/>
                    <a:lstStyle/>
                    <a:p>
                      <a:pPr algn="l">
                        <a:buNone/>
                      </a:pPr>
                      <a:r>
                        <a:rPr lang="en-US" sz="1800" b="1" dirty="0">
                          <a:effectLst/>
                        </a:rPr>
                        <a:t>Jeffrey Larson</a:t>
                      </a:r>
                    </a:p>
                  </a:txBody>
                  <a:tcPr marL="0" marR="0" marT="0" marB="0" anchor="ctr"/>
                </a:tc>
                <a:extLst>
                  <a:ext uri="{0D108BD9-81ED-4DB2-BD59-A6C34878D82A}">
                    <a16:rowId xmlns:a16="http://schemas.microsoft.com/office/drawing/2014/main" val="2126068657"/>
                  </a:ext>
                </a:extLst>
              </a:tr>
              <a:tr h="317208">
                <a:tc>
                  <a:txBody>
                    <a:bodyPr/>
                    <a:lstStyle/>
                    <a:p>
                      <a:pPr algn="l">
                        <a:buNone/>
                      </a:pPr>
                      <a:r>
                        <a:rPr lang="en-US" sz="1800" dirty="0">
                          <a:effectLst/>
                        </a:rPr>
                        <a:t>Ji Liu</a:t>
                      </a:r>
                    </a:p>
                  </a:txBody>
                  <a:tcPr marL="0" marR="0" marT="0" marB="0" anchor="ctr"/>
                </a:tc>
                <a:extLst>
                  <a:ext uri="{0D108BD9-81ED-4DB2-BD59-A6C34878D82A}">
                    <a16:rowId xmlns:a16="http://schemas.microsoft.com/office/drawing/2014/main" val="1589568533"/>
                  </a:ext>
                </a:extLst>
              </a:tr>
              <a:tr h="317208">
                <a:tc>
                  <a:txBody>
                    <a:bodyPr/>
                    <a:lstStyle/>
                    <a:p>
                      <a:pPr lvl="0" algn="l">
                        <a:buNone/>
                      </a:pPr>
                      <a:r>
                        <a:rPr lang="en-US" sz="1800" b="1" dirty="0">
                          <a:effectLst/>
                        </a:rPr>
                        <a:t>Siby Jose</a:t>
                      </a:r>
                      <a:endParaRPr lang="en-US" sz="1800" b="1" dirty="0"/>
                    </a:p>
                  </a:txBody>
                  <a:tcPr marL="0" marR="0" marT="0" marB="0" anchor="ctr"/>
                </a:tc>
                <a:extLst>
                  <a:ext uri="{0D108BD9-81ED-4DB2-BD59-A6C34878D82A}">
                    <a16:rowId xmlns:a16="http://schemas.microsoft.com/office/drawing/2014/main" val="2079932222"/>
                  </a:ext>
                </a:extLst>
              </a:tr>
              <a:tr h="317208">
                <a:tc>
                  <a:txBody>
                    <a:bodyPr/>
                    <a:lstStyle/>
                    <a:p>
                      <a:pPr algn="l">
                        <a:buNone/>
                      </a:pPr>
                      <a:r>
                        <a:rPr lang="en-US" sz="1800" b="1" dirty="0">
                          <a:effectLst/>
                        </a:rPr>
                        <a:t>Evan Toler</a:t>
                      </a:r>
                    </a:p>
                  </a:txBody>
                  <a:tcPr marL="0" marR="0" marT="0" marB="0" anchor="ctr"/>
                </a:tc>
                <a:extLst>
                  <a:ext uri="{0D108BD9-81ED-4DB2-BD59-A6C34878D82A}">
                    <a16:rowId xmlns:a16="http://schemas.microsoft.com/office/drawing/2014/main" val="2435745029"/>
                  </a:ext>
                </a:extLst>
              </a:tr>
              <a:tr h="317208">
                <a:tc>
                  <a:txBody>
                    <a:bodyPr/>
                    <a:lstStyle/>
                    <a:p>
                      <a:pPr algn="l">
                        <a:buNone/>
                      </a:pPr>
                      <a:r>
                        <a:rPr lang="en-US" sz="1800" b="1" dirty="0" err="1">
                          <a:effectLst/>
                        </a:rPr>
                        <a:t>Wandi</a:t>
                      </a:r>
                      <a:r>
                        <a:rPr lang="en-US" sz="1800" b="1" dirty="0">
                          <a:effectLst/>
                        </a:rPr>
                        <a:t> Ding</a:t>
                      </a:r>
                    </a:p>
                  </a:txBody>
                  <a:tcPr marL="0" marR="0" marT="0" marB="0" anchor="ctr"/>
                </a:tc>
                <a:extLst>
                  <a:ext uri="{0D108BD9-81ED-4DB2-BD59-A6C34878D82A}">
                    <a16:rowId xmlns:a16="http://schemas.microsoft.com/office/drawing/2014/main" val="1685688805"/>
                  </a:ext>
                </a:extLst>
              </a:tr>
              <a:tr h="317208">
                <a:tc>
                  <a:txBody>
                    <a:bodyPr/>
                    <a:lstStyle/>
                    <a:p>
                      <a:pPr algn="l">
                        <a:buNone/>
                      </a:pPr>
                      <a:r>
                        <a:rPr lang="en-US" sz="1800" dirty="0">
                          <a:effectLst/>
                        </a:rPr>
                        <a:t>Sam Smiley</a:t>
                      </a:r>
                    </a:p>
                  </a:txBody>
                  <a:tcPr marL="0" marR="0" marT="0" marB="0" anchor="ctr"/>
                </a:tc>
                <a:extLst>
                  <a:ext uri="{0D108BD9-81ED-4DB2-BD59-A6C34878D82A}">
                    <a16:rowId xmlns:a16="http://schemas.microsoft.com/office/drawing/2014/main" val="3464347727"/>
                  </a:ext>
                </a:extLst>
              </a:tr>
              <a:tr h="317208">
                <a:tc>
                  <a:txBody>
                    <a:bodyPr/>
                    <a:lstStyle/>
                    <a:p>
                      <a:pPr algn="l">
                        <a:buNone/>
                      </a:pPr>
                      <a:r>
                        <a:rPr lang="en-US" sz="1800" dirty="0">
                          <a:effectLst/>
                        </a:rPr>
                        <a:t>Emily Easton</a:t>
                      </a:r>
                    </a:p>
                  </a:txBody>
                  <a:tcPr marL="0" marR="0" marT="0" marB="0" anchor="ctr"/>
                </a:tc>
                <a:extLst>
                  <a:ext uri="{0D108BD9-81ED-4DB2-BD59-A6C34878D82A}">
                    <a16:rowId xmlns:a16="http://schemas.microsoft.com/office/drawing/2014/main" val="1396068812"/>
                  </a:ext>
                </a:extLst>
              </a:tr>
              <a:tr h="317208">
                <a:tc>
                  <a:txBody>
                    <a:bodyPr/>
                    <a:lstStyle/>
                    <a:p>
                      <a:pPr algn="l">
                        <a:buNone/>
                      </a:pPr>
                      <a:r>
                        <a:rPr lang="en-US" sz="1800" dirty="0">
                          <a:effectLst/>
                        </a:rPr>
                        <a:t>Baha </a:t>
                      </a:r>
                      <a:r>
                        <a:rPr lang="en-US" sz="1800" err="1">
                          <a:effectLst/>
                        </a:rPr>
                        <a:t>Balentekin</a:t>
                      </a:r>
                    </a:p>
                  </a:txBody>
                  <a:tcPr marL="0" marR="0" marT="0" marB="0" anchor="ctr"/>
                </a:tc>
                <a:extLst>
                  <a:ext uri="{0D108BD9-81ED-4DB2-BD59-A6C34878D82A}">
                    <a16:rowId xmlns:a16="http://schemas.microsoft.com/office/drawing/2014/main" val="3025440973"/>
                  </a:ext>
                </a:extLst>
              </a:tr>
              <a:tr h="317208">
                <a:tc>
                  <a:txBody>
                    <a:bodyPr/>
                    <a:lstStyle/>
                    <a:p>
                      <a:pPr algn="l">
                        <a:buNone/>
                      </a:pPr>
                      <a:r>
                        <a:rPr lang="en-US" sz="1800" b="1" dirty="0">
                          <a:effectLst/>
                        </a:rPr>
                        <a:t>Matthew Tremba</a:t>
                      </a:r>
                    </a:p>
                  </a:txBody>
                  <a:tcPr marL="0" marR="0" marT="0" marB="0" anchor="ctr"/>
                </a:tc>
                <a:extLst>
                  <a:ext uri="{0D108BD9-81ED-4DB2-BD59-A6C34878D82A}">
                    <a16:rowId xmlns:a16="http://schemas.microsoft.com/office/drawing/2014/main" val="1073604548"/>
                  </a:ext>
                </a:extLst>
              </a:tr>
              <a:tr h="317208">
                <a:tc>
                  <a:txBody>
                    <a:bodyPr/>
                    <a:lstStyle/>
                    <a:p>
                      <a:pPr algn="l">
                        <a:buNone/>
                      </a:pPr>
                      <a:r>
                        <a:rPr lang="en-US" sz="1800" b="1" dirty="0">
                          <a:effectLst/>
                        </a:rPr>
                        <a:t>Corrina Callahan</a:t>
                      </a:r>
                    </a:p>
                  </a:txBody>
                  <a:tcPr marL="0" marR="0" marT="0" marB="0" anchor="ctr"/>
                </a:tc>
                <a:extLst>
                  <a:ext uri="{0D108BD9-81ED-4DB2-BD59-A6C34878D82A}">
                    <a16:rowId xmlns:a16="http://schemas.microsoft.com/office/drawing/2014/main" val="363301204"/>
                  </a:ext>
                </a:extLst>
              </a:tr>
              <a:tr h="317208">
                <a:tc>
                  <a:txBody>
                    <a:bodyPr/>
                    <a:lstStyle/>
                    <a:p>
                      <a:pPr algn="l">
                        <a:buNone/>
                      </a:pPr>
                      <a:r>
                        <a:rPr lang="en-US" sz="1800" b="1" dirty="0">
                          <a:effectLst/>
                        </a:rPr>
                        <a:t>Bruce Lindvall</a:t>
                      </a:r>
                    </a:p>
                  </a:txBody>
                  <a:tcPr marL="0" marR="0" marT="0" marB="0" anchor="ctr"/>
                </a:tc>
                <a:extLst>
                  <a:ext uri="{0D108BD9-81ED-4DB2-BD59-A6C34878D82A}">
                    <a16:rowId xmlns:a16="http://schemas.microsoft.com/office/drawing/2014/main" val="4062577305"/>
                  </a:ext>
                </a:extLst>
              </a:tr>
              <a:tr h="317208">
                <a:tc>
                  <a:txBody>
                    <a:bodyPr/>
                    <a:lstStyle/>
                    <a:p>
                      <a:pPr algn="l">
                        <a:buNone/>
                      </a:pPr>
                      <a:r>
                        <a:rPr lang="en-US" sz="1800" b="1" dirty="0">
                          <a:effectLst/>
                        </a:rPr>
                        <a:t>Josh Myers-dean</a:t>
                      </a:r>
                    </a:p>
                  </a:txBody>
                  <a:tcPr marL="0" marR="0" marT="0" marB="0" anchor="ctr"/>
                </a:tc>
                <a:extLst>
                  <a:ext uri="{0D108BD9-81ED-4DB2-BD59-A6C34878D82A}">
                    <a16:rowId xmlns:a16="http://schemas.microsoft.com/office/drawing/2014/main" val="1488333939"/>
                  </a:ext>
                </a:extLst>
              </a:tr>
              <a:tr h="317208">
                <a:tc>
                  <a:txBody>
                    <a:bodyPr/>
                    <a:lstStyle/>
                    <a:p>
                      <a:pPr algn="l">
                        <a:buNone/>
                      </a:pPr>
                      <a:r>
                        <a:rPr lang="en-US" sz="1800" b="1" dirty="0">
                          <a:effectLst/>
                        </a:rPr>
                        <a:t>Amy Trethaway</a:t>
                      </a:r>
                    </a:p>
                  </a:txBody>
                  <a:tcPr marL="0" marR="0" marT="0" marB="0" anchor="ctr"/>
                </a:tc>
                <a:extLst>
                  <a:ext uri="{0D108BD9-81ED-4DB2-BD59-A6C34878D82A}">
                    <a16:rowId xmlns:a16="http://schemas.microsoft.com/office/drawing/2014/main" val="1801467281"/>
                  </a:ext>
                </a:extLst>
              </a:tr>
              <a:tr h="317208">
                <a:tc>
                  <a:txBody>
                    <a:bodyPr/>
                    <a:lstStyle/>
                    <a:p>
                      <a:pPr algn="l">
                        <a:buNone/>
                      </a:pPr>
                      <a:r>
                        <a:rPr lang="en-US" sz="1800" b="1" dirty="0">
                          <a:effectLst/>
                        </a:rPr>
                        <a:t>Sridhar Tayur</a:t>
                      </a:r>
                    </a:p>
                  </a:txBody>
                  <a:tcPr marL="0" marR="0" marT="0" marB="0" anchor="ctr"/>
                </a:tc>
                <a:extLst>
                  <a:ext uri="{0D108BD9-81ED-4DB2-BD59-A6C34878D82A}">
                    <a16:rowId xmlns:a16="http://schemas.microsoft.com/office/drawing/2014/main" val="4142862440"/>
                  </a:ext>
                </a:extLst>
              </a:tr>
              <a:tr h="317208">
                <a:tc>
                  <a:txBody>
                    <a:bodyPr/>
                    <a:lstStyle/>
                    <a:p>
                      <a:pPr algn="l">
                        <a:buNone/>
                      </a:pPr>
                      <a:r>
                        <a:rPr lang="en-US" sz="1800" b="1" dirty="0">
                          <a:effectLst/>
                        </a:rPr>
                        <a:t>Abhishek Aggarwal</a:t>
                      </a:r>
                    </a:p>
                  </a:txBody>
                  <a:tcPr marL="0" marR="0" marT="0" marB="0" anchor="ctr"/>
                </a:tc>
                <a:extLst>
                  <a:ext uri="{0D108BD9-81ED-4DB2-BD59-A6C34878D82A}">
                    <a16:rowId xmlns:a16="http://schemas.microsoft.com/office/drawing/2014/main" val="1225230513"/>
                  </a:ext>
                </a:extLst>
              </a:tr>
            </a:tbl>
          </a:graphicData>
        </a:graphic>
      </p:graphicFrame>
      <p:sp>
        <p:nvSpPr>
          <p:cNvPr id="10" name="TextBox 9">
            <a:extLst>
              <a:ext uri="{FF2B5EF4-FFF2-40B4-BE49-F238E27FC236}">
                <a16:creationId xmlns:a16="http://schemas.microsoft.com/office/drawing/2014/main" id="{EE8D2F4A-CE65-3A2C-98AB-C7EC6C533BAA}"/>
              </a:ext>
            </a:extLst>
          </p:cNvPr>
          <p:cNvSpPr txBox="1"/>
          <p:nvPr/>
        </p:nvSpPr>
        <p:spPr>
          <a:xfrm>
            <a:off x="594966" y="5571707"/>
            <a:ext cx="3642138" cy="1200329"/>
          </a:xfrm>
          <a:prstGeom prst="rect">
            <a:avLst/>
          </a:prstGeom>
          <a:solidFill>
            <a:schemeClr val="accent5">
              <a:lumMod val="20000"/>
              <a:lumOff val="80000"/>
            </a:schemeClr>
          </a:solidFill>
          <a:ln>
            <a:solidFill>
              <a:schemeClr val="accent1">
                <a:lumMod val="50000"/>
              </a:schemeClr>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dirty="0">
                <a:solidFill>
                  <a:schemeClr val="accent5"/>
                </a:solidFill>
              </a:rPr>
              <a:t>Example: </a:t>
            </a:r>
            <a:endParaRPr lang="en-US">
              <a:solidFill>
                <a:schemeClr val="accent5"/>
              </a:solidFill>
            </a:endParaRPr>
          </a:p>
          <a:p>
            <a:r>
              <a:rPr lang="en-US" sz="3600" dirty="0">
                <a:solidFill>
                  <a:schemeClr val="accent5"/>
                </a:solidFill>
              </a:rPr>
              <a:t>GRFP application</a:t>
            </a:r>
            <a:endParaRPr lang="en-US">
              <a:solidFill>
                <a:schemeClr val="accent5"/>
              </a:solidFill>
            </a:endParaRPr>
          </a:p>
        </p:txBody>
      </p:sp>
    </p:spTree>
    <p:extLst>
      <p:ext uri="{BB962C8B-B14F-4D97-AF65-F5344CB8AC3E}">
        <p14:creationId xmlns:p14="http://schemas.microsoft.com/office/powerpoint/2010/main" val="4449519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385293-DD8B-DED3-4B28-BCB7211A246E}"/>
            </a:ext>
          </a:extLst>
        </p:cNvPr>
        <p:cNvGrpSpPr/>
        <p:nvPr/>
      </p:nvGrpSpPr>
      <p:grpSpPr>
        <a:xfrm>
          <a:off x="0" y="0"/>
          <a:ext cx="0" cy="0"/>
          <a:chOff x="0" y="0"/>
          <a:chExt cx="0" cy="0"/>
        </a:xfrm>
      </p:grpSpPr>
      <p:grpSp>
        <p:nvGrpSpPr>
          <p:cNvPr id="27" name="Group 26">
            <a:extLst>
              <a:ext uri="{FF2B5EF4-FFF2-40B4-BE49-F238E27FC236}">
                <a16:creationId xmlns:a16="http://schemas.microsoft.com/office/drawing/2014/main" id="{E0FDF48C-A38C-3D1C-3BEF-27521E8A48E9}"/>
              </a:ext>
            </a:extLst>
          </p:cNvPr>
          <p:cNvGrpSpPr/>
          <p:nvPr/>
        </p:nvGrpSpPr>
        <p:grpSpPr>
          <a:xfrm>
            <a:off x="381708" y="1447548"/>
            <a:ext cx="10451988" cy="5273764"/>
            <a:chOff x="542267" y="2255330"/>
            <a:chExt cx="20906698" cy="10548901"/>
          </a:xfrm>
        </p:grpSpPr>
        <p:sp>
          <p:nvSpPr>
            <p:cNvPr id="6" name="TextBox 19">
              <a:extLst>
                <a:ext uri="{FF2B5EF4-FFF2-40B4-BE49-F238E27FC236}">
                  <a16:creationId xmlns:a16="http://schemas.microsoft.com/office/drawing/2014/main" id="{38FCE620-AE63-1BDC-D695-6A442D34DD29}"/>
                </a:ext>
              </a:extLst>
            </p:cNvPr>
            <p:cNvSpPr txBox="1"/>
            <p:nvPr/>
          </p:nvSpPr>
          <p:spPr>
            <a:xfrm>
              <a:off x="729393" y="2306161"/>
              <a:ext cx="1674654" cy="32760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xmlns:lc="http://schemas.openxmlformats.org/drawingml/2006/lockedCanvas" val="1"/>
              </a:ext>
            </a:extLst>
          </p:spPr>
          <p:txBody>
            <a:bodyPr wrap="square" lIns="0" tIns="0" rIns="0" bIns="0" rtlCol="0" anchor="t">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lang="en-US" sz="1400" kern="0" dirty="0">
                  <a:solidFill>
                    <a:srgbClr val="000000"/>
                  </a:solidFill>
                  <a:latin typeface="IBM Plex Sans"/>
                  <a:sym typeface="IBM Plex Sans Light"/>
                </a:rPr>
                <a:t>May 2023</a:t>
              </a:r>
              <a:endParaRPr lang="en-US" sz="1400" b="0" i="0" u="none" strike="noStrike" kern="0" cap="none" spc="0" normalizeH="0" baseline="0" noProof="0" dirty="0">
                <a:ln>
                  <a:noFill/>
                </a:ln>
                <a:solidFill>
                  <a:srgbClr val="000000"/>
                </a:solidFill>
                <a:effectLst/>
                <a:uLnTx/>
                <a:uFillTx/>
                <a:latin typeface="IBM Plex Sans"/>
              </a:endParaRPr>
            </a:p>
          </p:txBody>
        </p:sp>
        <p:sp>
          <p:nvSpPr>
            <p:cNvPr id="7" name="TextBox 20">
              <a:extLst>
                <a:ext uri="{FF2B5EF4-FFF2-40B4-BE49-F238E27FC236}">
                  <a16:creationId xmlns:a16="http://schemas.microsoft.com/office/drawing/2014/main" id="{70CBC7E6-8931-730C-CA95-3AAB3A4CE7B4}"/>
                </a:ext>
              </a:extLst>
            </p:cNvPr>
            <p:cNvSpPr txBox="1"/>
            <p:nvPr/>
          </p:nvSpPr>
          <p:spPr>
            <a:xfrm>
              <a:off x="5453438" y="2255330"/>
              <a:ext cx="1653479" cy="47578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xmlns:lc="http://schemas.openxmlformats.org/drawingml/2006/lockedCanvas" val="1"/>
              </a:ext>
            </a:extLst>
          </p:spPr>
          <p:txBody>
            <a:bodyPr wrap="square" lIns="0" tIns="0" rIns="0" bIns="0" rtlCol="0" anchor="t">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lang="en-US" sz="1400" kern="0" dirty="0">
                  <a:solidFill>
                    <a:srgbClr val="000000"/>
                  </a:solidFill>
                  <a:latin typeface="IBM Plex Sans"/>
                  <a:sym typeface="IBM Plex Sans Light"/>
                </a:rPr>
                <a:t>Nov 2023</a:t>
              </a:r>
              <a:endParaRPr lang="en-US" sz="1400" b="0" i="0" u="none" strike="noStrike" kern="0" cap="none" spc="0" normalizeH="0" baseline="0" noProof="0" dirty="0">
                <a:ln>
                  <a:noFill/>
                </a:ln>
                <a:solidFill>
                  <a:srgbClr val="000000"/>
                </a:solidFill>
                <a:effectLst/>
                <a:uLnTx/>
                <a:uFillTx/>
                <a:latin typeface="IBM Plex Sans"/>
              </a:endParaRPr>
            </a:p>
          </p:txBody>
        </p:sp>
        <p:sp>
          <p:nvSpPr>
            <p:cNvPr id="8" name="TextBox 24">
              <a:extLst>
                <a:ext uri="{FF2B5EF4-FFF2-40B4-BE49-F238E27FC236}">
                  <a16:creationId xmlns:a16="http://schemas.microsoft.com/office/drawing/2014/main" id="{B46A32DF-443F-7F7F-EDBD-B47114C60FA4}"/>
                </a:ext>
              </a:extLst>
            </p:cNvPr>
            <p:cNvSpPr txBox="1"/>
            <p:nvPr/>
          </p:nvSpPr>
          <p:spPr>
            <a:xfrm>
              <a:off x="9805463" y="2286609"/>
              <a:ext cx="1611142" cy="44450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xmlns:lc="http://schemas.openxmlformats.org/drawingml/2006/lockedCanvas" val="1"/>
              </a:ext>
            </a:extLst>
          </p:spPr>
          <p:txBody>
            <a:bodyPr wrap="square" lIns="0" tIns="0" rIns="0" bIns="0" rtlCol="0" anchor="t">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kumimoji="0" lang="en-US" sz="1400" b="0" i="0" u="none" strike="noStrike" kern="0" cap="none" spc="0" normalizeH="0" baseline="0" noProof="0" dirty="0">
                  <a:ln>
                    <a:noFill/>
                  </a:ln>
                  <a:solidFill>
                    <a:srgbClr val="000000"/>
                  </a:solidFill>
                  <a:effectLst/>
                  <a:uLnTx/>
                  <a:uFillTx/>
                  <a:latin typeface="IBM Plex Sans"/>
                  <a:sym typeface="IBM Plex Sans Light"/>
                </a:rPr>
                <a:t>May 2024</a:t>
              </a:r>
              <a:endParaRPr lang="en-US" sz="1400" b="0" i="0" u="none" strike="noStrike" kern="0" cap="none" spc="0" normalizeH="0" baseline="0" noProof="0" dirty="0">
                <a:ln>
                  <a:noFill/>
                </a:ln>
                <a:solidFill>
                  <a:srgbClr val="000000"/>
                </a:solidFill>
                <a:effectLst/>
                <a:uLnTx/>
                <a:uFillTx/>
                <a:latin typeface="IBM Plex Sans"/>
              </a:endParaRPr>
            </a:p>
          </p:txBody>
        </p:sp>
        <p:sp>
          <p:nvSpPr>
            <p:cNvPr id="9" name="TextBox 28">
              <a:extLst>
                <a:ext uri="{FF2B5EF4-FFF2-40B4-BE49-F238E27FC236}">
                  <a16:creationId xmlns:a16="http://schemas.microsoft.com/office/drawing/2014/main" id="{3198A28B-27EE-16C7-3CBB-C9C7C33F6F8A}"/>
                </a:ext>
              </a:extLst>
            </p:cNvPr>
            <p:cNvSpPr txBox="1"/>
            <p:nvPr/>
          </p:nvSpPr>
          <p:spPr>
            <a:xfrm>
              <a:off x="14185123" y="2286610"/>
              <a:ext cx="1568802" cy="5926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xmlns:lc="http://schemas.openxmlformats.org/drawingml/2006/lockedCanvas" val="1"/>
              </a:ext>
            </a:extLst>
          </p:spPr>
          <p:txBody>
            <a:bodyPr wrap="square" lIns="0" tIns="0" rIns="0" bIns="0" rtlCol="0" anchor="t">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kumimoji="0" lang="en-US" sz="1400" b="0" i="0" u="none" strike="noStrike" kern="0" cap="none" spc="0" normalizeH="0" baseline="0" noProof="0" dirty="0">
                  <a:ln>
                    <a:noFill/>
                  </a:ln>
                  <a:solidFill>
                    <a:srgbClr val="000000"/>
                  </a:solidFill>
                  <a:effectLst/>
                  <a:uLnTx/>
                  <a:uFillTx/>
                  <a:latin typeface="IBM Plex Sans"/>
                  <a:sym typeface="IBM Plex Sans Light"/>
                </a:rPr>
                <a:t>Nov 2024</a:t>
              </a:r>
              <a:endParaRPr lang="en-US" sz="1400" b="0" i="0" u="none" strike="noStrike" kern="0" cap="none" spc="0" normalizeH="0" baseline="0" noProof="0" dirty="0">
                <a:ln>
                  <a:noFill/>
                </a:ln>
                <a:solidFill>
                  <a:srgbClr val="000000"/>
                </a:solidFill>
                <a:effectLst/>
                <a:uLnTx/>
                <a:uFillTx/>
                <a:latin typeface="IBM Plex Sans"/>
              </a:endParaRPr>
            </a:p>
          </p:txBody>
        </p:sp>
        <p:sp>
          <p:nvSpPr>
            <p:cNvPr id="10" name="TextBox 13">
              <a:extLst>
                <a:ext uri="{FF2B5EF4-FFF2-40B4-BE49-F238E27FC236}">
                  <a16:creationId xmlns:a16="http://schemas.microsoft.com/office/drawing/2014/main" id="{FE4A41F2-D16A-8E32-22C3-7E1A16AAEB79}"/>
                </a:ext>
              </a:extLst>
            </p:cNvPr>
            <p:cNvSpPr txBox="1"/>
            <p:nvPr/>
          </p:nvSpPr>
          <p:spPr>
            <a:xfrm>
              <a:off x="18674786" y="2311498"/>
              <a:ext cx="2002209" cy="53929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xmlns:lc="http://schemas.openxmlformats.org/drawingml/2006/lockedCanvas" val="1"/>
              </a:ext>
            </a:extLst>
          </p:spPr>
          <p:txBody>
            <a:bodyPr wrap="square" lIns="0" tIns="0" rIns="0" bIns="0" rtlCol="0" anchor="t">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kumimoji="0" lang="en-US" sz="1400" b="0" i="0" u="none" strike="noStrike" kern="0" cap="none" spc="0" normalizeH="0" baseline="0" noProof="0" dirty="0">
                  <a:ln>
                    <a:noFill/>
                  </a:ln>
                  <a:solidFill>
                    <a:srgbClr val="000000"/>
                  </a:solidFill>
                  <a:effectLst/>
                  <a:uLnTx/>
                  <a:uFillTx/>
                  <a:latin typeface="IBM Plex Sans"/>
                  <a:sym typeface="IBM Plex Sans Light"/>
                </a:rPr>
                <a:t>May 2025</a:t>
              </a:r>
              <a:endParaRPr lang="en-US" sz="1400" b="0" i="0" u="none" strike="noStrike" kern="0" cap="none" spc="0" normalizeH="0" baseline="0" noProof="0" dirty="0">
                <a:ln>
                  <a:noFill/>
                </a:ln>
                <a:solidFill>
                  <a:srgbClr val="000000"/>
                </a:solidFill>
                <a:effectLst/>
                <a:uLnTx/>
                <a:uFillTx/>
                <a:latin typeface="IBM Plex Sans"/>
              </a:endParaRPr>
            </a:p>
          </p:txBody>
        </p:sp>
        <p:sp>
          <p:nvSpPr>
            <p:cNvPr id="11" name="TextBox 34">
              <a:extLst>
                <a:ext uri="{FF2B5EF4-FFF2-40B4-BE49-F238E27FC236}">
                  <a16:creationId xmlns:a16="http://schemas.microsoft.com/office/drawing/2014/main" id="{1B5F041B-E9BA-D7EA-AAD4-1693C3265721}"/>
                </a:ext>
              </a:extLst>
            </p:cNvPr>
            <p:cNvSpPr txBox="1"/>
            <p:nvPr/>
          </p:nvSpPr>
          <p:spPr>
            <a:xfrm rot="16200000">
              <a:off x="-252778" y="7478913"/>
              <a:ext cx="2688810" cy="109871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xmlns:lc="http://schemas.openxmlformats.org/drawingml/2006/lockedCanvas" val="1"/>
              </a:ext>
            </a:extLst>
          </p:spPr>
          <p:txBody>
            <a:bodyPr wrap="squar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algn="ctr" defTabSz="1218956">
                <a:spcBef>
                  <a:spcPts val="1450"/>
                </a:spcBef>
                <a:buSzPct val="100000"/>
              </a:pPr>
              <a:r>
                <a:rPr lang="en-US" sz="1400" b="1" kern="0" dirty="0">
                  <a:solidFill>
                    <a:srgbClr val="000000"/>
                  </a:solidFill>
                  <a:ea typeface="+mj-ea"/>
                  <a:cs typeface="+mj-cs"/>
                  <a:sym typeface="IBM Plex Sans Light"/>
                </a:rPr>
                <a:t>Milestones</a:t>
              </a:r>
              <a:endParaRPr lang="en-US" sz="1400" kern="0" dirty="0">
                <a:solidFill>
                  <a:srgbClr val="000000"/>
                </a:solidFill>
                <a:ea typeface="+mj-ea"/>
                <a:cs typeface="+mj-cs"/>
                <a:sym typeface="IBM Plex Sans Light"/>
              </a:endParaRPr>
            </a:p>
          </p:txBody>
        </p:sp>
        <p:grpSp>
          <p:nvGrpSpPr>
            <p:cNvPr id="12" name="Group 11">
              <a:extLst>
                <a:ext uri="{FF2B5EF4-FFF2-40B4-BE49-F238E27FC236}">
                  <a16:creationId xmlns:a16="http://schemas.microsoft.com/office/drawing/2014/main" id="{424795C8-6801-134D-669F-EF7FD96D8CC0}"/>
                </a:ext>
              </a:extLst>
            </p:cNvPr>
            <p:cNvGrpSpPr/>
            <p:nvPr/>
          </p:nvGrpSpPr>
          <p:grpSpPr>
            <a:xfrm>
              <a:off x="1369154" y="2799065"/>
              <a:ext cx="20079811" cy="10005166"/>
              <a:chOff x="1369154" y="2799067"/>
              <a:chExt cx="20079811" cy="8747008"/>
            </a:xfrm>
          </p:grpSpPr>
          <p:cxnSp>
            <p:nvCxnSpPr>
              <p:cNvPr id="17" name="Straight Connector 16">
                <a:extLst>
                  <a:ext uri="{FF2B5EF4-FFF2-40B4-BE49-F238E27FC236}">
                    <a16:creationId xmlns:a16="http://schemas.microsoft.com/office/drawing/2014/main" id="{32E3C6B3-BFE2-1AD1-62B9-F32FE267DAA0}"/>
                  </a:ext>
                </a:extLst>
              </p:cNvPr>
              <p:cNvCxnSpPr>
                <a:cxnSpLocks/>
              </p:cNvCxnSpPr>
              <p:nvPr/>
            </p:nvCxnSpPr>
            <p:spPr bwMode="auto">
              <a:xfrm>
                <a:off x="1369154" y="2822944"/>
                <a:ext cx="0" cy="8628788"/>
              </a:xfrm>
              <a:prstGeom prst="line">
                <a:avLst/>
              </a:prstGeom>
              <a:ln w="12700">
                <a:solidFill>
                  <a:srgbClr val="8D8D8D"/>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ABA8CAFB-7E84-BAC6-7C1A-30579CE539BB}"/>
                  </a:ext>
                </a:extLst>
              </p:cNvPr>
              <p:cNvCxnSpPr>
                <a:cxnSpLocks/>
              </p:cNvCxnSpPr>
              <p:nvPr/>
            </p:nvCxnSpPr>
            <p:spPr bwMode="auto">
              <a:xfrm>
                <a:off x="3587217" y="2822944"/>
                <a:ext cx="0" cy="8628788"/>
              </a:xfrm>
              <a:prstGeom prst="line">
                <a:avLst/>
              </a:prstGeom>
              <a:ln w="12700">
                <a:solidFill>
                  <a:srgbClr val="C6C6C6"/>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3642542A-D7E6-E3F7-7EF8-4CCB6181685E}"/>
                  </a:ext>
                </a:extLst>
              </p:cNvPr>
              <p:cNvCxnSpPr>
                <a:cxnSpLocks/>
              </p:cNvCxnSpPr>
              <p:nvPr/>
            </p:nvCxnSpPr>
            <p:spPr bwMode="auto">
              <a:xfrm>
                <a:off x="5805280" y="2822944"/>
                <a:ext cx="0" cy="8628788"/>
              </a:xfrm>
              <a:prstGeom prst="line">
                <a:avLst/>
              </a:prstGeom>
              <a:ln w="12700">
                <a:solidFill>
                  <a:srgbClr val="8D8D8D"/>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0" name="Straight Connector 19">
                <a:extLst>
                  <a:ext uri="{FF2B5EF4-FFF2-40B4-BE49-F238E27FC236}">
                    <a16:creationId xmlns:a16="http://schemas.microsoft.com/office/drawing/2014/main" id="{545A4B28-573B-E8C6-DE3C-CD07B79CB7B2}"/>
                  </a:ext>
                </a:extLst>
              </p:cNvPr>
              <p:cNvCxnSpPr>
                <a:cxnSpLocks/>
              </p:cNvCxnSpPr>
              <p:nvPr/>
            </p:nvCxnSpPr>
            <p:spPr bwMode="auto">
              <a:xfrm>
                <a:off x="8051554" y="2822944"/>
                <a:ext cx="0" cy="8628788"/>
              </a:xfrm>
              <a:prstGeom prst="line">
                <a:avLst/>
              </a:prstGeom>
              <a:ln w="12700">
                <a:solidFill>
                  <a:srgbClr val="C6C6C6"/>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7FC1F2EC-2F16-F9C9-B724-34FD50708EB6}"/>
                  </a:ext>
                </a:extLst>
              </p:cNvPr>
              <p:cNvCxnSpPr>
                <a:cxnSpLocks/>
              </p:cNvCxnSpPr>
              <p:nvPr/>
            </p:nvCxnSpPr>
            <p:spPr bwMode="auto">
              <a:xfrm>
                <a:off x="10269617" y="2822944"/>
                <a:ext cx="0" cy="8628788"/>
              </a:xfrm>
              <a:prstGeom prst="line">
                <a:avLst/>
              </a:prstGeom>
              <a:ln w="12700">
                <a:solidFill>
                  <a:srgbClr val="8D8D8D"/>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2" name="Straight Connector 21">
                <a:extLst>
                  <a:ext uri="{FF2B5EF4-FFF2-40B4-BE49-F238E27FC236}">
                    <a16:creationId xmlns:a16="http://schemas.microsoft.com/office/drawing/2014/main" id="{CFD16182-252B-419C-6A46-CA054409F8F7}"/>
                  </a:ext>
                </a:extLst>
              </p:cNvPr>
              <p:cNvCxnSpPr>
                <a:cxnSpLocks/>
              </p:cNvCxnSpPr>
              <p:nvPr/>
            </p:nvCxnSpPr>
            <p:spPr bwMode="auto">
              <a:xfrm>
                <a:off x="12501785" y="2822944"/>
                <a:ext cx="0" cy="8628788"/>
              </a:xfrm>
              <a:prstGeom prst="line">
                <a:avLst/>
              </a:prstGeom>
              <a:ln w="12700">
                <a:solidFill>
                  <a:srgbClr val="C6C6C6"/>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E374F1D9-61C4-CC85-C90F-F1BE6383F878}"/>
                  </a:ext>
                </a:extLst>
              </p:cNvPr>
              <p:cNvCxnSpPr>
                <a:cxnSpLocks/>
              </p:cNvCxnSpPr>
              <p:nvPr/>
            </p:nvCxnSpPr>
            <p:spPr bwMode="auto">
              <a:xfrm>
                <a:off x="14733953" y="2822944"/>
                <a:ext cx="0" cy="8628788"/>
              </a:xfrm>
              <a:prstGeom prst="line">
                <a:avLst/>
              </a:prstGeom>
              <a:ln w="12700">
                <a:solidFill>
                  <a:srgbClr val="8D8D8D"/>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4" name="Straight Connector 23">
                <a:extLst>
                  <a:ext uri="{FF2B5EF4-FFF2-40B4-BE49-F238E27FC236}">
                    <a16:creationId xmlns:a16="http://schemas.microsoft.com/office/drawing/2014/main" id="{1B4D1B77-3986-2160-8A2A-42344B9D7318}"/>
                  </a:ext>
                </a:extLst>
              </p:cNvPr>
              <p:cNvCxnSpPr>
                <a:cxnSpLocks/>
              </p:cNvCxnSpPr>
              <p:nvPr/>
            </p:nvCxnSpPr>
            <p:spPr bwMode="auto">
              <a:xfrm>
                <a:off x="16965137" y="2822944"/>
                <a:ext cx="0" cy="8723131"/>
              </a:xfrm>
              <a:prstGeom prst="line">
                <a:avLst/>
              </a:prstGeom>
              <a:ln w="12700">
                <a:solidFill>
                  <a:srgbClr val="C6C6C6"/>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5" name="Straight Connector 24">
                <a:extLst>
                  <a:ext uri="{FF2B5EF4-FFF2-40B4-BE49-F238E27FC236}">
                    <a16:creationId xmlns:a16="http://schemas.microsoft.com/office/drawing/2014/main" id="{36AE2638-0D88-6BD8-167C-D3F0E1F02FE0}"/>
                  </a:ext>
                </a:extLst>
              </p:cNvPr>
              <p:cNvCxnSpPr>
                <a:cxnSpLocks/>
              </p:cNvCxnSpPr>
              <p:nvPr/>
            </p:nvCxnSpPr>
            <p:spPr bwMode="auto">
              <a:xfrm>
                <a:off x="19202691" y="2799067"/>
                <a:ext cx="0" cy="8628788"/>
              </a:xfrm>
              <a:prstGeom prst="line">
                <a:avLst/>
              </a:prstGeom>
              <a:ln w="12700">
                <a:solidFill>
                  <a:srgbClr val="8D8D8D"/>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6" name="Straight Connector 25">
                <a:extLst>
                  <a:ext uri="{FF2B5EF4-FFF2-40B4-BE49-F238E27FC236}">
                    <a16:creationId xmlns:a16="http://schemas.microsoft.com/office/drawing/2014/main" id="{E3FBE230-BC60-6744-EDDB-BE1EE62B67A6}"/>
                  </a:ext>
                </a:extLst>
              </p:cNvPr>
              <p:cNvCxnSpPr>
                <a:cxnSpLocks/>
              </p:cNvCxnSpPr>
              <p:nvPr/>
            </p:nvCxnSpPr>
            <p:spPr bwMode="auto">
              <a:xfrm>
                <a:off x="21448965" y="2799067"/>
                <a:ext cx="0" cy="8628788"/>
              </a:xfrm>
              <a:prstGeom prst="line">
                <a:avLst/>
              </a:prstGeom>
              <a:ln w="12700">
                <a:solidFill>
                  <a:srgbClr val="8D8D8D"/>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grpSp>
        <p:grpSp>
          <p:nvGrpSpPr>
            <p:cNvPr id="13" name="Group 12">
              <a:extLst>
                <a:ext uri="{FF2B5EF4-FFF2-40B4-BE49-F238E27FC236}">
                  <a16:creationId xmlns:a16="http://schemas.microsoft.com/office/drawing/2014/main" id="{6DF7FFE5-DE1E-21C6-F984-D657D49C3EC0}"/>
                </a:ext>
              </a:extLst>
            </p:cNvPr>
            <p:cNvGrpSpPr/>
            <p:nvPr/>
          </p:nvGrpSpPr>
          <p:grpSpPr>
            <a:xfrm>
              <a:off x="1510181" y="2764070"/>
              <a:ext cx="19820494" cy="689205"/>
              <a:chOff x="1510181" y="2764070"/>
              <a:chExt cx="19820494" cy="689205"/>
            </a:xfrm>
          </p:grpSpPr>
          <p:sp>
            <p:nvSpPr>
              <p:cNvPr id="14" name="Rounded Rectangle 9">
                <a:extLst>
                  <a:ext uri="{FF2B5EF4-FFF2-40B4-BE49-F238E27FC236}">
                    <a16:creationId xmlns:a16="http://schemas.microsoft.com/office/drawing/2014/main" id="{A0E69800-69FE-7CB2-A00D-FF4792FAFE64}"/>
                  </a:ext>
                </a:extLst>
              </p:cNvPr>
              <p:cNvSpPr/>
              <p:nvPr/>
            </p:nvSpPr>
            <p:spPr bwMode="auto">
              <a:xfrm>
                <a:off x="1510181" y="2764070"/>
                <a:ext cx="4169167" cy="643783"/>
              </a:xfrm>
              <a:prstGeom prst="roundRect">
                <a:avLst/>
              </a:prstGeom>
              <a:solidFill>
                <a:schemeClr val="bg1">
                  <a:lumMod val="95000"/>
                </a:schemeClr>
              </a:solidFill>
              <a:ln w="19050">
                <a:solidFill>
                  <a:schemeClr val="bg1">
                    <a:lumMod val="95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ctr"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ctr" defTabSz="457109" rtl="0" eaLnBrk="1" fontAlgn="base" latinLnBrk="0" hangingPunct="1">
                  <a:lnSpc>
                    <a:spcPct val="100000"/>
                  </a:lnSpc>
                  <a:spcBef>
                    <a:spcPct val="0"/>
                  </a:spcBef>
                  <a:spcAft>
                    <a:spcPct val="0"/>
                  </a:spcAft>
                  <a:buClrTx/>
                  <a:buSzTx/>
                  <a:buFont typeface="IBM Plex Sans Light"/>
                  <a:buNone/>
                  <a:tabLst/>
                  <a:defRPr/>
                </a:pPr>
                <a:r>
                  <a:rPr lang="en-US" sz="1600" dirty="0">
                    <a:solidFill>
                      <a:schemeClr val="tx1"/>
                    </a:solidFill>
                    <a:latin typeface="IBM Plex Sans Thin" panose="020B0203050203000203" pitchFamily="34" charset="0"/>
                  </a:rPr>
                  <a:t>6 months</a:t>
                </a:r>
                <a:endParaRPr kumimoji="0" lang="en-US" sz="1600" u="none" strike="noStrike" kern="1200" cap="none" spc="0" normalizeH="0" baseline="0" noProof="0" dirty="0">
                  <a:ln>
                    <a:noFill/>
                  </a:ln>
                  <a:solidFill>
                    <a:schemeClr val="tx1"/>
                  </a:solidFill>
                  <a:effectLst/>
                  <a:uLnTx/>
                  <a:uFillTx/>
                  <a:latin typeface="IBM Plex Sans Thin" panose="020B0203050203000203" pitchFamily="34" charset="0"/>
                </a:endParaRPr>
              </a:p>
            </p:txBody>
          </p:sp>
          <p:sp>
            <p:nvSpPr>
              <p:cNvPr id="15" name="Rounded Rectangle 18">
                <a:extLst>
                  <a:ext uri="{FF2B5EF4-FFF2-40B4-BE49-F238E27FC236}">
                    <a16:creationId xmlns:a16="http://schemas.microsoft.com/office/drawing/2014/main" id="{E73493F6-D0AD-5422-ED02-A6E83F074E20}"/>
                  </a:ext>
                </a:extLst>
              </p:cNvPr>
              <p:cNvSpPr/>
              <p:nvPr/>
            </p:nvSpPr>
            <p:spPr bwMode="auto">
              <a:xfrm>
                <a:off x="5931213" y="2764070"/>
                <a:ext cx="8661714" cy="643785"/>
              </a:xfrm>
              <a:prstGeom prst="roundRect">
                <a:avLst/>
              </a:prstGeom>
              <a:solidFill>
                <a:schemeClr val="bg1">
                  <a:lumMod val="95000"/>
                </a:schemeClr>
              </a:solidFill>
              <a:ln w="19050">
                <a:solidFill>
                  <a:schemeClr val="bg1">
                    <a:lumMod val="95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ctr"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ctr" defTabSz="457109" rtl="0" eaLnBrk="1" fontAlgn="base" latinLnBrk="0" hangingPunct="1">
                  <a:lnSpc>
                    <a:spcPct val="100000"/>
                  </a:lnSpc>
                  <a:spcBef>
                    <a:spcPct val="0"/>
                  </a:spcBef>
                  <a:spcAft>
                    <a:spcPct val="0"/>
                  </a:spcAft>
                  <a:buClrTx/>
                  <a:buSzTx/>
                  <a:buFont typeface="IBM Plex Sans Light"/>
                  <a:buNone/>
                  <a:tabLst/>
                  <a:defRPr/>
                </a:pPr>
                <a:r>
                  <a:rPr lang="en-US" sz="1400" dirty="0">
                    <a:solidFill>
                      <a:schemeClr val="tx1"/>
                    </a:solidFill>
                    <a:latin typeface="IBM Plex Sans Thin" panose="020B0203050203000203" pitchFamily="34" charset="0"/>
                  </a:rPr>
                  <a:t>1.5 years</a:t>
                </a:r>
                <a:endParaRPr kumimoji="0" lang="en-US" sz="1400" u="none" strike="noStrike" kern="1200" cap="none" spc="0" normalizeH="0" baseline="0" noProof="0" dirty="0">
                  <a:ln>
                    <a:noFill/>
                  </a:ln>
                  <a:solidFill>
                    <a:schemeClr val="tx1"/>
                  </a:solidFill>
                  <a:effectLst/>
                  <a:uLnTx/>
                  <a:uFillTx/>
                  <a:latin typeface="IBM Plex Sans Thin" panose="020B0203050203000203" pitchFamily="34" charset="0"/>
                </a:endParaRPr>
              </a:p>
            </p:txBody>
          </p:sp>
          <p:sp>
            <p:nvSpPr>
              <p:cNvPr id="16" name="Rounded Rectangle 21">
                <a:extLst>
                  <a:ext uri="{FF2B5EF4-FFF2-40B4-BE49-F238E27FC236}">
                    <a16:creationId xmlns:a16="http://schemas.microsoft.com/office/drawing/2014/main" id="{C7FC351B-0E82-C9BF-0D98-A7059C1AC02A}"/>
                  </a:ext>
                </a:extLst>
              </p:cNvPr>
              <p:cNvSpPr/>
              <p:nvPr/>
            </p:nvSpPr>
            <p:spPr bwMode="auto">
              <a:xfrm>
                <a:off x="14866351" y="2809480"/>
                <a:ext cx="6464324" cy="643795"/>
              </a:xfrm>
              <a:prstGeom prst="roundRect">
                <a:avLst/>
              </a:prstGeom>
              <a:solidFill>
                <a:schemeClr val="bg1">
                  <a:lumMod val="95000"/>
                </a:schemeClr>
              </a:solidFill>
              <a:ln w="19050">
                <a:solidFill>
                  <a:schemeClr val="bg1">
                    <a:lumMod val="95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ctr"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ctr" defTabSz="457109" rtl="0" eaLnBrk="1" fontAlgn="base" latinLnBrk="0" hangingPunct="1">
                  <a:lnSpc>
                    <a:spcPct val="100000"/>
                  </a:lnSpc>
                  <a:spcBef>
                    <a:spcPct val="0"/>
                  </a:spcBef>
                  <a:spcAft>
                    <a:spcPct val="0"/>
                  </a:spcAft>
                  <a:buClrTx/>
                  <a:buSzTx/>
                  <a:buFont typeface="IBM Plex Sans Light"/>
                  <a:buNone/>
                  <a:tabLst/>
                  <a:defRPr/>
                </a:pPr>
                <a:r>
                  <a:rPr lang="en-US" sz="1600" dirty="0">
                    <a:solidFill>
                      <a:schemeClr val="tx1"/>
                    </a:solidFill>
                    <a:latin typeface="IBM Plex Sans Thin" panose="020B0203050203000203" pitchFamily="34" charset="0"/>
                  </a:rPr>
                  <a:t>2.25 years</a:t>
                </a:r>
                <a:endParaRPr kumimoji="0" lang="en-US" sz="1600" u="none" strike="noStrike" kern="1200" cap="none" spc="0" normalizeH="0" baseline="0" noProof="0" dirty="0">
                  <a:ln>
                    <a:noFill/>
                  </a:ln>
                  <a:solidFill>
                    <a:schemeClr val="tx1"/>
                  </a:solidFill>
                  <a:effectLst/>
                  <a:uLnTx/>
                  <a:uFillTx/>
                  <a:latin typeface="IBM Plex Sans Thin" panose="020B0203050203000203" pitchFamily="34" charset="0"/>
                </a:endParaRPr>
              </a:p>
            </p:txBody>
          </p:sp>
        </p:grpSp>
      </p:grpSp>
      <p:sp>
        <p:nvSpPr>
          <p:cNvPr id="5" name="TextBox 13">
            <a:extLst>
              <a:ext uri="{FF2B5EF4-FFF2-40B4-BE49-F238E27FC236}">
                <a16:creationId xmlns:a16="http://schemas.microsoft.com/office/drawing/2014/main" id="{E59CBCB6-2924-241D-811D-DF4B54787AB2}"/>
              </a:ext>
            </a:extLst>
          </p:cNvPr>
          <p:cNvSpPr txBox="1"/>
          <p:nvPr/>
        </p:nvSpPr>
        <p:spPr>
          <a:xfrm>
            <a:off x="10462903" y="1479298"/>
            <a:ext cx="948057" cy="20611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xmlns:lc="http://schemas.openxmlformats.org/drawingml/2006/lockedCanvas" val="1"/>
            </a:ext>
          </a:extLst>
        </p:spPr>
        <p:txBody>
          <a:bodyPr wrap="squar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lang="en-US" sz="1400" kern="0" dirty="0">
                <a:solidFill>
                  <a:srgbClr val="000000"/>
                </a:solidFill>
                <a:latin typeface="IBM Plex Sans" panose="020B0503050203000203" pitchFamily="34" charset="0"/>
                <a:sym typeface="IBM Plex Sans Light"/>
              </a:rPr>
              <a:t>Aug 2025</a:t>
            </a:r>
            <a:endParaRPr kumimoji="0" lang="en-US" sz="1400" b="0" i="0" u="none" strike="noStrike" kern="0" cap="none" spc="0" normalizeH="0" baseline="0" noProof="0" dirty="0">
              <a:ln>
                <a:noFill/>
              </a:ln>
              <a:solidFill>
                <a:srgbClr val="000000"/>
              </a:solidFill>
              <a:effectLst/>
              <a:uLnTx/>
              <a:uFillTx/>
              <a:latin typeface="IBM Plex Sans" panose="020B0503050203000203" pitchFamily="34" charset="0"/>
              <a:ea typeface="+mn-ea"/>
              <a:cs typeface="+mn-cs"/>
              <a:sym typeface="IBM Plex Sans Light"/>
            </a:endParaRPr>
          </a:p>
        </p:txBody>
      </p:sp>
      <p:sp>
        <p:nvSpPr>
          <p:cNvPr id="28" name="TextBox 13">
            <a:extLst>
              <a:ext uri="{FF2B5EF4-FFF2-40B4-BE49-F238E27FC236}">
                <a16:creationId xmlns:a16="http://schemas.microsoft.com/office/drawing/2014/main" id="{6FF7F3CC-32AD-D041-95B5-3A59FF2F5203}"/>
              </a:ext>
            </a:extLst>
          </p:cNvPr>
          <p:cNvSpPr txBox="1"/>
          <p:nvPr/>
        </p:nvSpPr>
        <p:spPr>
          <a:xfrm>
            <a:off x="1672377" y="1472961"/>
            <a:ext cx="948057" cy="20611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xmlns:lc="http://schemas.openxmlformats.org/drawingml/2006/lockedCanvas" val="1"/>
            </a:ext>
          </a:extLst>
        </p:spPr>
        <p:txBody>
          <a:bodyPr wrap="squar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lang="en-US" sz="1400" kern="0" dirty="0">
                <a:solidFill>
                  <a:srgbClr val="000000"/>
                </a:solidFill>
                <a:latin typeface="IBM Plex Sans" panose="020B0503050203000203" pitchFamily="34" charset="0"/>
                <a:sym typeface="IBM Plex Sans Light"/>
              </a:rPr>
              <a:t>Au</a:t>
            </a:r>
            <a:r>
              <a:rPr kumimoji="0" lang="en-US" sz="1400" b="0" i="0" u="none" strike="noStrike" kern="0" cap="none" spc="0" normalizeH="0" baseline="0" noProof="0" dirty="0">
                <a:ln>
                  <a:noFill/>
                </a:ln>
                <a:solidFill>
                  <a:srgbClr val="000000"/>
                </a:solidFill>
                <a:effectLst/>
                <a:uLnTx/>
                <a:uFillTx/>
                <a:latin typeface="IBM Plex Sans" panose="020B0503050203000203" pitchFamily="34" charset="0"/>
                <a:ea typeface="+mn-ea"/>
                <a:cs typeface="+mn-cs"/>
                <a:sym typeface="IBM Plex Sans Light"/>
              </a:rPr>
              <a:t>g 2023</a:t>
            </a:r>
          </a:p>
        </p:txBody>
      </p:sp>
      <p:sp>
        <p:nvSpPr>
          <p:cNvPr id="29" name="TextBox 13">
            <a:extLst>
              <a:ext uri="{FF2B5EF4-FFF2-40B4-BE49-F238E27FC236}">
                <a16:creationId xmlns:a16="http://schemas.microsoft.com/office/drawing/2014/main" id="{7DEFD6EE-3752-5A7F-3BE0-9AAC060895A2}"/>
              </a:ext>
            </a:extLst>
          </p:cNvPr>
          <p:cNvSpPr txBox="1"/>
          <p:nvPr/>
        </p:nvSpPr>
        <p:spPr>
          <a:xfrm>
            <a:off x="3977646" y="1466499"/>
            <a:ext cx="948057" cy="20611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xmlns:lc="http://schemas.openxmlformats.org/drawingml/2006/lockedCanvas" val="1"/>
            </a:ext>
          </a:extLst>
        </p:spPr>
        <p:txBody>
          <a:bodyPr wrap="squar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kumimoji="0" lang="en-US" sz="1400" b="0" i="0" u="none" strike="noStrike" kern="0" cap="none" spc="0" normalizeH="0" baseline="0" noProof="0" dirty="0">
                <a:ln>
                  <a:noFill/>
                </a:ln>
                <a:solidFill>
                  <a:srgbClr val="000000"/>
                </a:solidFill>
                <a:effectLst/>
                <a:uLnTx/>
                <a:uFillTx/>
                <a:latin typeface="IBM Plex Sans" panose="020B0503050203000203" pitchFamily="34" charset="0"/>
                <a:ea typeface="+mn-ea"/>
                <a:cs typeface="+mn-cs"/>
                <a:sym typeface="IBM Plex Sans Light"/>
              </a:rPr>
              <a:t>Feb</a:t>
            </a:r>
            <a:r>
              <a:rPr lang="en-US" sz="1400" kern="0" dirty="0">
                <a:solidFill>
                  <a:srgbClr val="000000"/>
                </a:solidFill>
                <a:latin typeface="IBM Plex Sans" panose="020B0503050203000203" pitchFamily="34" charset="0"/>
                <a:sym typeface="IBM Plex Sans Light"/>
              </a:rPr>
              <a:t> </a:t>
            </a:r>
            <a:r>
              <a:rPr kumimoji="0" lang="en-US" sz="1400" b="0" i="0" u="none" strike="noStrike" kern="0" cap="none" spc="0" normalizeH="0" baseline="0" noProof="0" dirty="0">
                <a:ln>
                  <a:noFill/>
                </a:ln>
                <a:solidFill>
                  <a:srgbClr val="000000"/>
                </a:solidFill>
                <a:effectLst/>
                <a:uLnTx/>
                <a:uFillTx/>
                <a:latin typeface="IBM Plex Sans" panose="020B0503050203000203" pitchFamily="34" charset="0"/>
                <a:ea typeface="+mn-ea"/>
                <a:cs typeface="+mn-cs"/>
                <a:sym typeface="IBM Plex Sans Light"/>
              </a:rPr>
              <a:t>2024</a:t>
            </a:r>
          </a:p>
        </p:txBody>
      </p:sp>
      <p:sp>
        <p:nvSpPr>
          <p:cNvPr id="30" name="TextBox 13">
            <a:extLst>
              <a:ext uri="{FF2B5EF4-FFF2-40B4-BE49-F238E27FC236}">
                <a16:creationId xmlns:a16="http://schemas.microsoft.com/office/drawing/2014/main" id="{601C0169-47A3-9F7C-0413-8C45C9A5D9EC}"/>
              </a:ext>
            </a:extLst>
          </p:cNvPr>
          <p:cNvSpPr txBox="1"/>
          <p:nvPr/>
        </p:nvSpPr>
        <p:spPr>
          <a:xfrm>
            <a:off x="6148343" y="1460659"/>
            <a:ext cx="948057" cy="20611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xmlns:lc="http://schemas.openxmlformats.org/drawingml/2006/lockedCanvas" val="1"/>
            </a:ext>
          </a:extLst>
        </p:spPr>
        <p:txBody>
          <a:bodyPr wrap="squar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lang="en-US" sz="1400" kern="0" dirty="0">
                <a:solidFill>
                  <a:srgbClr val="000000"/>
                </a:solidFill>
                <a:latin typeface="IBM Plex Sans" panose="020B0503050203000203" pitchFamily="34" charset="0"/>
                <a:sym typeface="IBM Plex Sans Light"/>
              </a:rPr>
              <a:t>Aug </a:t>
            </a:r>
            <a:r>
              <a:rPr kumimoji="0" lang="en-US" sz="1400" b="0" i="0" u="none" strike="noStrike" kern="0" cap="none" spc="0" normalizeH="0" baseline="0" noProof="0" dirty="0">
                <a:ln>
                  <a:noFill/>
                </a:ln>
                <a:solidFill>
                  <a:srgbClr val="000000"/>
                </a:solidFill>
                <a:effectLst/>
                <a:uLnTx/>
                <a:uFillTx/>
                <a:latin typeface="IBM Plex Sans" panose="020B0503050203000203" pitchFamily="34" charset="0"/>
                <a:ea typeface="+mn-ea"/>
                <a:cs typeface="+mn-cs"/>
                <a:sym typeface="IBM Plex Sans Light"/>
              </a:rPr>
              <a:t>2024</a:t>
            </a:r>
          </a:p>
        </p:txBody>
      </p:sp>
      <p:sp>
        <p:nvSpPr>
          <p:cNvPr id="31" name="TextBox 13">
            <a:extLst>
              <a:ext uri="{FF2B5EF4-FFF2-40B4-BE49-F238E27FC236}">
                <a16:creationId xmlns:a16="http://schemas.microsoft.com/office/drawing/2014/main" id="{D9907140-2174-D351-F381-A65D12FB0499}"/>
              </a:ext>
            </a:extLst>
          </p:cNvPr>
          <p:cNvSpPr txBox="1"/>
          <p:nvPr/>
        </p:nvSpPr>
        <p:spPr>
          <a:xfrm>
            <a:off x="8385770" y="1460658"/>
            <a:ext cx="948057" cy="20611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xmlns:lc="http://schemas.openxmlformats.org/drawingml/2006/lockedCanvas" val="1"/>
            </a:ext>
          </a:extLst>
        </p:spPr>
        <p:txBody>
          <a:bodyPr wrap="squar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kumimoji="0" lang="en-US" sz="1400" b="0" i="0" u="none" strike="noStrike" kern="0" cap="none" spc="0" normalizeH="0" baseline="0" noProof="0" dirty="0">
                <a:ln>
                  <a:noFill/>
                </a:ln>
                <a:solidFill>
                  <a:srgbClr val="000000"/>
                </a:solidFill>
                <a:effectLst/>
                <a:uLnTx/>
                <a:uFillTx/>
                <a:latin typeface="IBM Plex Sans" panose="020B0503050203000203" pitchFamily="34" charset="0"/>
                <a:ea typeface="+mn-ea"/>
                <a:cs typeface="+mn-cs"/>
                <a:sym typeface="IBM Plex Sans Light"/>
              </a:rPr>
              <a:t>Feb</a:t>
            </a:r>
            <a:r>
              <a:rPr lang="en-US" sz="1400" kern="0" dirty="0">
                <a:solidFill>
                  <a:srgbClr val="000000"/>
                </a:solidFill>
                <a:latin typeface="IBM Plex Sans" panose="020B0503050203000203" pitchFamily="34" charset="0"/>
                <a:sym typeface="IBM Plex Sans Light"/>
              </a:rPr>
              <a:t> </a:t>
            </a:r>
            <a:r>
              <a:rPr kumimoji="0" lang="en-US" sz="1400" b="0" i="0" u="none" strike="noStrike" kern="0" cap="none" spc="0" normalizeH="0" baseline="0" noProof="0" dirty="0">
                <a:ln>
                  <a:noFill/>
                </a:ln>
                <a:solidFill>
                  <a:srgbClr val="000000"/>
                </a:solidFill>
                <a:effectLst/>
                <a:uLnTx/>
                <a:uFillTx/>
                <a:latin typeface="IBM Plex Sans" panose="020B0503050203000203" pitchFamily="34" charset="0"/>
                <a:ea typeface="+mn-ea"/>
                <a:cs typeface="+mn-cs"/>
                <a:sym typeface="IBM Plex Sans Light"/>
              </a:rPr>
              <a:t>2025</a:t>
            </a:r>
          </a:p>
        </p:txBody>
      </p:sp>
      <p:sp>
        <p:nvSpPr>
          <p:cNvPr id="32" name="Rectangle: Rounded Corners 5">
            <a:extLst>
              <a:ext uri="{FF2B5EF4-FFF2-40B4-BE49-F238E27FC236}">
                <a16:creationId xmlns:a16="http://schemas.microsoft.com/office/drawing/2014/main" id="{83AC1B89-EB79-5732-E98F-CDAEDCFE8468}"/>
              </a:ext>
            </a:extLst>
          </p:cNvPr>
          <p:cNvSpPr/>
          <p:nvPr/>
        </p:nvSpPr>
        <p:spPr bwMode="auto">
          <a:xfrm>
            <a:off x="1315972" y="2398665"/>
            <a:ext cx="686990" cy="321850"/>
          </a:xfrm>
          <a:prstGeom prst="roundRect">
            <a:avLst/>
          </a:prstGeom>
          <a:solidFill>
            <a:srgbClr val="DEFBE6"/>
          </a:solidFill>
          <a:ln w="57150">
            <a:solidFill>
              <a:srgbClr val="24A148"/>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600" dirty="0">
                <a:solidFill>
                  <a:schemeClr val="tx1"/>
                </a:solidFill>
              </a:rPr>
              <a:t>BNL</a:t>
            </a:r>
            <a:endParaRPr lang="en-US" sz="1600" b="0" i="0" u="none" strike="noStrike" cap="none" normalizeH="0" baseline="0" dirty="0">
              <a:ln>
                <a:noFill/>
              </a:ln>
              <a:solidFill>
                <a:schemeClr val="tx1"/>
              </a:solidFill>
              <a:effectLst/>
              <a:latin typeface="+mn-lt"/>
            </a:endParaRPr>
          </a:p>
        </p:txBody>
      </p:sp>
      <p:sp>
        <p:nvSpPr>
          <p:cNvPr id="33" name="Rectangle: Rounded Corners 5">
            <a:extLst>
              <a:ext uri="{FF2B5EF4-FFF2-40B4-BE49-F238E27FC236}">
                <a16:creationId xmlns:a16="http://schemas.microsoft.com/office/drawing/2014/main" id="{05A6DC67-F5E8-A64C-B784-79ED3BED5731}"/>
              </a:ext>
            </a:extLst>
          </p:cNvPr>
          <p:cNvSpPr/>
          <p:nvPr/>
        </p:nvSpPr>
        <p:spPr bwMode="auto">
          <a:xfrm>
            <a:off x="1" y="2066231"/>
            <a:ext cx="973328" cy="321850"/>
          </a:xfrm>
          <a:prstGeom prst="roundRect">
            <a:avLst/>
          </a:prstGeom>
          <a:solidFill>
            <a:schemeClr val="accent6">
              <a:lumMod val="20000"/>
              <a:lumOff val="80000"/>
            </a:schemeClr>
          </a:solidFill>
          <a:ln w="57150">
            <a:solidFill>
              <a:schemeClr val="accent6">
                <a:lumMod val="75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600" dirty="0">
                <a:solidFill>
                  <a:schemeClr val="tx1"/>
                </a:solidFill>
              </a:rPr>
              <a:t>Madison</a:t>
            </a:r>
            <a:endParaRPr lang="en-US" sz="1600" b="0" i="0" u="none" strike="noStrike" cap="none" normalizeH="0" baseline="0" dirty="0">
              <a:ln>
                <a:noFill/>
              </a:ln>
              <a:solidFill>
                <a:schemeClr val="tx1"/>
              </a:solidFill>
              <a:effectLst/>
              <a:latin typeface="+mn-lt"/>
            </a:endParaRPr>
          </a:p>
        </p:txBody>
      </p:sp>
      <p:sp>
        <p:nvSpPr>
          <p:cNvPr id="34" name="Rectangle: Rounded Corners 5">
            <a:extLst>
              <a:ext uri="{FF2B5EF4-FFF2-40B4-BE49-F238E27FC236}">
                <a16:creationId xmlns:a16="http://schemas.microsoft.com/office/drawing/2014/main" id="{E9F627C2-C222-50E3-0302-24F855C10359}"/>
              </a:ext>
            </a:extLst>
          </p:cNvPr>
          <p:cNvSpPr/>
          <p:nvPr/>
        </p:nvSpPr>
        <p:spPr bwMode="auto">
          <a:xfrm>
            <a:off x="2581991" y="2555671"/>
            <a:ext cx="3999895" cy="437303"/>
          </a:xfrm>
          <a:prstGeom prst="roundRect">
            <a:avLst/>
          </a:prstGeom>
          <a:solidFill>
            <a:schemeClr val="accent1">
              <a:lumMod val="20000"/>
              <a:lumOff val="80000"/>
            </a:schemeClr>
          </a:solidFill>
          <a:ln w="57150">
            <a:solidFill>
              <a:schemeClr val="accent1"/>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600" b="0" i="0" u="none" strike="noStrike" cap="none" normalizeH="0" baseline="0" dirty="0">
                <a:ln>
                  <a:noFill/>
                </a:ln>
                <a:solidFill>
                  <a:schemeClr val="tx1"/>
                </a:solidFill>
                <a:effectLst/>
                <a:latin typeface="+mn-lt"/>
              </a:rPr>
              <a:t>Chicago Quantum Exchange</a:t>
            </a:r>
          </a:p>
        </p:txBody>
      </p:sp>
      <p:sp>
        <p:nvSpPr>
          <p:cNvPr id="35" name="Rectangle: Rounded Corners 5">
            <a:extLst>
              <a:ext uri="{FF2B5EF4-FFF2-40B4-BE49-F238E27FC236}">
                <a16:creationId xmlns:a16="http://schemas.microsoft.com/office/drawing/2014/main" id="{A32F2486-DFEF-73B3-B094-D9B1C3E3222F}"/>
              </a:ext>
            </a:extLst>
          </p:cNvPr>
          <p:cNvSpPr/>
          <p:nvPr/>
        </p:nvSpPr>
        <p:spPr bwMode="auto">
          <a:xfrm>
            <a:off x="6816015" y="3570573"/>
            <a:ext cx="669015" cy="321850"/>
          </a:xfrm>
          <a:prstGeom prst="roundRect">
            <a:avLst/>
          </a:prstGeom>
          <a:solidFill>
            <a:srgbClr val="FCF4D6"/>
          </a:solidFill>
          <a:ln w="57150">
            <a:solidFill>
              <a:srgbClr val="FDDC69"/>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600" dirty="0">
                <a:solidFill>
                  <a:schemeClr val="tx1"/>
                </a:solidFill>
              </a:rPr>
              <a:t>GRFP</a:t>
            </a:r>
            <a:endParaRPr lang="en-US" sz="1600" b="0" i="0" u="none" strike="noStrike" cap="none" normalizeH="0" baseline="0" dirty="0">
              <a:ln>
                <a:noFill/>
              </a:ln>
              <a:solidFill>
                <a:schemeClr val="tx1"/>
              </a:solidFill>
              <a:effectLst/>
              <a:latin typeface="+mn-lt"/>
            </a:endParaRPr>
          </a:p>
        </p:txBody>
      </p:sp>
      <p:sp>
        <p:nvSpPr>
          <p:cNvPr id="36" name="Rectangle: Rounded Corners 5">
            <a:extLst>
              <a:ext uri="{FF2B5EF4-FFF2-40B4-BE49-F238E27FC236}">
                <a16:creationId xmlns:a16="http://schemas.microsoft.com/office/drawing/2014/main" id="{CA72BB08-005D-FE93-D9C7-FA05638ED3A2}"/>
              </a:ext>
            </a:extLst>
          </p:cNvPr>
          <p:cNvSpPr/>
          <p:nvPr/>
        </p:nvSpPr>
        <p:spPr bwMode="auto">
          <a:xfrm>
            <a:off x="6564435" y="4467434"/>
            <a:ext cx="1246387" cy="321850"/>
          </a:xfrm>
          <a:prstGeom prst="roundRect">
            <a:avLst/>
          </a:prstGeom>
          <a:solidFill>
            <a:srgbClr val="6FDC8C"/>
          </a:solidFill>
          <a:ln w="57150">
            <a:solidFill>
              <a:srgbClr val="198038"/>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600" dirty="0">
                <a:solidFill>
                  <a:schemeClr val="tx1"/>
                </a:solidFill>
              </a:rPr>
              <a:t>Argonne</a:t>
            </a:r>
            <a:endParaRPr lang="en-US" sz="1600" b="0" i="0" u="none" strike="noStrike" cap="none" normalizeH="0" baseline="0" dirty="0">
              <a:ln>
                <a:noFill/>
              </a:ln>
              <a:solidFill>
                <a:schemeClr val="tx1"/>
              </a:solidFill>
              <a:effectLst/>
              <a:latin typeface="+mn-lt"/>
            </a:endParaRPr>
          </a:p>
        </p:txBody>
      </p:sp>
      <p:sp>
        <p:nvSpPr>
          <p:cNvPr id="37" name="Rectangle: Rounded Corners 5">
            <a:extLst>
              <a:ext uri="{FF2B5EF4-FFF2-40B4-BE49-F238E27FC236}">
                <a16:creationId xmlns:a16="http://schemas.microsoft.com/office/drawing/2014/main" id="{4FC58518-2663-EA7B-B300-C2A317F8BB65}"/>
              </a:ext>
            </a:extLst>
          </p:cNvPr>
          <p:cNvSpPr/>
          <p:nvPr/>
        </p:nvSpPr>
        <p:spPr bwMode="auto">
          <a:xfrm>
            <a:off x="7076728" y="4019003"/>
            <a:ext cx="518600" cy="321850"/>
          </a:xfrm>
          <a:prstGeom prst="roundRect">
            <a:avLst/>
          </a:prstGeom>
          <a:solidFill>
            <a:srgbClr val="F8D9B8"/>
          </a:solidFill>
          <a:ln w="57150">
            <a:solidFill>
              <a:srgbClr val="FF6F00"/>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400" dirty="0">
                <a:solidFill>
                  <a:schemeClr val="tx1"/>
                </a:solidFill>
              </a:rPr>
              <a:t>GEM</a:t>
            </a:r>
            <a:endParaRPr lang="en-US" sz="1400" b="0" i="0" u="none" strike="noStrike" cap="none" normalizeH="0" baseline="0" dirty="0">
              <a:ln>
                <a:noFill/>
              </a:ln>
              <a:solidFill>
                <a:schemeClr val="tx1"/>
              </a:solidFill>
              <a:effectLst/>
              <a:latin typeface="+mn-lt"/>
            </a:endParaRPr>
          </a:p>
        </p:txBody>
      </p:sp>
      <p:sp>
        <p:nvSpPr>
          <p:cNvPr id="38" name="Rectangle: Rounded Corners 5">
            <a:extLst>
              <a:ext uri="{FF2B5EF4-FFF2-40B4-BE49-F238E27FC236}">
                <a16:creationId xmlns:a16="http://schemas.microsoft.com/office/drawing/2014/main" id="{CF27B48B-5E0C-8EB2-81C6-3566844C9BEB}"/>
              </a:ext>
            </a:extLst>
          </p:cNvPr>
          <p:cNvSpPr/>
          <p:nvPr/>
        </p:nvSpPr>
        <p:spPr bwMode="auto">
          <a:xfrm>
            <a:off x="4422581" y="3248723"/>
            <a:ext cx="1187112" cy="321850"/>
          </a:xfrm>
          <a:prstGeom prst="roundRect">
            <a:avLst/>
          </a:prstGeom>
          <a:solidFill>
            <a:srgbClr val="9EF0F0"/>
          </a:solidFill>
          <a:ln w="57150">
            <a:solidFill>
              <a:srgbClr val="007D79"/>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600" dirty="0">
                <a:solidFill>
                  <a:schemeClr val="tx1"/>
                </a:solidFill>
              </a:rPr>
              <a:t>QRISE</a:t>
            </a:r>
            <a:endParaRPr lang="en-US" sz="1600" b="0" i="0" u="none" strike="noStrike" cap="none" normalizeH="0" baseline="0" dirty="0">
              <a:ln>
                <a:noFill/>
              </a:ln>
              <a:solidFill>
                <a:schemeClr val="tx1"/>
              </a:solidFill>
              <a:effectLst/>
              <a:latin typeface="+mn-lt"/>
            </a:endParaRPr>
          </a:p>
        </p:txBody>
      </p:sp>
      <p:sp>
        <p:nvSpPr>
          <p:cNvPr id="39" name="Rectangle: Rounded Corners 5">
            <a:extLst>
              <a:ext uri="{FF2B5EF4-FFF2-40B4-BE49-F238E27FC236}">
                <a16:creationId xmlns:a16="http://schemas.microsoft.com/office/drawing/2014/main" id="{CFCBC1AD-8158-E3C4-421E-9F12D2B6CDCA}"/>
              </a:ext>
            </a:extLst>
          </p:cNvPr>
          <p:cNvSpPr/>
          <p:nvPr/>
        </p:nvSpPr>
        <p:spPr bwMode="auto">
          <a:xfrm>
            <a:off x="3111117" y="3231559"/>
            <a:ext cx="1150050" cy="356176"/>
          </a:xfrm>
          <a:prstGeom prst="roundRect">
            <a:avLst/>
          </a:prstGeom>
          <a:solidFill>
            <a:schemeClr val="bg1">
              <a:lumMod val="85000"/>
            </a:schemeClr>
          </a:solidFill>
          <a:ln w="57150">
            <a:solidFill>
              <a:schemeClr val="tx2">
                <a:lumMod val="95000"/>
                <a:lumOff val="5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600" dirty="0">
                <a:solidFill>
                  <a:schemeClr val="tx1"/>
                </a:solidFill>
              </a:rPr>
              <a:t>Cafe Code</a:t>
            </a:r>
            <a:endParaRPr lang="en-US" sz="1600" b="0" i="0" u="none" strike="noStrike" cap="none" normalizeH="0" baseline="0" dirty="0">
              <a:ln>
                <a:noFill/>
              </a:ln>
              <a:solidFill>
                <a:schemeClr val="tx1"/>
              </a:solidFill>
              <a:effectLst/>
              <a:latin typeface="+mn-lt"/>
            </a:endParaRPr>
          </a:p>
        </p:txBody>
      </p:sp>
      <p:sp>
        <p:nvSpPr>
          <p:cNvPr id="57" name="Rectangle: Rounded Corners 5">
            <a:extLst>
              <a:ext uri="{FF2B5EF4-FFF2-40B4-BE49-F238E27FC236}">
                <a16:creationId xmlns:a16="http://schemas.microsoft.com/office/drawing/2014/main" id="{45C4257E-7884-DA16-B703-F27AB00A905D}"/>
              </a:ext>
            </a:extLst>
          </p:cNvPr>
          <p:cNvSpPr/>
          <p:nvPr/>
        </p:nvSpPr>
        <p:spPr bwMode="auto">
          <a:xfrm>
            <a:off x="7076728" y="5070114"/>
            <a:ext cx="1400071" cy="599958"/>
          </a:xfrm>
          <a:prstGeom prst="roundRect">
            <a:avLst/>
          </a:prstGeom>
          <a:solidFill>
            <a:srgbClr val="FCFFC3"/>
          </a:solidFill>
          <a:ln w="57150">
            <a:solidFill>
              <a:srgbClr val="FFFF00"/>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600" b="0" i="0" u="none" strike="noStrike" cap="none" normalizeH="0" baseline="0" dirty="0">
                <a:ln>
                  <a:noFill/>
                </a:ln>
                <a:solidFill>
                  <a:schemeClr val="tx1"/>
                </a:solidFill>
                <a:effectLst/>
                <a:latin typeface="+mn-lt"/>
              </a:rPr>
              <a:t>Grad school app</a:t>
            </a:r>
            <a:r>
              <a:rPr lang="en-US" sz="1600" dirty="0">
                <a:solidFill>
                  <a:schemeClr val="tx1"/>
                </a:solidFill>
              </a:rPr>
              <a:t>lications</a:t>
            </a:r>
            <a:endParaRPr lang="en-US" sz="1600" b="0" i="0" u="none" strike="noStrike" cap="none" normalizeH="0" baseline="0" dirty="0">
              <a:ln>
                <a:noFill/>
              </a:ln>
              <a:solidFill>
                <a:schemeClr val="tx1"/>
              </a:solidFill>
              <a:effectLst/>
              <a:latin typeface="+mn-lt"/>
            </a:endParaRPr>
          </a:p>
        </p:txBody>
      </p:sp>
      <p:sp>
        <p:nvSpPr>
          <p:cNvPr id="64" name="TextBox 63">
            <a:extLst>
              <a:ext uri="{FF2B5EF4-FFF2-40B4-BE49-F238E27FC236}">
                <a16:creationId xmlns:a16="http://schemas.microsoft.com/office/drawing/2014/main" id="{DF1747FD-7739-4B2C-EE51-73F229D658EC}"/>
              </a:ext>
            </a:extLst>
          </p:cNvPr>
          <p:cNvSpPr txBox="1"/>
          <p:nvPr/>
        </p:nvSpPr>
        <p:spPr>
          <a:xfrm>
            <a:off x="2345853" y="3639677"/>
            <a:ext cx="0" cy="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222188" indent="-223330" algn="l" defTabSz="1218956">
              <a:spcBef>
                <a:spcPts val="1450"/>
              </a:spcBef>
              <a:buSzPct val="100000"/>
              <a:buFontTx/>
              <a:buChar char="–"/>
            </a:pPr>
            <a:endParaRPr lang="en-US" sz="900" kern="0" dirty="0">
              <a:solidFill>
                <a:srgbClr val="000000"/>
              </a:solidFill>
              <a:ea typeface="+mj-ea"/>
              <a:cs typeface="+mj-cs"/>
              <a:sym typeface="IBM Plex Sans Light"/>
            </a:endParaRPr>
          </a:p>
        </p:txBody>
      </p:sp>
      <p:sp>
        <p:nvSpPr>
          <p:cNvPr id="66" name="TextBox 65">
            <a:extLst>
              <a:ext uri="{FF2B5EF4-FFF2-40B4-BE49-F238E27FC236}">
                <a16:creationId xmlns:a16="http://schemas.microsoft.com/office/drawing/2014/main" id="{5A15D0A9-31A0-8601-AB93-BF491FADCA41}"/>
              </a:ext>
            </a:extLst>
          </p:cNvPr>
          <p:cNvSpPr txBox="1"/>
          <p:nvPr/>
        </p:nvSpPr>
        <p:spPr>
          <a:xfrm>
            <a:off x="4354865" y="3880277"/>
            <a:ext cx="0" cy="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222188" indent="-223330" algn="l" defTabSz="1218956">
              <a:spcBef>
                <a:spcPts val="1450"/>
              </a:spcBef>
              <a:buSzPct val="100000"/>
              <a:buFontTx/>
              <a:buChar char="–"/>
            </a:pPr>
            <a:endParaRPr lang="en-US" sz="900" kern="0" dirty="0">
              <a:solidFill>
                <a:srgbClr val="000000"/>
              </a:solidFill>
              <a:ea typeface="+mj-ea"/>
              <a:cs typeface="+mj-cs"/>
              <a:sym typeface="IBM Plex Sans Light"/>
            </a:endParaRPr>
          </a:p>
        </p:txBody>
      </p:sp>
      <p:sp>
        <p:nvSpPr>
          <p:cNvPr id="71" name="TextBox 70">
            <a:extLst>
              <a:ext uri="{FF2B5EF4-FFF2-40B4-BE49-F238E27FC236}">
                <a16:creationId xmlns:a16="http://schemas.microsoft.com/office/drawing/2014/main" id="{AC95F22A-7EDB-1C56-79E8-EAA4B6349AB4}"/>
              </a:ext>
            </a:extLst>
          </p:cNvPr>
          <p:cNvSpPr txBox="1"/>
          <p:nvPr/>
        </p:nvSpPr>
        <p:spPr>
          <a:xfrm>
            <a:off x="612840" y="1122510"/>
            <a:ext cx="957130" cy="25887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algn="l" defTabSz="1218956">
              <a:spcBef>
                <a:spcPts val="1450"/>
              </a:spcBef>
              <a:buSzPct val="100000"/>
            </a:pPr>
            <a:r>
              <a:rPr lang="en-US" sz="1400" b="1" kern="0" dirty="0">
                <a:solidFill>
                  <a:srgbClr val="000000"/>
                </a:solidFill>
                <a:ea typeface="+mj-ea"/>
                <a:cs typeface="+mj-cs"/>
                <a:sym typeface="IBM Plex Sans Light"/>
              </a:rPr>
              <a:t>Start!</a:t>
            </a:r>
          </a:p>
        </p:txBody>
      </p:sp>
      <p:sp>
        <p:nvSpPr>
          <p:cNvPr id="72" name="TextBox 71">
            <a:extLst>
              <a:ext uri="{FF2B5EF4-FFF2-40B4-BE49-F238E27FC236}">
                <a16:creationId xmlns:a16="http://schemas.microsoft.com/office/drawing/2014/main" id="{1C49F2D5-4A1F-339C-40A6-3B3ACEBB2A66}"/>
              </a:ext>
            </a:extLst>
          </p:cNvPr>
          <p:cNvSpPr txBox="1"/>
          <p:nvPr/>
        </p:nvSpPr>
        <p:spPr>
          <a:xfrm>
            <a:off x="10555058" y="1122510"/>
            <a:ext cx="2064997" cy="2896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algn="l" defTabSz="1218956">
              <a:spcBef>
                <a:spcPts val="1450"/>
              </a:spcBef>
              <a:buSzPct val="100000"/>
            </a:pPr>
            <a:r>
              <a:rPr lang="en-US" sz="1400" b="1" kern="0" dirty="0">
                <a:solidFill>
                  <a:srgbClr val="000000"/>
                </a:solidFill>
                <a:ea typeface="+mj-ea"/>
                <a:cs typeface="+mj-cs"/>
                <a:sym typeface="IBM Plex Sans Light"/>
              </a:rPr>
              <a:t>Finish!</a:t>
            </a:r>
          </a:p>
        </p:txBody>
      </p:sp>
      <p:sp>
        <p:nvSpPr>
          <p:cNvPr id="2" name="Rectangle: Rounded Corners 5">
            <a:extLst>
              <a:ext uri="{FF2B5EF4-FFF2-40B4-BE49-F238E27FC236}">
                <a16:creationId xmlns:a16="http://schemas.microsoft.com/office/drawing/2014/main" id="{174D11DB-1282-C885-349E-77156D76B997}"/>
              </a:ext>
            </a:extLst>
          </p:cNvPr>
          <p:cNvSpPr/>
          <p:nvPr/>
        </p:nvSpPr>
        <p:spPr bwMode="auto">
          <a:xfrm>
            <a:off x="10833696" y="5257800"/>
            <a:ext cx="1358303" cy="1053942"/>
          </a:xfrm>
          <a:prstGeom prst="roundRect">
            <a:avLst/>
          </a:prstGeom>
          <a:solidFill>
            <a:schemeClr val="tx2">
              <a:lumMod val="50000"/>
              <a:lumOff val="50000"/>
            </a:schemeClr>
          </a:solidFill>
          <a:ln w="57150">
            <a:solidFill>
              <a:srgbClr val="525252"/>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600" dirty="0">
                <a:solidFill>
                  <a:schemeClr val="tx1"/>
                </a:solidFill>
              </a:rPr>
              <a:t>Researching Quantum Computing full time</a:t>
            </a:r>
            <a:endParaRPr lang="en-US" sz="1600" b="0" i="0" u="none" strike="noStrike" cap="none" normalizeH="0" baseline="0" dirty="0">
              <a:ln>
                <a:noFill/>
              </a:ln>
              <a:solidFill>
                <a:schemeClr val="tx1"/>
              </a:solidFill>
              <a:effectLst/>
              <a:latin typeface="+mn-lt"/>
            </a:endParaRPr>
          </a:p>
        </p:txBody>
      </p:sp>
    </p:spTree>
    <p:extLst>
      <p:ext uri="{BB962C8B-B14F-4D97-AF65-F5344CB8AC3E}">
        <p14:creationId xmlns:p14="http://schemas.microsoft.com/office/powerpoint/2010/main" val="3745694829"/>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BA7371A-13C4-0D3C-6C9C-0BA71A8A6045}"/>
            </a:ext>
          </a:extLst>
        </p:cNvPr>
        <p:cNvGrpSpPr/>
        <p:nvPr/>
      </p:nvGrpSpPr>
      <p:grpSpPr>
        <a:xfrm>
          <a:off x="0" y="0"/>
          <a:ext cx="0" cy="0"/>
          <a:chOff x="0" y="0"/>
          <a:chExt cx="0" cy="0"/>
        </a:xfrm>
      </p:grpSpPr>
      <p:graphicFrame>
        <p:nvGraphicFramePr>
          <p:cNvPr id="10" name="Content Placeholder 2">
            <a:extLst>
              <a:ext uri="{FF2B5EF4-FFF2-40B4-BE49-F238E27FC236}">
                <a16:creationId xmlns:a16="http://schemas.microsoft.com/office/drawing/2014/main" id="{3609F44D-1F66-9E5A-B377-7EE3E3678FA9}"/>
              </a:ext>
            </a:extLst>
          </p:cNvPr>
          <p:cNvGraphicFramePr>
            <a:graphicFrameLocks noGrp="1"/>
          </p:cNvGraphicFramePr>
          <p:nvPr>
            <p:ph sz="half" idx="1"/>
            <p:extLst>
              <p:ext uri="{D42A27DB-BD31-4B8C-83A1-F6EECF244321}">
                <p14:modId xmlns:p14="http://schemas.microsoft.com/office/powerpoint/2010/main" val="3688701126"/>
              </p:ext>
            </p:extLst>
          </p:nvPr>
        </p:nvGraphicFramePr>
        <p:xfrm>
          <a:off x="930876" y="2037806"/>
          <a:ext cx="10335350" cy="406643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27" name="Title 1">
            <a:extLst>
              <a:ext uri="{FF2B5EF4-FFF2-40B4-BE49-F238E27FC236}">
                <a16:creationId xmlns:a16="http://schemas.microsoft.com/office/drawing/2014/main" id="{36ABC797-326A-3771-7A5E-5B96AEEB98BC}"/>
              </a:ext>
            </a:extLst>
          </p:cNvPr>
          <p:cNvSpPr txBox="1">
            <a:spLocks/>
          </p:cNvSpPr>
          <p:nvPr/>
        </p:nvSpPr>
        <p:spPr>
          <a:xfrm>
            <a:off x="927652" y="1140356"/>
            <a:ext cx="9160475" cy="1132258"/>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Come prepared</a:t>
            </a:r>
          </a:p>
        </p:txBody>
      </p:sp>
      <p:sp>
        <p:nvSpPr>
          <p:cNvPr id="14" name="TextBox 13">
            <a:extLst>
              <a:ext uri="{FF2B5EF4-FFF2-40B4-BE49-F238E27FC236}">
                <a16:creationId xmlns:a16="http://schemas.microsoft.com/office/drawing/2014/main" id="{017BC689-A017-9A51-DDF3-A6B059296218}"/>
              </a:ext>
            </a:extLst>
          </p:cNvPr>
          <p:cNvSpPr txBox="1"/>
          <p:nvPr/>
        </p:nvSpPr>
        <p:spPr>
          <a:xfrm>
            <a:off x="594966" y="5571707"/>
            <a:ext cx="3642138" cy="1200329"/>
          </a:xfrm>
          <a:prstGeom prst="rect">
            <a:avLst/>
          </a:prstGeom>
          <a:solidFill>
            <a:schemeClr val="accent5">
              <a:lumMod val="20000"/>
              <a:lumOff val="80000"/>
            </a:schemeClr>
          </a:solidFill>
          <a:ln>
            <a:solidFill>
              <a:schemeClr val="accent1">
                <a:lumMod val="50000"/>
              </a:schemeClr>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dirty="0">
                <a:solidFill>
                  <a:schemeClr val="accent5"/>
                </a:solidFill>
              </a:rPr>
              <a:t>Example: </a:t>
            </a:r>
            <a:endParaRPr lang="en-US">
              <a:solidFill>
                <a:schemeClr val="accent5"/>
              </a:solidFill>
            </a:endParaRPr>
          </a:p>
          <a:p>
            <a:r>
              <a:rPr lang="en-US" sz="3600" dirty="0">
                <a:solidFill>
                  <a:schemeClr val="accent5"/>
                </a:solidFill>
              </a:rPr>
              <a:t>SIAM conference</a:t>
            </a:r>
            <a:endParaRPr lang="en-US" dirty="0">
              <a:solidFill>
                <a:schemeClr val="accent5"/>
              </a:solidFill>
            </a:endParaRPr>
          </a:p>
        </p:txBody>
      </p:sp>
    </p:spTree>
    <p:extLst>
      <p:ext uri="{BB962C8B-B14F-4D97-AF65-F5344CB8AC3E}">
        <p14:creationId xmlns:p14="http://schemas.microsoft.com/office/powerpoint/2010/main" val="9175435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825E5-B83D-EB88-B20A-1F49B5AC0054}"/>
            </a:ext>
          </a:extLst>
        </p:cNvPr>
        <p:cNvGrpSpPr/>
        <p:nvPr/>
      </p:nvGrpSpPr>
      <p:grpSpPr>
        <a:xfrm>
          <a:off x="0" y="0"/>
          <a:ext cx="0" cy="0"/>
          <a:chOff x="0" y="0"/>
          <a:chExt cx="0" cy="0"/>
        </a:xfrm>
      </p:grpSpPr>
      <p:grpSp>
        <p:nvGrpSpPr>
          <p:cNvPr id="27" name="Group 26">
            <a:extLst>
              <a:ext uri="{FF2B5EF4-FFF2-40B4-BE49-F238E27FC236}">
                <a16:creationId xmlns:a16="http://schemas.microsoft.com/office/drawing/2014/main" id="{B703F783-BEB8-2AEF-3013-AB4A9EAE7F92}"/>
              </a:ext>
            </a:extLst>
          </p:cNvPr>
          <p:cNvGrpSpPr/>
          <p:nvPr/>
        </p:nvGrpSpPr>
        <p:grpSpPr>
          <a:xfrm>
            <a:off x="381708" y="1447548"/>
            <a:ext cx="10451988" cy="5273764"/>
            <a:chOff x="542267" y="2255330"/>
            <a:chExt cx="20906698" cy="10548901"/>
          </a:xfrm>
        </p:grpSpPr>
        <p:sp>
          <p:nvSpPr>
            <p:cNvPr id="6" name="TextBox 19">
              <a:extLst>
                <a:ext uri="{FF2B5EF4-FFF2-40B4-BE49-F238E27FC236}">
                  <a16:creationId xmlns:a16="http://schemas.microsoft.com/office/drawing/2014/main" id="{9D996BC9-C44C-B8A8-7C70-52354712082B}"/>
                </a:ext>
              </a:extLst>
            </p:cNvPr>
            <p:cNvSpPr txBox="1"/>
            <p:nvPr/>
          </p:nvSpPr>
          <p:spPr>
            <a:xfrm>
              <a:off x="729393" y="2306161"/>
              <a:ext cx="1674654" cy="327603"/>
            </a:xfrm>
            <a:prstGeom prst="rect">
              <a:avLst/>
            </a:prstGeom>
            <a:ln w="12700">
              <a:miter lim="400000"/>
            </a:ln>
            <a:extLst>
              <a:ext uri="{C572A759-6A51-4108-AA02-DFA0A04FC94B}">
                <ma14:wrappingTextBoxFlag xmlns:lc="http://schemas.openxmlformats.org/drawingml/2006/lockedCanvas" xmlns="" xmlns:m="http://schemas.openxmlformats.org/officeDocument/2006/math" xmlns:a14="http://schemas.microsoft.com/office/drawing/2010/main" xmlns:ma14="http://schemas.microsoft.com/office/mac/drawingml/2011/main" val="1"/>
              </a:ext>
            </a:extLst>
          </p:spPr>
          <p:txBody>
            <a:bodyPr wrap="square" lIns="0" tIns="0" rIns="0" bIns="0" rtlCol="0" anchor="t">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lang="en-US" sz="1400" kern="0" dirty="0">
                  <a:solidFill>
                    <a:srgbClr val="000000"/>
                  </a:solidFill>
                  <a:latin typeface="IBM Plex Sans"/>
                  <a:sym typeface="IBM Plex Sans Light"/>
                </a:rPr>
                <a:t>May 2023</a:t>
              </a:r>
              <a:endParaRPr lang="en-US" sz="1400" b="0" i="0" u="none" strike="noStrike" kern="0" cap="none" spc="0" normalizeH="0" baseline="0" noProof="0" dirty="0">
                <a:ln>
                  <a:noFill/>
                </a:ln>
                <a:solidFill>
                  <a:srgbClr val="000000"/>
                </a:solidFill>
                <a:effectLst/>
                <a:uLnTx/>
                <a:uFillTx/>
                <a:latin typeface="IBM Plex Sans"/>
              </a:endParaRPr>
            </a:p>
          </p:txBody>
        </p:sp>
        <p:sp>
          <p:nvSpPr>
            <p:cNvPr id="7" name="TextBox 20">
              <a:extLst>
                <a:ext uri="{FF2B5EF4-FFF2-40B4-BE49-F238E27FC236}">
                  <a16:creationId xmlns:a16="http://schemas.microsoft.com/office/drawing/2014/main" id="{AA56CFB8-5305-319C-94EA-46A700132663}"/>
                </a:ext>
              </a:extLst>
            </p:cNvPr>
            <p:cNvSpPr txBox="1"/>
            <p:nvPr/>
          </p:nvSpPr>
          <p:spPr>
            <a:xfrm>
              <a:off x="5453438" y="2255330"/>
              <a:ext cx="1653479" cy="475786"/>
            </a:xfrm>
            <a:prstGeom prst="rect">
              <a:avLst/>
            </a:prstGeom>
            <a:ln w="12700">
              <a:miter lim="400000"/>
            </a:ln>
            <a:extLst>
              <a:ext uri="{C572A759-6A51-4108-AA02-DFA0A04FC94B}">
                <ma14:wrappingTextBoxFlag xmlns:lc="http://schemas.openxmlformats.org/drawingml/2006/lockedCanvas" xmlns="" xmlns:m="http://schemas.openxmlformats.org/officeDocument/2006/math" xmlns:a14="http://schemas.microsoft.com/office/drawing/2010/main" xmlns:ma14="http://schemas.microsoft.com/office/mac/drawingml/2011/main" val="1"/>
              </a:ext>
            </a:extLst>
          </p:spPr>
          <p:txBody>
            <a:bodyPr wrap="square" lIns="0" tIns="0" rIns="0" bIns="0" rtlCol="0" anchor="t">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lang="en-US" sz="1400" kern="0" dirty="0">
                  <a:solidFill>
                    <a:srgbClr val="000000"/>
                  </a:solidFill>
                  <a:latin typeface="IBM Plex Sans"/>
                  <a:sym typeface="IBM Plex Sans Light"/>
                </a:rPr>
                <a:t>Nov 2023</a:t>
              </a:r>
              <a:endParaRPr lang="en-US" sz="1400" b="0" i="0" u="none" strike="noStrike" kern="0" cap="none" spc="0" normalizeH="0" baseline="0" noProof="0" dirty="0">
                <a:ln>
                  <a:noFill/>
                </a:ln>
                <a:solidFill>
                  <a:srgbClr val="000000"/>
                </a:solidFill>
                <a:effectLst/>
                <a:uLnTx/>
                <a:uFillTx/>
                <a:latin typeface="IBM Plex Sans"/>
              </a:endParaRPr>
            </a:p>
          </p:txBody>
        </p:sp>
        <p:sp>
          <p:nvSpPr>
            <p:cNvPr id="8" name="TextBox 24">
              <a:extLst>
                <a:ext uri="{FF2B5EF4-FFF2-40B4-BE49-F238E27FC236}">
                  <a16:creationId xmlns:a16="http://schemas.microsoft.com/office/drawing/2014/main" id="{296420E7-B175-1678-1FF2-60AE40650AE4}"/>
                </a:ext>
              </a:extLst>
            </p:cNvPr>
            <p:cNvSpPr txBox="1"/>
            <p:nvPr/>
          </p:nvSpPr>
          <p:spPr>
            <a:xfrm>
              <a:off x="9805463" y="2286609"/>
              <a:ext cx="1611142" cy="444508"/>
            </a:xfrm>
            <a:prstGeom prst="rect">
              <a:avLst/>
            </a:prstGeom>
            <a:ln w="12700">
              <a:miter lim="400000"/>
            </a:ln>
            <a:extLst>
              <a:ext uri="{C572A759-6A51-4108-AA02-DFA0A04FC94B}">
                <ma14:wrappingTextBoxFlag xmlns:lc="http://schemas.openxmlformats.org/drawingml/2006/lockedCanvas" xmlns="" xmlns:m="http://schemas.openxmlformats.org/officeDocument/2006/math" xmlns:a14="http://schemas.microsoft.com/office/drawing/2010/main" xmlns:ma14="http://schemas.microsoft.com/office/mac/drawingml/2011/main" val="1"/>
              </a:ext>
            </a:extLst>
          </p:spPr>
          <p:txBody>
            <a:bodyPr wrap="square" lIns="0" tIns="0" rIns="0" bIns="0" rtlCol="0" anchor="t">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kumimoji="0" lang="en-US" sz="1400" b="0" i="0" u="none" strike="noStrike" kern="0" cap="none" spc="0" normalizeH="0" baseline="0" noProof="0" dirty="0">
                  <a:ln>
                    <a:noFill/>
                  </a:ln>
                  <a:solidFill>
                    <a:srgbClr val="000000"/>
                  </a:solidFill>
                  <a:effectLst/>
                  <a:uLnTx/>
                  <a:uFillTx/>
                  <a:latin typeface="IBM Plex Sans"/>
                  <a:sym typeface="IBM Plex Sans Light"/>
                </a:rPr>
                <a:t>May 2024</a:t>
              </a:r>
              <a:endParaRPr lang="en-US" sz="1400" b="0" i="0" u="none" strike="noStrike" kern="0" cap="none" spc="0" normalizeH="0" baseline="0" noProof="0" dirty="0">
                <a:ln>
                  <a:noFill/>
                </a:ln>
                <a:solidFill>
                  <a:srgbClr val="000000"/>
                </a:solidFill>
                <a:effectLst/>
                <a:uLnTx/>
                <a:uFillTx/>
                <a:latin typeface="IBM Plex Sans"/>
              </a:endParaRPr>
            </a:p>
          </p:txBody>
        </p:sp>
        <p:sp>
          <p:nvSpPr>
            <p:cNvPr id="9" name="TextBox 28">
              <a:extLst>
                <a:ext uri="{FF2B5EF4-FFF2-40B4-BE49-F238E27FC236}">
                  <a16:creationId xmlns:a16="http://schemas.microsoft.com/office/drawing/2014/main" id="{45090858-90BF-2C18-FBD1-C12A44173BDE}"/>
                </a:ext>
              </a:extLst>
            </p:cNvPr>
            <p:cNvSpPr txBox="1"/>
            <p:nvPr/>
          </p:nvSpPr>
          <p:spPr>
            <a:xfrm>
              <a:off x="14185123" y="2286610"/>
              <a:ext cx="1568802" cy="592691"/>
            </a:xfrm>
            <a:prstGeom prst="rect">
              <a:avLst/>
            </a:prstGeom>
            <a:ln w="12700">
              <a:miter lim="400000"/>
            </a:ln>
            <a:extLst>
              <a:ext uri="{C572A759-6A51-4108-AA02-DFA0A04FC94B}">
                <ma14:wrappingTextBoxFlag xmlns:lc="http://schemas.openxmlformats.org/drawingml/2006/lockedCanvas" xmlns="" xmlns:m="http://schemas.openxmlformats.org/officeDocument/2006/math" xmlns:a14="http://schemas.microsoft.com/office/drawing/2010/main" xmlns:ma14="http://schemas.microsoft.com/office/mac/drawingml/2011/main" val="1"/>
              </a:ext>
            </a:extLst>
          </p:spPr>
          <p:txBody>
            <a:bodyPr wrap="square" lIns="0" tIns="0" rIns="0" bIns="0" rtlCol="0" anchor="t">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kumimoji="0" lang="en-US" sz="1400" b="0" i="0" u="none" strike="noStrike" kern="0" cap="none" spc="0" normalizeH="0" baseline="0" noProof="0" dirty="0">
                  <a:ln>
                    <a:noFill/>
                  </a:ln>
                  <a:solidFill>
                    <a:srgbClr val="000000"/>
                  </a:solidFill>
                  <a:effectLst/>
                  <a:uLnTx/>
                  <a:uFillTx/>
                  <a:latin typeface="IBM Plex Sans"/>
                  <a:sym typeface="IBM Plex Sans Light"/>
                </a:rPr>
                <a:t>Nov 2024</a:t>
              </a:r>
              <a:endParaRPr lang="en-US" sz="1400" b="0" i="0" u="none" strike="noStrike" kern="0" cap="none" spc="0" normalizeH="0" baseline="0" noProof="0" dirty="0">
                <a:ln>
                  <a:noFill/>
                </a:ln>
                <a:solidFill>
                  <a:srgbClr val="000000"/>
                </a:solidFill>
                <a:effectLst/>
                <a:uLnTx/>
                <a:uFillTx/>
                <a:latin typeface="IBM Plex Sans"/>
              </a:endParaRPr>
            </a:p>
          </p:txBody>
        </p:sp>
        <p:sp>
          <p:nvSpPr>
            <p:cNvPr id="10" name="TextBox 13">
              <a:extLst>
                <a:ext uri="{FF2B5EF4-FFF2-40B4-BE49-F238E27FC236}">
                  <a16:creationId xmlns:a16="http://schemas.microsoft.com/office/drawing/2014/main" id="{137A636C-2BB0-F255-BA61-EB358659D9E9}"/>
                </a:ext>
              </a:extLst>
            </p:cNvPr>
            <p:cNvSpPr txBox="1"/>
            <p:nvPr/>
          </p:nvSpPr>
          <p:spPr>
            <a:xfrm>
              <a:off x="18674786" y="2311498"/>
              <a:ext cx="2002209" cy="539294"/>
            </a:xfrm>
            <a:prstGeom prst="rect">
              <a:avLst/>
            </a:prstGeom>
            <a:ln w="12700">
              <a:miter lim="400000"/>
            </a:ln>
            <a:extLst>
              <a:ext uri="{C572A759-6A51-4108-AA02-DFA0A04FC94B}">
                <ma14:wrappingTextBoxFlag xmlns:lc="http://schemas.openxmlformats.org/drawingml/2006/lockedCanvas" xmlns="" xmlns:m="http://schemas.openxmlformats.org/officeDocument/2006/math" xmlns:a14="http://schemas.microsoft.com/office/drawing/2010/main" xmlns:ma14="http://schemas.microsoft.com/office/mac/drawingml/2011/main" val="1"/>
              </a:ext>
            </a:extLst>
          </p:spPr>
          <p:txBody>
            <a:bodyPr wrap="square" lIns="0" tIns="0" rIns="0" bIns="0" rtlCol="0" anchor="t">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kumimoji="0" lang="en-US" sz="1400" b="0" i="0" u="none" strike="noStrike" kern="0" cap="none" spc="0" normalizeH="0" baseline="0" noProof="0" dirty="0">
                  <a:ln>
                    <a:noFill/>
                  </a:ln>
                  <a:solidFill>
                    <a:srgbClr val="000000"/>
                  </a:solidFill>
                  <a:effectLst/>
                  <a:uLnTx/>
                  <a:uFillTx/>
                  <a:latin typeface="IBM Plex Sans"/>
                  <a:sym typeface="IBM Plex Sans Light"/>
                </a:rPr>
                <a:t>May 2025</a:t>
              </a:r>
              <a:endParaRPr lang="en-US" sz="1400" b="0" i="0" u="none" strike="noStrike" kern="0" cap="none" spc="0" normalizeH="0" baseline="0" noProof="0" dirty="0">
                <a:ln>
                  <a:noFill/>
                </a:ln>
                <a:solidFill>
                  <a:srgbClr val="000000"/>
                </a:solidFill>
                <a:effectLst/>
                <a:uLnTx/>
                <a:uFillTx/>
                <a:latin typeface="IBM Plex Sans"/>
              </a:endParaRPr>
            </a:p>
          </p:txBody>
        </p:sp>
        <p:sp>
          <p:nvSpPr>
            <p:cNvPr id="11" name="TextBox 34">
              <a:extLst>
                <a:ext uri="{FF2B5EF4-FFF2-40B4-BE49-F238E27FC236}">
                  <a16:creationId xmlns:a16="http://schemas.microsoft.com/office/drawing/2014/main" id="{84376A2D-F8AE-B273-E1E1-07F1ECA13291}"/>
                </a:ext>
              </a:extLst>
            </p:cNvPr>
            <p:cNvSpPr txBox="1"/>
            <p:nvPr/>
          </p:nvSpPr>
          <p:spPr>
            <a:xfrm rot="16200000">
              <a:off x="-252778" y="7478913"/>
              <a:ext cx="2688810" cy="1098719"/>
            </a:xfrm>
            <a:prstGeom prst="rect">
              <a:avLst/>
            </a:prstGeom>
            <a:ln w="12700">
              <a:miter lim="400000"/>
            </a:ln>
            <a:extLst>
              <a:ext uri="{C572A759-6A51-4108-AA02-DFA0A04FC94B}">
                <ma14:wrappingTextBoxFlag xmlns:lc="http://schemas.openxmlformats.org/drawingml/2006/lockedCanvas"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algn="ctr" defTabSz="1218956">
                <a:spcBef>
                  <a:spcPts val="1450"/>
                </a:spcBef>
                <a:buSzPct val="100000"/>
              </a:pPr>
              <a:r>
                <a:rPr lang="en-US" sz="1400" b="1" kern="0" dirty="0">
                  <a:solidFill>
                    <a:srgbClr val="000000"/>
                  </a:solidFill>
                  <a:ea typeface="+mj-ea"/>
                  <a:cs typeface="+mj-cs"/>
                  <a:sym typeface="IBM Plex Sans Light"/>
                </a:rPr>
                <a:t>Milestones</a:t>
              </a:r>
              <a:endParaRPr lang="en-US" sz="1400" kern="0" dirty="0">
                <a:solidFill>
                  <a:srgbClr val="000000"/>
                </a:solidFill>
                <a:ea typeface="+mj-ea"/>
                <a:cs typeface="+mj-cs"/>
                <a:sym typeface="IBM Plex Sans Light"/>
              </a:endParaRPr>
            </a:p>
          </p:txBody>
        </p:sp>
        <p:grpSp>
          <p:nvGrpSpPr>
            <p:cNvPr id="12" name="Group 11">
              <a:extLst>
                <a:ext uri="{FF2B5EF4-FFF2-40B4-BE49-F238E27FC236}">
                  <a16:creationId xmlns:a16="http://schemas.microsoft.com/office/drawing/2014/main" id="{240E1A97-0DEC-3F86-AFC6-2ADE295B0375}"/>
                </a:ext>
              </a:extLst>
            </p:cNvPr>
            <p:cNvGrpSpPr/>
            <p:nvPr/>
          </p:nvGrpSpPr>
          <p:grpSpPr>
            <a:xfrm>
              <a:off x="1369154" y="2799065"/>
              <a:ext cx="20079811" cy="10005166"/>
              <a:chOff x="1369154" y="2799067"/>
              <a:chExt cx="20079811" cy="8747008"/>
            </a:xfrm>
          </p:grpSpPr>
          <p:cxnSp>
            <p:nvCxnSpPr>
              <p:cNvPr id="17" name="Straight Connector 16">
                <a:extLst>
                  <a:ext uri="{FF2B5EF4-FFF2-40B4-BE49-F238E27FC236}">
                    <a16:creationId xmlns:a16="http://schemas.microsoft.com/office/drawing/2014/main" id="{9B20140C-C0C1-30DD-1163-9BF8DA4D44DA}"/>
                  </a:ext>
                </a:extLst>
              </p:cNvPr>
              <p:cNvCxnSpPr>
                <a:cxnSpLocks/>
              </p:cNvCxnSpPr>
              <p:nvPr/>
            </p:nvCxnSpPr>
            <p:spPr bwMode="auto">
              <a:xfrm>
                <a:off x="1369154" y="2822944"/>
                <a:ext cx="0" cy="8628788"/>
              </a:xfrm>
              <a:prstGeom prst="line">
                <a:avLst/>
              </a:prstGeom>
              <a:ln w="12700">
                <a:solidFill>
                  <a:srgbClr val="8D8D8D"/>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2D329B20-B8C2-788D-CCDF-F82A7609EFB5}"/>
                  </a:ext>
                </a:extLst>
              </p:cNvPr>
              <p:cNvCxnSpPr>
                <a:cxnSpLocks/>
              </p:cNvCxnSpPr>
              <p:nvPr/>
            </p:nvCxnSpPr>
            <p:spPr bwMode="auto">
              <a:xfrm>
                <a:off x="3587217" y="2822944"/>
                <a:ext cx="0" cy="8628788"/>
              </a:xfrm>
              <a:prstGeom prst="line">
                <a:avLst/>
              </a:prstGeom>
              <a:ln w="12700">
                <a:solidFill>
                  <a:srgbClr val="C6C6C6"/>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AF8268A8-5387-0425-BB16-80B13A1A90AF}"/>
                  </a:ext>
                </a:extLst>
              </p:cNvPr>
              <p:cNvCxnSpPr>
                <a:cxnSpLocks/>
              </p:cNvCxnSpPr>
              <p:nvPr/>
            </p:nvCxnSpPr>
            <p:spPr bwMode="auto">
              <a:xfrm>
                <a:off x="5805280" y="2822944"/>
                <a:ext cx="0" cy="8628788"/>
              </a:xfrm>
              <a:prstGeom prst="line">
                <a:avLst/>
              </a:prstGeom>
              <a:ln w="12700">
                <a:solidFill>
                  <a:srgbClr val="8D8D8D"/>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0" name="Straight Connector 19">
                <a:extLst>
                  <a:ext uri="{FF2B5EF4-FFF2-40B4-BE49-F238E27FC236}">
                    <a16:creationId xmlns:a16="http://schemas.microsoft.com/office/drawing/2014/main" id="{AEE1B1D5-262D-FC82-292A-8803645DA782}"/>
                  </a:ext>
                </a:extLst>
              </p:cNvPr>
              <p:cNvCxnSpPr>
                <a:cxnSpLocks/>
              </p:cNvCxnSpPr>
              <p:nvPr/>
            </p:nvCxnSpPr>
            <p:spPr bwMode="auto">
              <a:xfrm>
                <a:off x="8051554" y="2822944"/>
                <a:ext cx="0" cy="8628788"/>
              </a:xfrm>
              <a:prstGeom prst="line">
                <a:avLst/>
              </a:prstGeom>
              <a:ln w="12700">
                <a:solidFill>
                  <a:srgbClr val="C6C6C6"/>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6905E66E-D463-B3A7-D181-4CD96356AB57}"/>
                  </a:ext>
                </a:extLst>
              </p:cNvPr>
              <p:cNvCxnSpPr>
                <a:cxnSpLocks/>
              </p:cNvCxnSpPr>
              <p:nvPr/>
            </p:nvCxnSpPr>
            <p:spPr bwMode="auto">
              <a:xfrm>
                <a:off x="10269617" y="2822944"/>
                <a:ext cx="0" cy="8628788"/>
              </a:xfrm>
              <a:prstGeom prst="line">
                <a:avLst/>
              </a:prstGeom>
              <a:ln w="12700">
                <a:solidFill>
                  <a:srgbClr val="8D8D8D"/>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2" name="Straight Connector 21">
                <a:extLst>
                  <a:ext uri="{FF2B5EF4-FFF2-40B4-BE49-F238E27FC236}">
                    <a16:creationId xmlns:a16="http://schemas.microsoft.com/office/drawing/2014/main" id="{0DC47D18-FC2D-3985-7425-E0EE1E6EBBB5}"/>
                  </a:ext>
                </a:extLst>
              </p:cNvPr>
              <p:cNvCxnSpPr>
                <a:cxnSpLocks/>
              </p:cNvCxnSpPr>
              <p:nvPr/>
            </p:nvCxnSpPr>
            <p:spPr bwMode="auto">
              <a:xfrm>
                <a:off x="12501785" y="2822944"/>
                <a:ext cx="0" cy="8628788"/>
              </a:xfrm>
              <a:prstGeom prst="line">
                <a:avLst/>
              </a:prstGeom>
              <a:ln w="12700">
                <a:solidFill>
                  <a:srgbClr val="C6C6C6"/>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553297A1-4A27-948A-63EB-B55A4D1C3F26}"/>
                  </a:ext>
                </a:extLst>
              </p:cNvPr>
              <p:cNvCxnSpPr>
                <a:cxnSpLocks/>
              </p:cNvCxnSpPr>
              <p:nvPr/>
            </p:nvCxnSpPr>
            <p:spPr bwMode="auto">
              <a:xfrm>
                <a:off x="14733953" y="2822944"/>
                <a:ext cx="0" cy="8628788"/>
              </a:xfrm>
              <a:prstGeom prst="line">
                <a:avLst/>
              </a:prstGeom>
              <a:ln w="12700">
                <a:solidFill>
                  <a:srgbClr val="8D8D8D"/>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4" name="Straight Connector 23">
                <a:extLst>
                  <a:ext uri="{FF2B5EF4-FFF2-40B4-BE49-F238E27FC236}">
                    <a16:creationId xmlns:a16="http://schemas.microsoft.com/office/drawing/2014/main" id="{97B4CEE3-C6C6-506E-63B8-2E66FF97A714}"/>
                  </a:ext>
                </a:extLst>
              </p:cNvPr>
              <p:cNvCxnSpPr>
                <a:cxnSpLocks/>
              </p:cNvCxnSpPr>
              <p:nvPr/>
            </p:nvCxnSpPr>
            <p:spPr bwMode="auto">
              <a:xfrm>
                <a:off x="16965137" y="2822944"/>
                <a:ext cx="0" cy="8723131"/>
              </a:xfrm>
              <a:prstGeom prst="line">
                <a:avLst/>
              </a:prstGeom>
              <a:ln w="12700">
                <a:solidFill>
                  <a:srgbClr val="C6C6C6"/>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5" name="Straight Connector 24">
                <a:extLst>
                  <a:ext uri="{FF2B5EF4-FFF2-40B4-BE49-F238E27FC236}">
                    <a16:creationId xmlns:a16="http://schemas.microsoft.com/office/drawing/2014/main" id="{27B7690E-0B97-B8A2-77F5-E32E95D7C610}"/>
                  </a:ext>
                </a:extLst>
              </p:cNvPr>
              <p:cNvCxnSpPr>
                <a:cxnSpLocks/>
              </p:cNvCxnSpPr>
              <p:nvPr/>
            </p:nvCxnSpPr>
            <p:spPr bwMode="auto">
              <a:xfrm>
                <a:off x="19202691" y="2799067"/>
                <a:ext cx="0" cy="8628788"/>
              </a:xfrm>
              <a:prstGeom prst="line">
                <a:avLst/>
              </a:prstGeom>
              <a:ln w="12700">
                <a:solidFill>
                  <a:srgbClr val="8D8D8D"/>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6" name="Straight Connector 25">
                <a:extLst>
                  <a:ext uri="{FF2B5EF4-FFF2-40B4-BE49-F238E27FC236}">
                    <a16:creationId xmlns:a16="http://schemas.microsoft.com/office/drawing/2014/main" id="{F83C5840-519B-89B2-9EBE-38AAB0CF28AD}"/>
                  </a:ext>
                </a:extLst>
              </p:cNvPr>
              <p:cNvCxnSpPr>
                <a:cxnSpLocks/>
              </p:cNvCxnSpPr>
              <p:nvPr/>
            </p:nvCxnSpPr>
            <p:spPr bwMode="auto">
              <a:xfrm>
                <a:off x="21448965" y="2799067"/>
                <a:ext cx="0" cy="8628788"/>
              </a:xfrm>
              <a:prstGeom prst="line">
                <a:avLst/>
              </a:prstGeom>
              <a:ln w="12700">
                <a:solidFill>
                  <a:srgbClr val="8D8D8D"/>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grpSp>
        <p:grpSp>
          <p:nvGrpSpPr>
            <p:cNvPr id="13" name="Group 12">
              <a:extLst>
                <a:ext uri="{FF2B5EF4-FFF2-40B4-BE49-F238E27FC236}">
                  <a16:creationId xmlns:a16="http://schemas.microsoft.com/office/drawing/2014/main" id="{DD353842-7D81-F3A6-1680-6DF7081F7CF6}"/>
                </a:ext>
              </a:extLst>
            </p:cNvPr>
            <p:cNvGrpSpPr/>
            <p:nvPr/>
          </p:nvGrpSpPr>
          <p:grpSpPr>
            <a:xfrm>
              <a:off x="1510181" y="2764070"/>
              <a:ext cx="19820494" cy="689205"/>
              <a:chOff x="1510181" y="2764070"/>
              <a:chExt cx="19820494" cy="689205"/>
            </a:xfrm>
          </p:grpSpPr>
          <p:sp>
            <p:nvSpPr>
              <p:cNvPr id="14" name="Rounded Rectangle 9">
                <a:extLst>
                  <a:ext uri="{FF2B5EF4-FFF2-40B4-BE49-F238E27FC236}">
                    <a16:creationId xmlns:a16="http://schemas.microsoft.com/office/drawing/2014/main" id="{E466B6D5-F0A6-FD1E-4C7C-682DFBC758C2}"/>
                  </a:ext>
                </a:extLst>
              </p:cNvPr>
              <p:cNvSpPr/>
              <p:nvPr/>
            </p:nvSpPr>
            <p:spPr bwMode="auto">
              <a:xfrm>
                <a:off x="1510181" y="2764070"/>
                <a:ext cx="4169167" cy="643783"/>
              </a:xfrm>
              <a:prstGeom prst="roundRect">
                <a:avLst/>
              </a:prstGeom>
              <a:solidFill>
                <a:schemeClr val="bg1">
                  <a:lumMod val="95000"/>
                </a:schemeClr>
              </a:solidFill>
              <a:ln w="19050">
                <a:solidFill>
                  <a:schemeClr val="bg1">
                    <a:lumMod val="95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ctr"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ctr" defTabSz="457109" rtl="0" eaLnBrk="1" fontAlgn="base" latinLnBrk="0" hangingPunct="1">
                  <a:lnSpc>
                    <a:spcPct val="100000"/>
                  </a:lnSpc>
                  <a:spcBef>
                    <a:spcPct val="0"/>
                  </a:spcBef>
                  <a:spcAft>
                    <a:spcPct val="0"/>
                  </a:spcAft>
                  <a:buClrTx/>
                  <a:buSzTx/>
                  <a:buFont typeface="IBM Plex Sans Light"/>
                  <a:buNone/>
                  <a:tabLst/>
                  <a:defRPr/>
                </a:pPr>
                <a:r>
                  <a:rPr lang="en-US" sz="1600" dirty="0">
                    <a:solidFill>
                      <a:schemeClr val="tx1"/>
                    </a:solidFill>
                    <a:latin typeface="IBM Plex Sans Thin" panose="020B0203050203000203" pitchFamily="34" charset="0"/>
                  </a:rPr>
                  <a:t>6 months</a:t>
                </a:r>
                <a:endParaRPr kumimoji="0" lang="en-US" sz="1600" u="none" strike="noStrike" kern="1200" cap="none" spc="0" normalizeH="0" baseline="0" noProof="0" dirty="0">
                  <a:ln>
                    <a:noFill/>
                  </a:ln>
                  <a:solidFill>
                    <a:schemeClr val="tx1"/>
                  </a:solidFill>
                  <a:effectLst/>
                  <a:uLnTx/>
                  <a:uFillTx/>
                  <a:latin typeface="IBM Plex Sans Thin" panose="020B0203050203000203" pitchFamily="34" charset="0"/>
                </a:endParaRPr>
              </a:p>
            </p:txBody>
          </p:sp>
          <p:sp>
            <p:nvSpPr>
              <p:cNvPr id="15" name="Rounded Rectangle 18">
                <a:extLst>
                  <a:ext uri="{FF2B5EF4-FFF2-40B4-BE49-F238E27FC236}">
                    <a16:creationId xmlns:a16="http://schemas.microsoft.com/office/drawing/2014/main" id="{F02A21B9-A6E2-1365-E80D-C852C089EDB6}"/>
                  </a:ext>
                </a:extLst>
              </p:cNvPr>
              <p:cNvSpPr/>
              <p:nvPr/>
            </p:nvSpPr>
            <p:spPr bwMode="auto">
              <a:xfrm>
                <a:off x="5931213" y="2764070"/>
                <a:ext cx="8661714" cy="643785"/>
              </a:xfrm>
              <a:prstGeom prst="roundRect">
                <a:avLst/>
              </a:prstGeom>
              <a:solidFill>
                <a:schemeClr val="bg1">
                  <a:lumMod val="95000"/>
                </a:schemeClr>
              </a:solidFill>
              <a:ln w="19050">
                <a:solidFill>
                  <a:schemeClr val="bg1">
                    <a:lumMod val="95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ctr"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ctr" defTabSz="457109" rtl="0" eaLnBrk="1" fontAlgn="base" latinLnBrk="0" hangingPunct="1">
                  <a:lnSpc>
                    <a:spcPct val="100000"/>
                  </a:lnSpc>
                  <a:spcBef>
                    <a:spcPct val="0"/>
                  </a:spcBef>
                  <a:spcAft>
                    <a:spcPct val="0"/>
                  </a:spcAft>
                  <a:buClrTx/>
                  <a:buSzTx/>
                  <a:buFont typeface="IBM Plex Sans Light"/>
                  <a:buNone/>
                  <a:tabLst/>
                  <a:defRPr/>
                </a:pPr>
                <a:r>
                  <a:rPr lang="en-US" sz="1400" dirty="0">
                    <a:solidFill>
                      <a:schemeClr val="tx1"/>
                    </a:solidFill>
                    <a:latin typeface="IBM Plex Sans Thin" panose="020B0203050203000203" pitchFamily="34" charset="0"/>
                  </a:rPr>
                  <a:t>1.5 years</a:t>
                </a:r>
                <a:endParaRPr kumimoji="0" lang="en-US" sz="1400" u="none" strike="noStrike" kern="1200" cap="none" spc="0" normalizeH="0" baseline="0" noProof="0" dirty="0">
                  <a:ln>
                    <a:noFill/>
                  </a:ln>
                  <a:solidFill>
                    <a:schemeClr val="tx1"/>
                  </a:solidFill>
                  <a:effectLst/>
                  <a:uLnTx/>
                  <a:uFillTx/>
                  <a:latin typeface="IBM Plex Sans Thin" panose="020B0203050203000203" pitchFamily="34" charset="0"/>
                </a:endParaRPr>
              </a:p>
            </p:txBody>
          </p:sp>
          <p:sp>
            <p:nvSpPr>
              <p:cNvPr id="16" name="Rounded Rectangle 21">
                <a:extLst>
                  <a:ext uri="{FF2B5EF4-FFF2-40B4-BE49-F238E27FC236}">
                    <a16:creationId xmlns:a16="http://schemas.microsoft.com/office/drawing/2014/main" id="{190AF23F-5C48-2F63-B394-86CE0A6DF9FB}"/>
                  </a:ext>
                </a:extLst>
              </p:cNvPr>
              <p:cNvSpPr/>
              <p:nvPr/>
            </p:nvSpPr>
            <p:spPr bwMode="auto">
              <a:xfrm>
                <a:off x="14866351" y="2809480"/>
                <a:ext cx="6464324" cy="643795"/>
              </a:xfrm>
              <a:prstGeom prst="roundRect">
                <a:avLst/>
              </a:prstGeom>
              <a:solidFill>
                <a:schemeClr val="bg1">
                  <a:lumMod val="95000"/>
                </a:schemeClr>
              </a:solidFill>
              <a:ln w="19050">
                <a:solidFill>
                  <a:schemeClr val="bg1">
                    <a:lumMod val="95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ctr"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ctr" defTabSz="457109" rtl="0" eaLnBrk="1" fontAlgn="base" latinLnBrk="0" hangingPunct="1">
                  <a:lnSpc>
                    <a:spcPct val="100000"/>
                  </a:lnSpc>
                  <a:spcBef>
                    <a:spcPct val="0"/>
                  </a:spcBef>
                  <a:spcAft>
                    <a:spcPct val="0"/>
                  </a:spcAft>
                  <a:buClrTx/>
                  <a:buSzTx/>
                  <a:buFont typeface="IBM Plex Sans Light"/>
                  <a:buNone/>
                  <a:tabLst/>
                  <a:defRPr/>
                </a:pPr>
                <a:r>
                  <a:rPr lang="en-US" sz="1600" dirty="0">
                    <a:solidFill>
                      <a:schemeClr val="tx1"/>
                    </a:solidFill>
                    <a:latin typeface="IBM Plex Sans Thin" panose="020B0203050203000203" pitchFamily="34" charset="0"/>
                  </a:rPr>
                  <a:t>2.25 years</a:t>
                </a:r>
                <a:endParaRPr kumimoji="0" lang="en-US" sz="1600" u="none" strike="noStrike" kern="1200" cap="none" spc="0" normalizeH="0" baseline="0" noProof="0" dirty="0">
                  <a:ln>
                    <a:noFill/>
                  </a:ln>
                  <a:solidFill>
                    <a:schemeClr val="tx1"/>
                  </a:solidFill>
                  <a:effectLst/>
                  <a:uLnTx/>
                  <a:uFillTx/>
                  <a:latin typeface="IBM Plex Sans Thin" panose="020B0203050203000203" pitchFamily="34" charset="0"/>
                </a:endParaRPr>
              </a:p>
            </p:txBody>
          </p:sp>
        </p:grpSp>
      </p:grpSp>
      <p:sp>
        <p:nvSpPr>
          <p:cNvPr id="5" name="TextBox 13">
            <a:extLst>
              <a:ext uri="{FF2B5EF4-FFF2-40B4-BE49-F238E27FC236}">
                <a16:creationId xmlns:a16="http://schemas.microsoft.com/office/drawing/2014/main" id="{7633453E-3E93-5C5B-4A97-19FC29F45A39}"/>
              </a:ext>
            </a:extLst>
          </p:cNvPr>
          <p:cNvSpPr txBox="1"/>
          <p:nvPr/>
        </p:nvSpPr>
        <p:spPr>
          <a:xfrm>
            <a:off x="10462903" y="1479298"/>
            <a:ext cx="948057" cy="206113"/>
          </a:xfrm>
          <a:prstGeom prst="rect">
            <a:avLst/>
          </a:prstGeom>
          <a:ln w="12700">
            <a:miter lim="400000"/>
          </a:ln>
          <a:extLst>
            <a:ext uri="{C572A759-6A51-4108-AA02-DFA0A04FC94B}">
              <ma14:wrappingTextBoxFlag xmlns:lc="http://schemas.openxmlformats.org/drawingml/2006/lockedCanvas"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lang="en-US" sz="1400" kern="0" dirty="0">
                <a:solidFill>
                  <a:srgbClr val="000000"/>
                </a:solidFill>
                <a:latin typeface="IBM Plex Sans" panose="020B0503050203000203" pitchFamily="34" charset="0"/>
                <a:sym typeface="IBM Plex Sans Light"/>
              </a:rPr>
              <a:t>Aug 2025</a:t>
            </a:r>
            <a:endParaRPr kumimoji="0" lang="en-US" sz="1400" b="0" i="0" u="none" strike="noStrike" kern="0" cap="none" spc="0" normalizeH="0" baseline="0" noProof="0" dirty="0">
              <a:ln>
                <a:noFill/>
              </a:ln>
              <a:solidFill>
                <a:srgbClr val="000000"/>
              </a:solidFill>
              <a:effectLst/>
              <a:uLnTx/>
              <a:uFillTx/>
              <a:latin typeface="IBM Plex Sans" panose="020B0503050203000203" pitchFamily="34" charset="0"/>
              <a:ea typeface="+mn-ea"/>
              <a:cs typeface="+mn-cs"/>
              <a:sym typeface="IBM Plex Sans Light"/>
            </a:endParaRPr>
          </a:p>
        </p:txBody>
      </p:sp>
      <p:sp>
        <p:nvSpPr>
          <p:cNvPr id="28" name="TextBox 13">
            <a:extLst>
              <a:ext uri="{FF2B5EF4-FFF2-40B4-BE49-F238E27FC236}">
                <a16:creationId xmlns:a16="http://schemas.microsoft.com/office/drawing/2014/main" id="{0A691FE1-3C57-4F8C-6F80-161F3DFFA131}"/>
              </a:ext>
            </a:extLst>
          </p:cNvPr>
          <p:cNvSpPr txBox="1"/>
          <p:nvPr/>
        </p:nvSpPr>
        <p:spPr>
          <a:xfrm>
            <a:off x="1672377" y="1472961"/>
            <a:ext cx="948057" cy="206113"/>
          </a:xfrm>
          <a:prstGeom prst="rect">
            <a:avLst/>
          </a:prstGeom>
          <a:ln w="12700">
            <a:miter lim="400000"/>
          </a:ln>
          <a:extLst>
            <a:ext uri="{C572A759-6A51-4108-AA02-DFA0A04FC94B}">
              <ma14:wrappingTextBoxFlag xmlns:lc="http://schemas.openxmlformats.org/drawingml/2006/lockedCanvas"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lang="en-US" sz="1400" kern="0" dirty="0">
                <a:solidFill>
                  <a:srgbClr val="000000"/>
                </a:solidFill>
                <a:latin typeface="IBM Plex Sans" panose="020B0503050203000203" pitchFamily="34" charset="0"/>
                <a:sym typeface="IBM Plex Sans Light"/>
              </a:rPr>
              <a:t>Au</a:t>
            </a:r>
            <a:r>
              <a:rPr kumimoji="0" lang="en-US" sz="1400" b="0" i="0" u="none" strike="noStrike" kern="0" cap="none" spc="0" normalizeH="0" baseline="0" noProof="0" dirty="0">
                <a:ln>
                  <a:noFill/>
                </a:ln>
                <a:solidFill>
                  <a:srgbClr val="000000"/>
                </a:solidFill>
                <a:effectLst/>
                <a:uLnTx/>
                <a:uFillTx/>
                <a:latin typeface="IBM Plex Sans" panose="020B0503050203000203" pitchFamily="34" charset="0"/>
                <a:ea typeface="+mn-ea"/>
                <a:cs typeface="+mn-cs"/>
                <a:sym typeface="IBM Plex Sans Light"/>
              </a:rPr>
              <a:t>g 2023</a:t>
            </a:r>
          </a:p>
        </p:txBody>
      </p:sp>
      <p:sp>
        <p:nvSpPr>
          <p:cNvPr id="29" name="TextBox 13">
            <a:extLst>
              <a:ext uri="{FF2B5EF4-FFF2-40B4-BE49-F238E27FC236}">
                <a16:creationId xmlns:a16="http://schemas.microsoft.com/office/drawing/2014/main" id="{69A9C642-93FD-DE8A-5059-E6B48E294763}"/>
              </a:ext>
            </a:extLst>
          </p:cNvPr>
          <p:cNvSpPr txBox="1"/>
          <p:nvPr/>
        </p:nvSpPr>
        <p:spPr>
          <a:xfrm>
            <a:off x="3977646" y="1466499"/>
            <a:ext cx="948057" cy="206113"/>
          </a:xfrm>
          <a:prstGeom prst="rect">
            <a:avLst/>
          </a:prstGeom>
          <a:ln w="12700">
            <a:miter lim="400000"/>
          </a:ln>
          <a:extLst>
            <a:ext uri="{C572A759-6A51-4108-AA02-DFA0A04FC94B}">
              <ma14:wrappingTextBoxFlag xmlns:lc="http://schemas.openxmlformats.org/drawingml/2006/lockedCanvas"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kumimoji="0" lang="en-US" sz="1400" b="0" i="0" u="none" strike="noStrike" kern="0" cap="none" spc="0" normalizeH="0" baseline="0" noProof="0" dirty="0">
                <a:ln>
                  <a:noFill/>
                </a:ln>
                <a:solidFill>
                  <a:srgbClr val="000000"/>
                </a:solidFill>
                <a:effectLst/>
                <a:uLnTx/>
                <a:uFillTx/>
                <a:latin typeface="IBM Plex Sans" panose="020B0503050203000203" pitchFamily="34" charset="0"/>
                <a:ea typeface="+mn-ea"/>
                <a:cs typeface="+mn-cs"/>
                <a:sym typeface="IBM Plex Sans Light"/>
              </a:rPr>
              <a:t>Feb</a:t>
            </a:r>
            <a:r>
              <a:rPr lang="en-US" sz="1400" kern="0" dirty="0">
                <a:solidFill>
                  <a:srgbClr val="000000"/>
                </a:solidFill>
                <a:latin typeface="IBM Plex Sans" panose="020B0503050203000203" pitchFamily="34" charset="0"/>
                <a:sym typeface="IBM Plex Sans Light"/>
              </a:rPr>
              <a:t> </a:t>
            </a:r>
            <a:r>
              <a:rPr kumimoji="0" lang="en-US" sz="1400" b="0" i="0" u="none" strike="noStrike" kern="0" cap="none" spc="0" normalizeH="0" baseline="0" noProof="0" dirty="0">
                <a:ln>
                  <a:noFill/>
                </a:ln>
                <a:solidFill>
                  <a:srgbClr val="000000"/>
                </a:solidFill>
                <a:effectLst/>
                <a:uLnTx/>
                <a:uFillTx/>
                <a:latin typeface="IBM Plex Sans" panose="020B0503050203000203" pitchFamily="34" charset="0"/>
                <a:ea typeface="+mn-ea"/>
                <a:cs typeface="+mn-cs"/>
                <a:sym typeface="IBM Plex Sans Light"/>
              </a:rPr>
              <a:t>2024</a:t>
            </a:r>
          </a:p>
        </p:txBody>
      </p:sp>
      <p:sp>
        <p:nvSpPr>
          <p:cNvPr id="30" name="TextBox 13">
            <a:extLst>
              <a:ext uri="{FF2B5EF4-FFF2-40B4-BE49-F238E27FC236}">
                <a16:creationId xmlns:a16="http://schemas.microsoft.com/office/drawing/2014/main" id="{F792F6AC-29F0-7699-93D2-C88CBA24E14A}"/>
              </a:ext>
            </a:extLst>
          </p:cNvPr>
          <p:cNvSpPr txBox="1"/>
          <p:nvPr/>
        </p:nvSpPr>
        <p:spPr>
          <a:xfrm>
            <a:off x="6148343" y="1460659"/>
            <a:ext cx="948057" cy="206113"/>
          </a:xfrm>
          <a:prstGeom prst="rect">
            <a:avLst/>
          </a:prstGeom>
          <a:ln w="12700">
            <a:miter lim="400000"/>
          </a:ln>
          <a:extLst>
            <a:ext uri="{C572A759-6A51-4108-AA02-DFA0A04FC94B}">
              <ma14:wrappingTextBoxFlag xmlns:lc="http://schemas.openxmlformats.org/drawingml/2006/lockedCanvas"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lang="en-US" sz="1400" kern="0" dirty="0">
                <a:solidFill>
                  <a:srgbClr val="000000"/>
                </a:solidFill>
                <a:latin typeface="IBM Plex Sans" panose="020B0503050203000203" pitchFamily="34" charset="0"/>
                <a:sym typeface="IBM Plex Sans Light"/>
              </a:rPr>
              <a:t>Aug </a:t>
            </a:r>
            <a:r>
              <a:rPr kumimoji="0" lang="en-US" sz="1400" b="0" i="0" u="none" strike="noStrike" kern="0" cap="none" spc="0" normalizeH="0" baseline="0" noProof="0" dirty="0">
                <a:ln>
                  <a:noFill/>
                </a:ln>
                <a:solidFill>
                  <a:srgbClr val="000000"/>
                </a:solidFill>
                <a:effectLst/>
                <a:uLnTx/>
                <a:uFillTx/>
                <a:latin typeface="IBM Plex Sans" panose="020B0503050203000203" pitchFamily="34" charset="0"/>
                <a:ea typeface="+mn-ea"/>
                <a:cs typeface="+mn-cs"/>
                <a:sym typeface="IBM Plex Sans Light"/>
              </a:rPr>
              <a:t>2024</a:t>
            </a:r>
          </a:p>
        </p:txBody>
      </p:sp>
      <p:sp>
        <p:nvSpPr>
          <p:cNvPr id="31" name="TextBox 13">
            <a:extLst>
              <a:ext uri="{FF2B5EF4-FFF2-40B4-BE49-F238E27FC236}">
                <a16:creationId xmlns:a16="http://schemas.microsoft.com/office/drawing/2014/main" id="{B0258E53-E070-60DC-70EE-F781456321D0}"/>
              </a:ext>
            </a:extLst>
          </p:cNvPr>
          <p:cNvSpPr txBox="1"/>
          <p:nvPr/>
        </p:nvSpPr>
        <p:spPr>
          <a:xfrm>
            <a:off x="8385770" y="1460658"/>
            <a:ext cx="948057" cy="206113"/>
          </a:xfrm>
          <a:prstGeom prst="rect">
            <a:avLst/>
          </a:prstGeom>
          <a:ln w="12700">
            <a:miter lim="400000"/>
          </a:ln>
          <a:extLst>
            <a:ext uri="{C572A759-6A51-4108-AA02-DFA0A04FC94B}">
              <ma14:wrappingTextBoxFlag xmlns:lc="http://schemas.openxmlformats.org/drawingml/2006/lockedCanvas"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kumimoji="0" lang="en-US" sz="1400" b="0" i="0" u="none" strike="noStrike" kern="0" cap="none" spc="0" normalizeH="0" baseline="0" noProof="0" dirty="0">
                <a:ln>
                  <a:noFill/>
                </a:ln>
                <a:solidFill>
                  <a:srgbClr val="000000"/>
                </a:solidFill>
                <a:effectLst/>
                <a:uLnTx/>
                <a:uFillTx/>
                <a:latin typeface="IBM Plex Sans" panose="020B0503050203000203" pitchFamily="34" charset="0"/>
                <a:ea typeface="+mn-ea"/>
                <a:cs typeface="+mn-cs"/>
                <a:sym typeface="IBM Plex Sans Light"/>
              </a:rPr>
              <a:t>Feb</a:t>
            </a:r>
            <a:r>
              <a:rPr lang="en-US" sz="1400" kern="0" dirty="0">
                <a:solidFill>
                  <a:srgbClr val="000000"/>
                </a:solidFill>
                <a:latin typeface="IBM Plex Sans" panose="020B0503050203000203" pitchFamily="34" charset="0"/>
                <a:sym typeface="IBM Plex Sans Light"/>
              </a:rPr>
              <a:t> </a:t>
            </a:r>
            <a:r>
              <a:rPr kumimoji="0" lang="en-US" sz="1400" b="0" i="0" u="none" strike="noStrike" kern="0" cap="none" spc="0" normalizeH="0" baseline="0" noProof="0" dirty="0">
                <a:ln>
                  <a:noFill/>
                </a:ln>
                <a:solidFill>
                  <a:srgbClr val="000000"/>
                </a:solidFill>
                <a:effectLst/>
                <a:uLnTx/>
                <a:uFillTx/>
                <a:latin typeface="IBM Plex Sans" panose="020B0503050203000203" pitchFamily="34" charset="0"/>
                <a:ea typeface="+mn-ea"/>
                <a:cs typeface="+mn-cs"/>
                <a:sym typeface="IBM Plex Sans Light"/>
              </a:rPr>
              <a:t>2025</a:t>
            </a:r>
          </a:p>
        </p:txBody>
      </p:sp>
      <p:sp>
        <p:nvSpPr>
          <p:cNvPr id="32" name="Rectangle: Rounded Corners 5">
            <a:extLst>
              <a:ext uri="{FF2B5EF4-FFF2-40B4-BE49-F238E27FC236}">
                <a16:creationId xmlns:a16="http://schemas.microsoft.com/office/drawing/2014/main" id="{A0685193-FAD7-20AC-4A05-75D32D88456A}"/>
              </a:ext>
            </a:extLst>
          </p:cNvPr>
          <p:cNvSpPr/>
          <p:nvPr/>
        </p:nvSpPr>
        <p:spPr bwMode="auto">
          <a:xfrm>
            <a:off x="1315972" y="2398665"/>
            <a:ext cx="686990" cy="321850"/>
          </a:xfrm>
          <a:prstGeom prst="roundRect">
            <a:avLst/>
          </a:prstGeom>
          <a:solidFill>
            <a:srgbClr val="DEFBE6"/>
          </a:solidFill>
          <a:ln w="57150">
            <a:solidFill>
              <a:srgbClr val="24A148"/>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600" dirty="0">
                <a:solidFill>
                  <a:schemeClr val="tx1"/>
                </a:solidFill>
              </a:rPr>
              <a:t>BNL</a:t>
            </a:r>
            <a:endParaRPr lang="en-US" sz="1600" b="0" i="0" u="none" strike="noStrike" cap="none" normalizeH="0" baseline="0" dirty="0">
              <a:ln>
                <a:noFill/>
              </a:ln>
              <a:solidFill>
                <a:schemeClr val="tx1"/>
              </a:solidFill>
              <a:effectLst/>
              <a:latin typeface="+mn-lt"/>
            </a:endParaRPr>
          </a:p>
        </p:txBody>
      </p:sp>
      <p:sp>
        <p:nvSpPr>
          <p:cNvPr id="33" name="Rectangle: Rounded Corners 5">
            <a:extLst>
              <a:ext uri="{FF2B5EF4-FFF2-40B4-BE49-F238E27FC236}">
                <a16:creationId xmlns:a16="http://schemas.microsoft.com/office/drawing/2014/main" id="{0E54118E-FC94-D6EE-486F-9C60C13B5927}"/>
              </a:ext>
            </a:extLst>
          </p:cNvPr>
          <p:cNvSpPr/>
          <p:nvPr/>
        </p:nvSpPr>
        <p:spPr bwMode="auto">
          <a:xfrm>
            <a:off x="1" y="2066231"/>
            <a:ext cx="973328" cy="321850"/>
          </a:xfrm>
          <a:prstGeom prst="roundRect">
            <a:avLst/>
          </a:prstGeom>
          <a:solidFill>
            <a:schemeClr val="accent6">
              <a:lumMod val="20000"/>
              <a:lumOff val="80000"/>
            </a:schemeClr>
          </a:solidFill>
          <a:ln w="57150">
            <a:solidFill>
              <a:schemeClr val="accent6">
                <a:lumMod val="75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600" dirty="0">
                <a:solidFill>
                  <a:schemeClr val="tx1"/>
                </a:solidFill>
              </a:rPr>
              <a:t>Madison</a:t>
            </a:r>
            <a:endParaRPr lang="en-US" sz="1600" b="0" i="0" u="none" strike="noStrike" cap="none" normalizeH="0" baseline="0" dirty="0">
              <a:ln>
                <a:noFill/>
              </a:ln>
              <a:solidFill>
                <a:schemeClr val="tx1"/>
              </a:solidFill>
              <a:effectLst/>
              <a:latin typeface="+mn-lt"/>
            </a:endParaRPr>
          </a:p>
        </p:txBody>
      </p:sp>
      <p:sp>
        <p:nvSpPr>
          <p:cNvPr id="34" name="Rectangle: Rounded Corners 5">
            <a:extLst>
              <a:ext uri="{FF2B5EF4-FFF2-40B4-BE49-F238E27FC236}">
                <a16:creationId xmlns:a16="http://schemas.microsoft.com/office/drawing/2014/main" id="{1F4CEEB3-C384-3E63-CFBA-8ED6FA8C4467}"/>
              </a:ext>
            </a:extLst>
          </p:cNvPr>
          <p:cNvSpPr/>
          <p:nvPr/>
        </p:nvSpPr>
        <p:spPr bwMode="auto">
          <a:xfrm>
            <a:off x="2535811" y="2671124"/>
            <a:ext cx="7217226" cy="321850"/>
          </a:xfrm>
          <a:prstGeom prst="roundRect">
            <a:avLst/>
          </a:prstGeom>
          <a:solidFill>
            <a:schemeClr val="accent1">
              <a:lumMod val="20000"/>
              <a:lumOff val="80000"/>
            </a:schemeClr>
          </a:solidFill>
          <a:ln w="57150">
            <a:solidFill>
              <a:schemeClr val="accent1"/>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600" b="0" i="0" u="none" strike="noStrike" cap="none" normalizeH="0" baseline="0" dirty="0">
                <a:ln>
                  <a:noFill/>
                </a:ln>
                <a:solidFill>
                  <a:schemeClr val="tx1"/>
                </a:solidFill>
                <a:effectLst/>
                <a:latin typeface="+mn-lt"/>
              </a:rPr>
              <a:t>Chicago Quantum Exchange</a:t>
            </a:r>
          </a:p>
        </p:txBody>
      </p:sp>
      <p:sp>
        <p:nvSpPr>
          <p:cNvPr id="35" name="Rectangle: Rounded Corners 5">
            <a:extLst>
              <a:ext uri="{FF2B5EF4-FFF2-40B4-BE49-F238E27FC236}">
                <a16:creationId xmlns:a16="http://schemas.microsoft.com/office/drawing/2014/main" id="{0C0A2973-1691-8077-671F-641F6FA02F66}"/>
              </a:ext>
            </a:extLst>
          </p:cNvPr>
          <p:cNvSpPr/>
          <p:nvPr/>
        </p:nvSpPr>
        <p:spPr bwMode="auto">
          <a:xfrm>
            <a:off x="6816015" y="3570573"/>
            <a:ext cx="669015" cy="321850"/>
          </a:xfrm>
          <a:prstGeom prst="roundRect">
            <a:avLst/>
          </a:prstGeom>
          <a:solidFill>
            <a:srgbClr val="FCF4D6"/>
          </a:solidFill>
          <a:ln w="57150">
            <a:solidFill>
              <a:srgbClr val="FDDC69"/>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600" dirty="0">
                <a:solidFill>
                  <a:schemeClr val="tx1"/>
                </a:solidFill>
              </a:rPr>
              <a:t>GRFP</a:t>
            </a:r>
            <a:endParaRPr lang="en-US" sz="1600" b="0" i="0" u="none" strike="noStrike" cap="none" normalizeH="0" baseline="0" dirty="0">
              <a:ln>
                <a:noFill/>
              </a:ln>
              <a:solidFill>
                <a:schemeClr val="tx1"/>
              </a:solidFill>
              <a:effectLst/>
              <a:latin typeface="+mn-lt"/>
            </a:endParaRPr>
          </a:p>
        </p:txBody>
      </p:sp>
      <p:sp>
        <p:nvSpPr>
          <p:cNvPr id="36" name="Rectangle: Rounded Corners 5">
            <a:extLst>
              <a:ext uri="{FF2B5EF4-FFF2-40B4-BE49-F238E27FC236}">
                <a16:creationId xmlns:a16="http://schemas.microsoft.com/office/drawing/2014/main" id="{7A431780-D421-02C0-1C5C-2FEC26A54393}"/>
              </a:ext>
            </a:extLst>
          </p:cNvPr>
          <p:cNvSpPr/>
          <p:nvPr/>
        </p:nvSpPr>
        <p:spPr bwMode="auto">
          <a:xfrm>
            <a:off x="6564435" y="4467434"/>
            <a:ext cx="1246387" cy="321850"/>
          </a:xfrm>
          <a:prstGeom prst="roundRect">
            <a:avLst/>
          </a:prstGeom>
          <a:solidFill>
            <a:srgbClr val="6FDC8C"/>
          </a:solidFill>
          <a:ln w="57150">
            <a:solidFill>
              <a:srgbClr val="198038"/>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600" dirty="0">
                <a:solidFill>
                  <a:schemeClr val="tx1"/>
                </a:solidFill>
              </a:rPr>
              <a:t>Argonne</a:t>
            </a:r>
            <a:endParaRPr lang="en-US" sz="1600" b="0" i="0" u="none" strike="noStrike" cap="none" normalizeH="0" baseline="0" dirty="0">
              <a:ln>
                <a:noFill/>
              </a:ln>
              <a:solidFill>
                <a:schemeClr val="tx1"/>
              </a:solidFill>
              <a:effectLst/>
              <a:latin typeface="+mn-lt"/>
            </a:endParaRPr>
          </a:p>
        </p:txBody>
      </p:sp>
      <p:sp>
        <p:nvSpPr>
          <p:cNvPr id="37" name="Rectangle: Rounded Corners 5">
            <a:extLst>
              <a:ext uri="{FF2B5EF4-FFF2-40B4-BE49-F238E27FC236}">
                <a16:creationId xmlns:a16="http://schemas.microsoft.com/office/drawing/2014/main" id="{24FE3F40-27DB-E1B4-2C16-B300F35AE5BD}"/>
              </a:ext>
            </a:extLst>
          </p:cNvPr>
          <p:cNvSpPr/>
          <p:nvPr/>
        </p:nvSpPr>
        <p:spPr bwMode="auto">
          <a:xfrm>
            <a:off x="7076728" y="4019003"/>
            <a:ext cx="518600" cy="321850"/>
          </a:xfrm>
          <a:prstGeom prst="roundRect">
            <a:avLst/>
          </a:prstGeom>
          <a:solidFill>
            <a:srgbClr val="F8D9B8"/>
          </a:solidFill>
          <a:ln w="57150">
            <a:solidFill>
              <a:srgbClr val="FF6F00"/>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400" dirty="0">
                <a:solidFill>
                  <a:schemeClr val="tx1"/>
                </a:solidFill>
              </a:rPr>
              <a:t>GEM</a:t>
            </a:r>
            <a:endParaRPr lang="en-US" sz="1400" b="0" i="0" u="none" strike="noStrike" cap="none" normalizeH="0" baseline="0" dirty="0">
              <a:ln>
                <a:noFill/>
              </a:ln>
              <a:solidFill>
                <a:schemeClr val="tx1"/>
              </a:solidFill>
              <a:effectLst/>
              <a:latin typeface="+mn-lt"/>
            </a:endParaRPr>
          </a:p>
        </p:txBody>
      </p:sp>
      <p:sp>
        <p:nvSpPr>
          <p:cNvPr id="38" name="Rectangle: Rounded Corners 5">
            <a:extLst>
              <a:ext uri="{FF2B5EF4-FFF2-40B4-BE49-F238E27FC236}">
                <a16:creationId xmlns:a16="http://schemas.microsoft.com/office/drawing/2014/main" id="{16DE123F-5B97-C4C7-42FE-3692BCA71BB6}"/>
              </a:ext>
            </a:extLst>
          </p:cNvPr>
          <p:cNvSpPr/>
          <p:nvPr/>
        </p:nvSpPr>
        <p:spPr bwMode="auto">
          <a:xfrm>
            <a:off x="4422581" y="3248723"/>
            <a:ext cx="1187112" cy="321850"/>
          </a:xfrm>
          <a:prstGeom prst="roundRect">
            <a:avLst/>
          </a:prstGeom>
          <a:solidFill>
            <a:srgbClr val="9EF0F0"/>
          </a:solidFill>
          <a:ln w="57150">
            <a:solidFill>
              <a:srgbClr val="007D79"/>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600" dirty="0">
                <a:solidFill>
                  <a:schemeClr val="tx1"/>
                </a:solidFill>
              </a:rPr>
              <a:t>QRISE</a:t>
            </a:r>
            <a:endParaRPr lang="en-US" sz="1600" b="0" i="0" u="none" strike="noStrike" cap="none" normalizeH="0" baseline="0" dirty="0">
              <a:ln>
                <a:noFill/>
              </a:ln>
              <a:solidFill>
                <a:schemeClr val="tx1"/>
              </a:solidFill>
              <a:effectLst/>
              <a:latin typeface="+mn-lt"/>
            </a:endParaRPr>
          </a:p>
        </p:txBody>
      </p:sp>
      <p:sp>
        <p:nvSpPr>
          <p:cNvPr id="39" name="Rectangle: Rounded Corners 5">
            <a:extLst>
              <a:ext uri="{FF2B5EF4-FFF2-40B4-BE49-F238E27FC236}">
                <a16:creationId xmlns:a16="http://schemas.microsoft.com/office/drawing/2014/main" id="{B2B6341B-51EE-3C70-9B58-309572855C87}"/>
              </a:ext>
            </a:extLst>
          </p:cNvPr>
          <p:cNvSpPr/>
          <p:nvPr/>
        </p:nvSpPr>
        <p:spPr bwMode="auto">
          <a:xfrm>
            <a:off x="3111117" y="3231559"/>
            <a:ext cx="1150050" cy="356176"/>
          </a:xfrm>
          <a:prstGeom prst="roundRect">
            <a:avLst/>
          </a:prstGeom>
          <a:solidFill>
            <a:schemeClr val="bg1">
              <a:lumMod val="85000"/>
            </a:schemeClr>
          </a:solidFill>
          <a:ln w="57150">
            <a:solidFill>
              <a:schemeClr val="tx2">
                <a:lumMod val="95000"/>
                <a:lumOff val="5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600" dirty="0">
                <a:solidFill>
                  <a:schemeClr val="tx1"/>
                </a:solidFill>
              </a:rPr>
              <a:t>Cafe Code</a:t>
            </a:r>
            <a:endParaRPr lang="en-US" sz="1600" b="0" i="0" u="none" strike="noStrike" cap="none" normalizeH="0" baseline="0" dirty="0">
              <a:ln>
                <a:noFill/>
              </a:ln>
              <a:solidFill>
                <a:schemeClr val="tx1"/>
              </a:solidFill>
              <a:effectLst/>
              <a:latin typeface="+mn-lt"/>
            </a:endParaRPr>
          </a:p>
        </p:txBody>
      </p:sp>
      <p:sp>
        <p:nvSpPr>
          <p:cNvPr id="40" name="Rectangle: Rounded Corners 5">
            <a:extLst>
              <a:ext uri="{FF2B5EF4-FFF2-40B4-BE49-F238E27FC236}">
                <a16:creationId xmlns:a16="http://schemas.microsoft.com/office/drawing/2014/main" id="{109A17EE-8FE5-789E-ACB8-4170E9AE387C}"/>
              </a:ext>
            </a:extLst>
          </p:cNvPr>
          <p:cNvSpPr/>
          <p:nvPr/>
        </p:nvSpPr>
        <p:spPr bwMode="auto">
          <a:xfrm>
            <a:off x="10935167" y="6321276"/>
            <a:ext cx="1256833" cy="321850"/>
          </a:xfrm>
          <a:prstGeom prst="roundRect">
            <a:avLst/>
          </a:prstGeom>
          <a:solidFill>
            <a:schemeClr val="accent2">
              <a:lumMod val="40000"/>
              <a:lumOff val="60000"/>
            </a:schemeClr>
          </a:solidFill>
          <a:ln w="57150">
            <a:solidFill>
              <a:schemeClr val="accent2"/>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450" dirty="0">
                <a:solidFill>
                  <a:schemeClr val="tx1"/>
                </a:solidFill>
              </a:rPr>
              <a:t>Northwestern</a:t>
            </a:r>
            <a:endParaRPr lang="en-US" sz="1450" b="0" i="0" u="none" strike="noStrike" cap="none" normalizeH="0" baseline="0" dirty="0">
              <a:ln>
                <a:noFill/>
              </a:ln>
              <a:solidFill>
                <a:schemeClr val="tx1"/>
              </a:solidFill>
              <a:effectLst/>
              <a:latin typeface="+mn-lt"/>
            </a:endParaRPr>
          </a:p>
        </p:txBody>
      </p:sp>
      <p:sp>
        <p:nvSpPr>
          <p:cNvPr id="41" name="Rectangle: Rounded Corners 5">
            <a:extLst>
              <a:ext uri="{FF2B5EF4-FFF2-40B4-BE49-F238E27FC236}">
                <a16:creationId xmlns:a16="http://schemas.microsoft.com/office/drawing/2014/main" id="{7330F34C-6EC8-7590-D279-30F322853FAF}"/>
              </a:ext>
            </a:extLst>
          </p:cNvPr>
          <p:cNvSpPr/>
          <p:nvPr/>
        </p:nvSpPr>
        <p:spPr bwMode="auto">
          <a:xfrm>
            <a:off x="9948821" y="5670072"/>
            <a:ext cx="1051108" cy="321850"/>
          </a:xfrm>
          <a:prstGeom prst="roundRect">
            <a:avLst/>
          </a:prstGeom>
          <a:solidFill>
            <a:schemeClr val="accent3">
              <a:lumMod val="20000"/>
              <a:lumOff val="80000"/>
            </a:schemeClr>
          </a:solidFill>
          <a:ln w="57150">
            <a:solidFill>
              <a:schemeClr val="accent1">
                <a:lumMod val="5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600" dirty="0">
                <a:solidFill>
                  <a:schemeClr val="tx1"/>
                </a:solidFill>
              </a:rPr>
              <a:t>IBM</a:t>
            </a:r>
            <a:endParaRPr lang="en-US" sz="1600" b="0" i="0" u="none" strike="noStrike" cap="none" normalizeH="0" baseline="0" dirty="0">
              <a:ln>
                <a:noFill/>
              </a:ln>
              <a:solidFill>
                <a:schemeClr val="tx1"/>
              </a:solidFill>
              <a:effectLst/>
              <a:latin typeface="+mn-lt"/>
            </a:endParaRPr>
          </a:p>
        </p:txBody>
      </p:sp>
      <p:sp>
        <p:nvSpPr>
          <p:cNvPr id="57" name="Rectangle: Rounded Corners 5">
            <a:extLst>
              <a:ext uri="{FF2B5EF4-FFF2-40B4-BE49-F238E27FC236}">
                <a16:creationId xmlns:a16="http://schemas.microsoft.com/office/drawing/2014/main" id="{45B675C0-986C-48BC-8A32-70D24EAA473C}"/>
              </a:ext>
            </a:extLst>
          </p:cNvPr>
          <p:cNvSpPr/>
          <p:nvPr/>
        </p:nvSpPr>
        <p:spPr bwMode="auto">
          <a:xfrm>
            <a:off x="7076728" y="5070114"/>
            <a:ext cx="1400071" cy="599958"/>
          </a:xfrm>
          <a:prstGeom prst="roundRect">
            <a:avLst/>
          </a:prstGeom>
          <a:solidFill>
            <a:srgbClr val="FCFFC3"/>
          </a:solidFill>
          <a:ln w="57150">
            <a:solidFill>
              <a:srgbClr val="FFFF00"/>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600" b="0" i="0" u="none" strike="noStrike" cap="none" normalizeH="0" baseline="0" dirty="0">
                <a:ln>
                  <a:noFill/>
                </a:ln>
                <a:solidFill>
                  <a:schemeClr val="tx1"/>
                </a:solidFill>
                <a:effectLst/>
                <a:latin typeface="+mn-lt"/>
              </a:rPr>
              <a:t>Grad school app</a:t>
            </a:r>
            <a:r>
              <a:rPr lang="en-US" sz="1600" dirty="0">
                <a:solidFill>
                  <a:schemeClr val="tx1"/>
                </a:solidFill>
              </a:rPr>
              <a:t>lications</a:t>
            </a:r>
            <a:endParaRPr lang="en-US" sz="1600" b="0" i="0" u="none" strike="noStrike" cap="none" normalizeH="0" baseline="0" dirty="0">
              <a:ln>
                <a:noFill/>
              </a:ln>
              <a:solidFill>
                <a:schemeClr val="tx1"/>
              </a:solidFill>
              <a:effectLst/>
              <a:latin typeface="+mn-lt"/>
            </a:endParaRPr>
          </a:p>
        </p:txBody>
      </p:sp>
      <p:sp>
        <p:nvSpPr>
          <p:cNvPr id="64" name="TextBox 63">
            <a:extLst>
              <a:ext uri="{FF2B5EF4-FFF2-40B4-BE49-F238E27FC236}">
                <a16:creationId xmlns:a16="http://schemas.microsoft.com/office/drawing/2014/main" id="{B9634147-D3E8-5552-66C8-4905F6B825C3}"/>
              </a:ext>
            </a:extLst>
          </p:cNvPr>
          <p:cNvSpPr txBox="1"/>
          <p:nvPr/>
        </p:nvSpPr>
        <p:spPr>
          <a:xfrm>
            <a:off x="2345853" y="3639677"/>
            <a:ext cx="0" cy="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222188" indent="-223330" algn="l" defTabSz="1218956">
              <a:spcBef>
                <a:spcPts val="1450"/>
              </a:spcBef>
              <a:buSzPct val="100000"/>
              <a:buFontTx/>
              <a:buChar char="–"/>
            </a:pPr>
            <a:endParaRPr lang="en-US" sz="900" kern="0" dirty="0">
              <a:solidFill>
                <a:srgbClr val="000000"/>
              </a:solidFill>
              <a:ea typeface="+mj-ea"/>
              <a:cs typeface="+mj-cs"/>
              <a:sym typeface="IBM Plex Sans Light"/>
            </a:endParaRPr>
          </a:p>
        </p:txBody>
      </p:sp>
      <p:sp>
        <p:nvSpPr>
          <p:cNvPr id="66" name="TextBox 65">
            <a:extLst>
              <a:ext uri="{FF2B5EF4-FFF2-40B4-BE49-F238E27FC236}">
                <a16:creationId xmlns:a16="http://schemas.microsoft.com/office/drawing/2014/main" id="{6BC486A8-7136-DF57-8B58-9E0F23F0455E}"/>
              </a:ext>
            </a:extLst>
          </p:cNvPr>
          <p:cNvSpPr txBox="1"/>
          <p:nvPr/>
        </p:nvSpPr>
        <p:spPr>
          <a:xfrm>
            <a:off x="4354865" y="3880277"/>
            <a:ext cx="0" cy="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222188" indent="-223330" algn="l" defTabSz="1218956">
              <a:spcBef>
                <a:spcPts val="1450"/>
              </a:spcBef>
              <a:buSzPct val="100000"/>
              <a:buFontTx/>
              <a:buChar char="–"/>
            </a:pPr>
            <a:endParaRPr lang="en-US" sz="900" kern="0" dirty="0">
              <a:solidFill>
                <a:srgbClr val="000000"/>
              </a:solidFill>
              <a:ea typeface="+mj-ea"/>
              <a:cs typeface="+mj-cs"/>
              <a:sym typeface="IBM Plex Sans Light"/>
            </a:endParaRPr>
          </a:p>
        </p:txBody>
      </p:sp>
      <p:sp>
        <p:nvSpPr>
          <p:cNvPr id="71" name="TextBox 70">
            <a:extLst>
              <a:ext uri="{FF2B5EF4-FFF2-40B4-BE49-F238E27FC236}">
                <a16:creationId xmlns:a16="http://schemas.microsoft.com/office/drawing/2014/main" id="{023D4A69-C6DF-1E6F-6D0B-8BF619CB668B}"/>
              </a:ext>
            </a:extLst>
          </p:cNvPr>
          <p:cNvSpPr txBox="1"/>
          <p:nvPr/>
        </p:nvSpPr>
        <p:spPr>
          <a:xfrm>
            <a:off x="612840" y="1122510"/>
            <a:ext cx="957130" cy="25887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algn="l" defTabSz="1218956">
              <a:spcBef>
                <a:spcPts val="1450"/>
              </a:spcBef>
              <a:buSzPct val="100000"/>
            </a:pPr>
            <a:r>
              <a:rPr lang="en-US" sz="1400" b="1" kern="0" dirty="0">
                <a:solidFill>
                  <a:srgbClr val="000000"/>
                </a:solidFill>
                <a:ea typeface="+mj-ea"/>
                <a:cs typeface="+mj-cs"/>
                <a:sym typeface="IBM Plex Sans Light"/>
              </a:rPr>
              <a:t>Start!</a:t>
            </a:r>
          </a:p>
        </p:txBody>
      </p:sp>
      <p:sp>
        <p:nvSpPr>
          <p:cNvPr id="72" name="TextBox 71">
            <a:extLst>
              <a:ext uri="{FF2B5EF4-FFF2-40B4-BE49-F238E27FC236}">
                <a16:creationId xmlns:a16="http://schemas.microsoft.com/office/drawing/2014/main" id="{D95B703B-339B-09EC-0CC5-5433C5677FB8}"/>
              </a:ext>
            </a:extLst>
          </p:cNvPr>
          <p:cNvSpPr txBox="1"/>
          <p:nvPr/>
        </p:nvSpPr>
        <p:spPr>
          <a:xfrm>
            <a:off x="10555058" y="1122510"/>
            <a:ext cx="2064997" cy="2896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algn="l" defTabSz="1218956">
              <a:spcBef>
                <a:spcPts val="1450"/>
              </a:spcBef>
              <a:buSzPct val="100000"/>
            </a:pPr>
            <a:r>
              <a:rPr lang="en-US" sz="1400" b="1" kern="0" dirty="0">
                <a:solidFill>
                  <a:srgbClr val="000000"/>
                </a:solidFill>
                <a:ea typeface="+mj-ea"/>
                <a:cs typeface="+mj-cs"/>
                <a:sym typeface="IBM Plex Sans Light"/>
              </a:rPr>
              <a:t>Finish! (Sorta)</a:t>
            </a:r>
          </a:p>
        </p:txBody>
      </p:sp>
      <p:sp>
        <p:nvSpPr>
          <p:cNvPr id="2" name="Rectangle: Rounded Corners 5">
            <a:extLst>
              <a:ext uri="{FF2B5EF4-FFF2-40B4-BE49-F238E27FC236}">
                <a16:creationId xmlns:a16="http://schemas.microsoft.com/office/drawing/2014/main" id="{A1CDCBE1-3AD5-4632-972F-5D91029688F6}"/>
              </a:ext>
            </a:extLst>
          </p:cNvPr>
          <p:cNvSpPr/>
          <p:nvPr/>
        </p:nvSpPr>
        <p:spPr bwMode="auto">
          <a:xfrm>
            <a:off x="7054942" y="5842601"/>
            <a:ext cx="732993" cy="237184"/>
          </a:xfrm>
          <a:prstGeom prst="roundRect">
            <a:avLst/>
          </a:prstGeom>
          <a:solidFill>
            <a:srgbClr val="9EF0F0"/>
          </a:solidFill>
          <a:ln w="57150">
            <a:solidFill>
              <a:srgbClr val="007D79"/>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a:lnSpc>
                <a:spcPct val="100000"/>
              </a:lnSpc>
              <a:spcBef>
                <a:spcPct val="0"/>
              </a:spcBef>
              <a:spcAft>
                <a:spcPct val="0"/>
              </a:spcAft>
              <a:buNone/>
              <a:tabLst/>
            </a:pPr>
            <a:r>
              <a:rPr lang="en-US" sz="1600" dirty="0"/>
              <a:t>SIAM</a:t>
            </a:r>
            <a:endParaRPr lang="en-US" dirty="0"/>
          </a:p>
        </p:txBody>
      </p:sp>
    </p:spTree>
    <p:extLst>
      <p:ext uri="{BB962C8B-B14F-4D97-AF65-F5344CB8AC3E}">
        <p14:creationId xmlns:p14="http://schemas.microsoft.com/office/powerpoint/2010/main" val="893859155"/>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60BCDF-D495-9A82-9C48-5C86E71BBF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7291F9-46B9-2491-112C-1696FAE3DD8F}"/>
              </a:ext>
            </a:extLst>
          </p:cNvPr>
          <p:cNvSpPr>
            <a:spLocks noGrp="1"/>
          </p:cNvSpPr>
          <p:nvPr>
            <p:ph type="title"/>
          </p:nvPr>
        </p:nvSpPr>
        <p:spPr/>
        <p:txBody>
          <a:bodyPr/>
          <a:lstStyle/>
          <a:p>
            <a:r>
              <a:rPr lang="en-US" dirty="0"/>
              <a:t>Remember success is a slide</a:t>
            </a:r>
          </a:p>
        </p:txBody>
      </p:sp>
      <p:pic>
        <p:nvPicPr>
          <p:cNvPr id="5" name="Content Placeholder 4" descr="A yellow slide with a ladder&#10;&#10;AI-generated content may be incorrect.">
            <a:extLst>
              <a:ext uri="{FF2B5EF4-FFF2-40B4-BE49-F238E27FC236}">
                <a16:creationId xmlns:a16="http://schemas.microsoft.com/office/drawing/2014/main" id="{74556B17-F0EB-A9D7-8F88-505A4A9A8208}"/>
              </a:ext>
            </a:extLst>
          </p:cNvPr>
          <p:cNvPicPr>
            <a:picLocks noGrp="1" noChangeAspect="1"/>
          </p:cNvPicPr>
          <p:nvPr>
            <p:ph sz="half" idx="1"/>
          </p:nvPr>
        </p:nvPicPr>
        <p:blipFill>
          <a:blip r:embed="rId2"/>
          <a:srcRect l="5220" t="9615" r="7953" b="8461"/>
          <a:stretch>
            <a:fillRect/>
          </a:stretch>
        </p:blipFill>
        <p:spPr>
          <a:xfrm>
            <a:off x="1696814" y="2378404"/>
            <a:ext cx="6044975" cy="4062430"/>
          </a:xfrm>
          <a:prstGeom prst="rect">
            <a:avLst/>
          </a:prstGeom>
          <a:ln>
            <a:noFill/>
          </a:ln>
        </p:spPr>
      </p:pic>
      <p:sp>
        <p:nvSpPr>
          <p:cNvPr id="3" name="TextBox 2">
            <a:extLst>
              <a:ext uri="{FF2B5EF4-FFF2-40B4-BE49-F238E27FC236}">
                <a16:creationId xmlns:a16="http://schemas.microsoft.com/office/drawing/2014/main" id="{1CF55041-54BC-3730-2370-8DC1F6C5AD05}"/>
              </a:ext>
            </a:extLst>
          </p:cNvPr>
          <p:cNvSpPr txBox="1"/>
          <p:nvPr/>
        </p:nvSpPr>
        <p:spPr>
          <a:xfrm>
            <a:off x="912713" y="3283377"/>
            <a:ext cx="1567699" cy="70788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4000" dirty="0"/>
              <a:t>Sucks</a:t>
            </a:r>
          </a:p>
        </p:txBody>
      </p:sp>
      <p:sp>
        <p:nvSpPr>
          <p:cNvPr id="6" name="TextBox 5">
            <a:extLst>
              <a:ext uri="{FF2B5EF4-FFF2-40B4-BE49-F238E27FC236}">
                <a16:creationId xmlns:a16="http://schemas.microsoft.com/office/drawing/2014/main" id="{E0D1082F-5CAC-B19F-EBAE-41123C0B901C}"/>
              </a:ext>
            </a:extLst>
          </p:cNvPr>
          <p:cNvSpPr txBox="1"/>
          <p:nvPr/>
        </p:nvSpPr>
        <p:spPr>
          <a:xfrm>
            <a:off x="6292893" y="3283377"/>
            <a:ext cx="1467639"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4800" dirty="0"/>
              <a:t>Yes!</a:t>
            </a:r>
          </a:p>
        </p:txBody>
      </p:sp>
      <p:cxnSp>
        <p:nvCxnSpPr>
          <p:cNvPr id="7" name="Straight Arrow Connector 6">
            <a:extLst>
              <a:ext uri="{FF2B5EF4-FFF2-40B4-BE49-F238E27FC236}">
                <a16:creationId xmlns:a16="http://schemas.microsoft.com/office/drawing/2014/main" id="{DD9DAFD7-5F9E-119E-8FC1-62884EDE4A64}"/>
              </a:ext>
            </a:extLst>
          </p:cNvPr>
          <p:cNvCxnSpPr/>
          <p:nvPr/>
        </p:nvCxnSpPr>
        <p:spPr>
          <a:xfrm flipV="1">
            <a:off x="1746471" y="2095312"/>
            <a:ext cx="1451744" cy="372856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F26300F4-DD12-38F0-960F-17C49EF9EC69}"/>
              </a:ext>
            </a:extLst>
          </p:cNvPr>
          <p:cNvCxnSpPr>
            <a:cxnSpLocks/>
          </p:cNvCxnSpPr>
          <p:nvPr/>
        </p:nvCxnSpPr>
        <p:spPr>
          <a:xfrm>
            <a:off x="4232590" y="2106235"/>
            <a:ext cx="3483747" cy="3706712"/>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738906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6"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7" name="Group 26">
            <a:extLst>
              <a:ext uri="{FF2B5EF4-FFF2-40B4-BE49-F238E27FC236}">
                <a16:creationId xmlns:a16="http://schemas.microsoft.com/office/drawing/2014/main" id="{D8E5E6B0-E88D-C7D1-48FA-814CCABAA072}"/>
              </a:ext>
            </a:extLst>
          </p:cNvPr>
          <p:cNvGrpSpPr/>
          <p:nvPr/>
        </p:nvGrpSpPr>
        <p:grpSpPr>
          <a:xfrm>
            <a:off x="381708" y="1447548"/>
            <a:ext cx="10451988" cy="5273764"/>
            <a:chOff x="542267" y="2255330"/>
            <a:chExt cx="20906698" cy="10548901"/>
          </a:xfrm>
        </p:grpSpPr>
        <p:sp>
          <p:nvSpPr>
            <p:cNvPr id="6" name="TextBox 19">
              <a:extLst>
                <a:ext uri="{FF2B5EF4-FFF2-40B4-BE49-F238E27FC236}">
                  <a16:creationId xmlns:a16="http://schemas.microsoft.com/office/drawing/2014/main" id="{46BE585B-DF8A-BC1C-2B75-1A2AD717EB69}"/>
                </a:ext>
              </a:extLst>
            </p:cNvPr>
            <p:cNvSpPr txBox="1"/>
            <p:nvPr/>
          </p:nvSpPr>
          <p:spPr>
            <a:xfrm>
              <a:off x="729393" y="2306161"/>
              <a:ext cx="1674654" cy="32760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xmlns:lc="http://schemas.openxmlformats.org/drawingml/2006/lockedCanvas" val="1"/>
              </a:ext>
            </a:extLst>
          </p:spPr>
          <p:txBody>
            <a:bodyPr wrap="square" lIns="0" tIns="0" rIns="0" bIns="0" rtlCol="0" anchor="t">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lang="en-US" sz="1400" kern="0" dirty="0">
                  <a:solidFill>
                    <a:srgbClr val="000000"/>
                  </a:solidFill>
                  <a:latin typeface="IBM Plex Sans"/>
                  <a:sym typeface="IBM Plex Sans Light"/>
                </a:rPr>
                <a:t>May 2023</a:t>
              </a:r>
              <a:endParaRPr lang="en-US" sz="1400" b="0" i="0" u="none" strike="noStrike" kern="0" cap="none" spc="0" normalizeH="0" baseline="0" noProof="0" dirty="0">
                <a:ln>
                  <a:noFill/>
                </a:ln>
                <a:solidFill>
                  <a:srgbClr val="000000"/>
                </a:solidFill>
                <a:effectLst/>
                <a:uLnTx/>
                <a:uFillTx/>
                <a:latin typeface="IBM Plex Sans"/>
              </a:endParaRPr>
            </a:p>
          </p:txBody>
        </p:sp>
        <p:sp>
          <p:nvSpPr>
            <p:cNvPr id="7" name="TextBox 20">
              <a:extLst>
                <a:ext uri="{FF2B5EF4-FFF2-40B4-BE49-F238E27FC236}">
                  <a16:creationId xmlns:a16="http://schemas.microsoft.com/office/drawing/2014/main" id="{2293F458-B428-B470-1280-22DA3E393281}"/>
                </a:ext>
              </a:extLst>
            </p:cNvPr>
            <p:cNvSpPr txBox="1"/>
            <p:nvPr/>
          </p:nvSpPr>
          <p:spPr>
            <a:xfrm>
              <a:off x="5453438" y="2255330"/>
              <a:ext cx="1653479" cy="47578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xmlns:lc="http://schemas.openxmlformats.org/drawingml/2006/lockedCanvas" val="1"/>
              </a:ext>
            </a:extLst>
          </p:spPr>
          <p:txBody>
            <a:bodyPr wrap="square" lIns="0" tIns="0" rIns="0" bIns="0" rtlCol="0" anchor="t">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lang="en-US" sz="1400" kern="0" dirty="0">
                  <a:solidFill>
                    <a:srgbClr val="000000"/>
                  </a:solidFill>
                  <a:latin typeface="IBM Plex Sans"/>
                  <a:sym typeface="IBM Plex Sans Light"/>
                </a:rPr>
                <a:t>Nov 2023</a:t>
              </a:r>
              <a:endParaRPr lang="en-US" sz="1400" b="0" i="0" u="none" strike="noStrike" kern="0" cap="none" spc="0" normalizeH="0" baseline="0" noProof="0" dirty="0">
                <a:ln>
                  <a:noFill/>
                </a:ln>
                <a:solidFill>
                  <a:srgbClr val="000000"/>
                </a:solidFill>
                <a:effectLst/>
                <a:uLnTx/>
                <a:uFillTx/>
                <a:latin typeface="IBM Plex Sans"/>
              </a:endParaRPr>
            </a:p>
          </p:txBody>
        </p:sp>
        <p:sp>
          <p:nvSpPr>
            <p:cNvPr id="8" name="TextBox 24">
              <a:extLst>
                <a:ext uri="{FF2B5EF4-FFF2-40B4-BE49-F238E27FC236}">
                  <a16:creationId xmlns:a16="http://schemas.microsoft.com/office/drawing/2014/main" id="{00C05666-449A-8A17-3A13-283F143BEECE}"/>
                </a:ext>
              </a:extLst>
            </p:cNvPr>
            <p:cNvSpPr txBox="1"/>
            <p:nvPr/>
          </p:nvSpPr>
          <p:spPr>
            <a:xfrm>
              <a:off x="9805463" y="2286609"/>
              <a:ext cx="1611142" cy="44450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xmlns:lc="http://schemas.openxmlformats.org/drawingml/2006/lockedCanvas" val="1"/>
              </a:ext>
            </a:extLst>
          </p:spPr>
          <p:txBody>
            <a:bodyPr wrap="square" lIns="0" tIns="0" rIns="0" bIns="0" rtlCol="0" anchor="t">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kumimoji="0" lang="en-US" sz="1400" b="0" i="0" u="none" strike="noStrike" kern="0" cap="none" spc="0" normalizeH="0" baseline="0" noProof="0" dirty="0">
                  <a:ln>
                    <a:noFill/>
                  </a:ln>
                  <a:solidFill>
                    <a:srgbClr val="000000"/>
                  </a:solidFill>
                  <a:effectLst/>
                  <a:uLnTx/>
                  <a:uFillTx/>
                  <a:latin typeface="IBM Plex Sans"/>
                  <a:sym typeface="IBM Plex Sans Light"/>
                </a:rPr>
                <a:t>May 2024</a:t>
              </a:r>
              <a:endParaRPr lang="en-US" sz="1400" b="0" i="0" u="none" strike="noStrike" kern="0" cap="none" spc="0" normalizeH="0" baseline="0" noProof="0" dirty="0">
                <a:ln>
                  <a:noFill/>
                </a:ln>
                <a:solidFill>
                  <a:srgbClr val="000000"/>
                </a:solidFill>
                <a:effectLst/>
                <a:uLnTx/>
                <a:uFillTx/>
                <a:latin typeface="IBM Plex Sans"/>
              </a:endParaRPr>
            </a:p>
          </p:txBody>
        </p:sp>
        <p:sp>
          <p:nvSpPr>
            <p:cNvPr id="9" name="TextBox 28">
              <a:extLst>
                <a:ext uri="{FF2B5EF4-FFF2-40B4-BE49-F238E27FC236}">
                  <a16:creationId xmlns:a16="http://schemas.microsoft.com/office/drawing/2014/main" id="{228E76BE-EB8C-D219-B7A7-F358F3C2BBA4}"/>
                </a:ext>
              </a:extLst>
            </p:cNvPr>
            <p:cNvSpPr txBox="1"/>
            <p:nvPr/>
          </p:nvSpPr>
          <p:spPr>
            <a:xfrm>
              <a:off x="14185123" y="2286610"/>
              <a:ext cx="1568802" cy="5926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xmlns:lc="http://schemas.openxmlformats.org/drawingml/2006/lockedCanvas" val="1"/>
              </a:ext>
            </a:extLst>
          </p:spPr>
          <p:txBody>
            <a:bodyPr wrap="square" lIns="0" tIns="0" rIns="0" bIns="0" rtlCol="0" anchor="t">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kumimoji="0" lang="en-US" sz="1400" b="0" i="0" u="none" strike="noStrike" kern="0" cap="none" spc="0" normalizeH="0" baseline="0" noProof="0" dirty="0">
                  <a:ln>
                    <a:noFill/>
                  </a:ln>
                  <a:solidFill>
                    <a:srgbClr val="000000"/>
                  </a:solidFill>
                  <a:effectLst/>
                  <a:uLnTx/>
                  <a:uFillTx/>
                  <a:latin typeface="IBM Plex Sans"/>
                  <a:sym typeface="IBM Plex Sans Light"/>
                </a:rPr>
                <a:t>Nov 2024</a:t>
              </a:r>
              <a:endParaRPr lang="en-US" sz="1400" b="0" i="0" u="none" strike="noStrike" kern="0" cap="none" spc="0" normalizeH="0" baseline="0" noProof="0" dirty="0">
                <a:ln>
                  <a:noFill/>
                </a:ln>
                <a:solidFill>
                  <a:srgbClr val="000000"/>
                </a:solidFill>
                <a:effectLst/>
                <a:uLnTx/>
                <a:uFillTx/>
                <a:latin typeface="IBM Plex Sans"/>
              </a:endParaRPr>
            </a:p>
          </p:txBody>
        </p:sp>
        <p:sp>
          <p:nvSpPr>
            <p:cNvPr id="10" name="TextBox 13">
              <a:extLst>
                <a:ext uri="{FF2B5EF4-FFF2-40B4-BE49-F238E27FC236}">
                  <a16:creationId xmlns:a16="http://schemas.microsoft.com/office/drawing/2014/main" id="{FFEC6E9F-1443-5630-CE5E-3FB1C714C6B6}"/>
                </a:ext>
              </a:extLst>
            </p:cNvPr>
            <p:cNvSpPr txBox="1"/>
            <p:nvPr/>
          </p:nvSpPr>
          <p:spPr>
            <a:xfrm>
              <a:off x="18674786" y="2311498"/>
              <a:ext cx="2002209" cy="53929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xmlns:lc="http://schemas.openxmlformats.org/drawingml/2006/lockedCanvas" val="1"/>
              </a:ext>
            </a:extLst>
          </p:spPr>
          <p:txBody>
            <a:bodyPr wrap="square" lIns="0" tIns="0" rIns="0" bIns="0" rtlCol="0" anchor="t">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kumimoji="0" lang="en-US" sz="1400" b="0" i="0" u="none" strike="noStrike" kern="0" cap="none" spc="0" normalizeH="0" baseline="0" noProof="0" dirty="0">
                  <a:ln>
                    <a:noFill/>
                  </a:ln>
                  <a:solidFill>
                    <a:srgbClr val="000000"/>
                  </a:solidFill>
                  <a:effectLst/>
                  <a:uLnTx/>
                  <a:uFillTx/>
                  <a:latin typeface="IBM Plex Sans"/>
                  <a:sym typeface="IBM Plex Sans Light"/>
                </a:rPr>
                <a:t>May 2025</a:t>
              </a:r>
              <a:endParaRPr lang="en-US" sz="1400" b="0" i="0" u="none" strike="noStrike" kern="0" cap="none" spc="0" normalizeH="0" baseline="0" noProof="0" dirty="0">
                <a:ln>
                  <a:noFill/>
                </a:ln>
                <a:solidFill>
                  <a:srgbClr val="000000"/>
                </a:solidFill>
                <a:effectLst/>
                <a:uLnTx/>
                <a:uFillTx/>
                <a:latin typeface="IBM Plex Sans"/>
              </a:endParaRPr>
            </a:p>
          </p:txBody>
        </p:sp>
        <p:sp>
          <p:nvSpPr>
            <p:cNvPr id="11" name="TextBox 34">
              <a:extLst>
                <a:ext uri="{FF2B5EF4-FFF2-40B4-BE49-F238E27FC236}">
                  <a16:creationId xmlns:a16="http://schemas.microsoft.com/office/drawing/2014/main" id="{DE679778-01AF-26A2-A9CE-738B85174B4B}"/>
                </a:ext>
              </a:extLst>
            </p:cNvPr>
            <p:cNvSpPr txBox="1"/>
            <p:nvPr/>
          </p:nvSpPr>
          <p:spPr>
            <a:xfrm rot="16200000">
              <a:off x="-252778" y="7478913"/>
              <a:ext cx="2688810" cy="109871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xmlns:lc="http://schemas.openxmlformats.org/drawingml/2006/lockedCanvas" val="1"/>
              </a:ext>
            </a:extLst>
          </p:spPr>
          <p:txBody>
            <a:bodyPr wrap="squar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algn="ctr" defTabSz="1218956">
                <a:spcBef>
                  <a:spcPts val="1450"/>
                </a:spcBef>
                <a:buSzPct val="100000"/>
              </a:pPr>
              <a:r>
                <a:rPr lang="en-US" sz="1400" b="1" kern="0" dirty="0">
                  <a:solidFill>
                    <a:srgbClr val="000000"/>
                  </a:solidFill>
                  <a:ea typeface="+mj-ea"/>
                  <a:cs typeface="+mj-cs"/>
                  <a:sym typeface="IBM Plex Sans Light"/>
                </a:rPr>
                <a:t>Milestones</a:t>
              </a:r>
              <a:endParaRPr lang="en-US" sz="1400" kern="0" dirty="0">
                <a:solidFill>
                  <a:srgbClr val="000000"/>
                </a:solidFill>
                <a:ea typeface="+mj-ea"/>
                <a:cs typeface="+mj-cs"/>
                <a:sym typeface="IBM Plex Sans Light"/>
              </a:endParaRPr>
            </a:p>
          </p:txBody>
        </p:sp>
        <p:grpSp>
          <p:nvGrpSpPr>
            <p:cNvPr id="12" name="Group 11">
              <a:extLst>
                <a:ext uri="{FF2B5EF4-FFF2-40B4-BE49-F238E27FC236}">
                  <a16:creationId xmlns:a16="http://schemas.microsoft.com/office/drawing/2014/main" id="{7F86B609-430B-FA64-B393-94CE10860C5B}"/>
                </a:ext>
              </a:extLst>
            </p:cNvPr>
            <p:cNvGrpSpPr/>
            <p:nvPr/>
          </p:nvGrpSpPr>
          <p:grpSpPr>
            <a:xfrm>
              <a:off x="1369154" y="2799065"/>
              <a:ext cx="20079811" cy="10005166"/>
              <a:chOff x="1369154" y="2799067"/>
              <a:chExt cx="20079811" cy="8747008"/>
            </a:xfrm>
          </p:grpSpPr>
          <p:cxnSp>
            <p:nvCxnSpPr>
              <p:cNvPr id="17" name="Straight Connector 16">
                <a:extLst>
                  <a:ext uri="{FF2B5EF4-FFF2-40B4-BE49-F238E27FC236}">
                    <a16:creationId xmlns:a16="http://schemas.microsoft.com/office/drawing/2014/main" id="{A26DC6A4-EFC9-49EA-D5BC-9D5ADAFFA6F2}"/>
                  </a:ext>
                </a:extLst>
              </p:cNvPr>
              <p:cNvCxnSpPr>
                <a:cxnSpLocks/>
              </p:cNvCxnSpPr>
              <p:nvPr/>
            </p:nvCxnSpPr>
            <p:spPr bwMode="auto">
              <a:xfrm>
                <a:off x="1369154" y="2822944"/>
                <a:ext cx="0" cy="8628788"/>
              </a:xfrm>
              <a:prstGeom prst="line">
                <a:avLst/>
              </a:prstGeom>
              <a:ln w="12700">
                <a:solidFill>
                  <a:srgbClr val="8D8D8D"/>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B791B144-2CC9-C5B5-D3D6-985A2E638EA3}"/>
                  </a:ext>
                </a:extLst>
              </p:cNvPr>
              <p:cNvCxnSpPr>
                <a:cxnSpLocks/>
              </p:cNvCxnSpPr>
              <p:nvPr/>
            </p:nvCxnSpPr>
            <p:spPr bwMode="auto">
              <a:xfrm>
                <a:off x="3587217" y="2822944"/>
                <a:ext cx="0" cy="8628788"/>
              </a:xfrm>
              <a:prstGeom prst="line">
                <a:avLst/>
              </a:prstGeom>
              <a:ln w="12700">
                <a:solidFill>
                  <a:srgbClr val="C6C6C6"/>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CF26C91E-24A0-1186-971E-580D2457F2BF}"/>
                  </a:ext>
                </a:extLst>
              </p:cNvPr>
              <p:cNvCxnSpPr>
                <a:cxnSpLocks/>
              </p:cNvCxnSpPr>
              <p:nvPr/>
            </p:nvCxnSpPr>
            <p:spPr bwMode="auto">
              <a:xfrm>
                <a:off x="5805280" y="2822944"/>
                <a:ext cx="0" cy="8628788"/>
              </a:xfrm>
              <a:prstGeom prst="line">
                <a:avLst/>
              </a:prstGeom>
              <a:ln w="12700">
                <a:solidFill>
                  <a:srgbClr val="8D8D8D"/>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0" name="Straight Connector 19">
                <a:extLst>
                  <a:ext uri="{FF2B5EF4-FFF2-40B4-BE49-F238E27FC236}">
                    <a16:creationId xmlns:a16="http://schemas.microsoft.com/office/drawing/2014/main" id="{226572DC-1B8E-FC6D-03B6-B4E4261C9655}"/>
                  </a:ext>
                </a:extLst>
              </p:cNvPr>
              <p:cNvCxnSpPr>
                <a:cxnSpLocks/>
              </p:cNvCxnSpPr>
              <p:nvPr/>
            </p:nvCxnSpPr>
            <p:spPr bwMode="auto">
              <a:xfrm>
                <a:off x="8051554" y="2822944"/>
                <a:ext cx="0" cy="8628788"/>
              </a:xfrm>
              <a:prstGeom prst="line">
                <a:avLst/>
              </a:prstGeom>
              <a:ln w="12700">
                <a:solidFill>
                  <a:srgbClr val="C6C6C6"/>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D29E9ACF-5157-DD6D-B85A-2580C4B45919}"/>
                  </a:ext>
                </a:extLst>
              </p:cNvPr>
              <p:cNvCxnSpPr>
                <a:cxnSpLocks/>
              </p:cNvCxnSpPr>
              <p:nvPr/>
            </p:nvCxnSpPr>
            <p:spPr bwMode="auto">
              <a:xfrm>
                <a:off x="10269617" y="2822944"/>
                <a:ext cx="0" cy="8628788"/>
              </a:xfrm>
              <a:prstGeom prst="line">
                <a:avLst/>
              </a:prstGeom>
              <a:ln w="12700">
                <a:solidFill>
                  <a:srgbClr val="8D8D8D"/>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2" name="Straight Connector 21">
                <a:extLst>
                  <a:ext uri="{FF2B5EF4-FFF2-40B4-BE49-F238E27FC236}">
                    <a16:creationId xmlns:a16="http://schemas.microsoft.com/office/drawing/2014/main" id="{7273BE1A-905A-701D-8116-2D082C46B8CB}"/>
                  </a:ext>
                </a:extLst>
              </p:cNvPr>
              <p:cNvCxnSpPr>
                <a:cxnSpLocks/>
              </p:cNvCxnSpPr>
              <p:nvPr/>
            </p:nvCxnSpPr>
            <p:spPr bwMode="auto">
              <a:xfrm>
                <a:off x="12501785" y="2822944"/>
                <a:ext cx="0" cy="8628788"/>
              </a:xfrm>
              <a:prstGeom prst="line">
                <a:avLst/>
              </a:prstGeom>
              <a:ln w="12700">
                <a:solidFill>
                  <a:srgbClr val="C6C6C6"/>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262287A2-A970-E9AC-B5AF-50DEA5616176}"/>
                  </a:ext>
                </a:extLst>
              </p:cNvPr>
              <p:cNvCxnSpPr>
                <a:cxnSpLocks/>
              </p:cNvCxnSpPr>
              <p:nvPr/>
            </p:nvCxnSpPr>
            <p:spPr bwMode="auto">
              <a:xfrm>
                <a:off x="14733953" y="2822944"/>
                <a:ext cx="0" cy="8628788"/>
              </a:xfrm>
              <a:prstGeom prst="line">
                <a:avLst/>
              </a:prstGeom>
              <a:ln w="12700">
                <a:solidFill>
                  <a:srgbClr val="8D8D8D"/>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4" name="Straight Connector 23">
                <a:extLst>
                  <a:ext uri="{FF2B5EF4-FFF2-40B4-BE49-F238E27FC236}">
                    <a16:creationId xmlns:a16="http://schemas.microsoft.com/office/drawing/2014/main" id="{C036589D-7CB8-434A-9923-BD3716A49AD5}"/>
                  </a:ext>
                </a:extLst>
              </p:cNvPr>
              <p:cNvCxnSpPr>
                <a:cxnSpLocks/>
              </p:cNvCxnSpPr>
              <p:nvPr/>
            </p:nvCxnSpPr>
            <p:spPr bwMode="auto">
              <a:xfrm>
                <a:off x="16965137" y="2822944"/>
                <a:ext cx="0" cy="8723131"/>
              </a:xfrm>
              <a:prstGeom prst="line">
                <a:avLst/>
              </a:prstGeom>
              <a:ln w="12700">
                <a:solidFill>
                  <a:srgbClr val="C6C6C6"/>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5" name="Straight Connector 24">
                <a:extLst>
                  <a:ext uri="{FF2B5EF4-FFF2-40B4-BE49-F238E27FC236}">
                    <a16:creationId xmlns:a16="http://schemas.microsoft.com/office/drawing/2014/main" id="{EEB6E107-CC79-78B4-3959-D8B513A5DFF7}"/>
                  </a:ext>
                </a:extLst>
              </p:cNvPr>
              <p:cNvCxnSpPr>
                <a:cxnSpLocks/>
              </p:cNvCxnSpPr>
              <p:nvPr/>
            </p:nvCxnSpPr>
            <p:spPr bwMode="auto">
              <a:xfrm>
                <a:off x="19202691" y="2799067"/>
                <a:ext cx="0" cy="8628788"/>
              </a:xfrm>
              <a:prstGeom prst="line">
                <a:avLst/>
              </a:prstGeom>
              <a:ln w="12700">
                <a:solidFill>
                  <a:srgbClr val="8D8D8D"/>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6" name="Straight Connector 25">
                <a:extLst>
                  <a:ext uri="{FF2B5EF4-FFF2-40B4-BE49-F238E27FC236}">
                    <a16:creationId xmlns:a16="http://schemas.microsoft.com/office/drawing/2014/main" id="{4D2916EC-F787-34E0-5272-95198F16BD88}"/>
                  </a:ext>
                </a:extLst>
              </p:cNvPr>
              <p:cNvCxnSpPr>
                <a:cxnSpLocks/>
              </p:cNvCxnSpPr>
              <p:nvPr/>
            </p:nvCxnSpPr>
            <p:spPr bwMode="auto">
              <a:xfrm>
                <a:off x="21448965" y="2799067"/>
                <a:ext cx="0" cy="8628788"/>
              </a:xfrm>
              <a:prstGeom prst="line">
                <a:avLst/>
              </a:prstGeom>
              <a:ln w="12700">
                <a:solidFill>
                  <a:srgbClr val="8D8D8D"/>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grpSp>
        <p:grpSp>
          <p:nvGrpSpPr>
            <p:cNvPr id="13" name="Group 12">
              <a:extLst>
                <a:ext uri="{FF2B5EF4-FFF2-40B4-BE49-F238E27FC236}">
                  <a16:creationId xmlns:a16="http://schemas.microsoft.com/office/drawing/2014/main" id="{D1A609FB-A5A2-1C18-7A11-CDF7961C1474}"/>
                </a:ext>
              </a:extLst>
            </p:cNvPr>
            <p:cNvGrpSpPr/>
            <p:nvPr/>
          </p:nvGrpSpPr>
          <p:grpSpPr>
            <a:xfrm>
              <a:off x="1510181" y="2764070"/>
              <a:ext cx="19820494" cy="689205"/>
              <a:chOff x="1510181" y="2764070"/>
              <a:chExt cx="19820494" cy="689205"/>
            </a:xfrm>
          </p:grpSpPr>
          <p:sp>
            <p:nvSpPr>
              <p:cNvPr id="14" name="Rounded Rectangle 9">
                <a:extLst>
                  <a:ext uri="{FF2B5EF4-FFF2-40B4-BE49-F238E27FC236}">
                    <a16:creationId xmlns:a16="http://schemas.microsoft.com/office/drawing/2014/main" id="{D2406F27-6864-5F1D-3A77-6002B5C67584}"/>
                  </a:ext>
                </a:extLst>
              </p:cNvPr>
              <p:cNvSpPr/>
              <p:nvPr/>
            </p:nvSpPr>
            <p:spPr bwMode="auto">
              <a:xfrm>
                <a:off x="1510181" y="2764070"/>
                <a:ext cx="4169167" cy="643783"/>
              </a:xfrm>
              <a:prstGeom prst="roundRect">
                <a:avLst/>
              </a:prstGeom>
              <a:solidFill>
                <a:schemeClr val="bg1">
                  <a:lumMod val="95000"/>
                </a:schemeClr>
              </a:solidFill>
              <a:ln w="19050">
                <a:solidFill>
                  <a:schemeClr val="bg1">
                    <a:lumMod val="95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ctr"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ctr" defTabSz="457109" rtl="0" eaLnBrk="1" fontAlgn="base" latinLnBrk="0" hangingPunct="1">
                  <a:lnSpc>
                    <a:spcPct val="100000"/>
                  </a:lnSpc>
                  <a:spcBef>
                    <a:spcPct val="0"/>
                  </a:spcBef>
                  <a:spcAft>
                    <a:spcPct val="0"/>
                  </a:spcAft>
                  <a:buClrTx/>
                  <a:buSzTx/>
                  <a:buFont typeface="IBM Plex Sans Light"/>
                  <a:buNone/>
                  <a:tabLst/>
                  <a:defRPr/>
                </a:pPr>
                <a:r>
                  <a:rPr lang="en-US" sz="1600" dirty="0">
                    <a:solidFill>
                      <a:schemeClr val="tx1"/>
                    </a:solidFill>
                    <a:latin typeface="IBM Plex Sans Thin" panose="020B0203050203000203" pitchFamily="34" charset="0"/>
                  </a:rPr>
                  <a:t>6 months</a:t>
                </a:r>
                <a:endParaRPr kumimoji="0" lang="en-US" sz="1600" u="none" strike="noStrike" kern="1200" cap="none" spc="0" normalizeH="0" baseline="0" noProof="0" dirty="0">
                  <a:ln>
                    <a:noFill/>
                  </a:ln>
                  <a:solidFill>
                    <a:schemeClr val="tx1"/>
                  </a:solidFill>
                  <a:effectLst/>
                  <a:uLnTx/>
                  <a:uFillTx/>
                  <a:latin typeface="IBM Plex Sans Thin" panose="020B0203050203000203" pitchFamily="34" charset="0"/>
                </a:endParaRPr>
              </a:p>
            </p:txBody>
          </p:sp>
          <p:sp>
            <p:nvSpPr>
              <p:cNvPr id="15" name="Rounded Rectangle 18">
                <a:extLst>
                  <a:ext uri="{FF2B5EF4-FFF2-40B4-BE49-F238E27FC236}">
                    <a16:creationId xmlns:a16="http://schemas.microsoft.com/office/drawing/2014/main" id="{47FB206D-749F-7375-1364-EE1682E1006B}"/>
                  </a:ext>
                </a:extLst>
              </p:cNvPr>
              <p:cNvSpPr/>
              <p:nvPr/>
            </p:nvSpPr>
            <p:spPr bwMode="auto">
              <a:xfrm>
                <a:off x="5931213" y="2764070"/>
                <a:ext cx="8661714" cy="643785"/>
              </a:xfrm>
              <a:prstGeom prst="roundRect">
                <a:avLst/>
              </a:prstGeom>
              <a:solidFill>
                <a:schemeClr val="bg1">
                  <a:lumMod val="95000"/>
                </a:schemeClr>
              </a:solidFill>
              <a:ln w="19050">
                <a:solidFill>
                  <a:schemeClr val="bg1">
                    <a:lumMod val="95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ctr"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ctr" defTabSz="457109" rtl="0" eaLnBrk="1" fontAlgn="base" latinLnBrk="0" hangingPunct="1">
                  <a:lnSpc>
                    <a:spcPct val="100000"/>
                  </a:lnSpc>
                  <a:spcBef>
                    <a:spcPct val="0"/>
                  </a:spcBef>
                  <a:spcAft>
                    <a:spcPct val="0"/>
                  </a:spcAft>
                  <a:buClrTx/>
                  <a:buSzTx/>
                  <a:buFont typeface="IBM Plex Sans Light"/>
                  <a:buNone/>
                  <a:tabLst/>
                  <a:defRPr/>
                </a:pPr>
                <a:r>
                  <a:rPr lang="en-US" sz="1400" dirty="0">
                    <a:solidFill>
                      <a:schemeClr val="tx1"/>
                    </a:solidFill>
                    <a:latin typeface="IBM Plex Sans Thin" panose="020B0203050203000203" pitchFamily="34" charset="0"/>
                  </a:rPr>
                  <a:t>1.5 years</a:t>
                </a:r>
                <a:endParaRPr kumimoji="0" lang="en-US" sz="1400" u="none" strike="noStrike" kern="1200" cap="none" spc="0" normalizeH="0" baseline="0" noProof="0" dirty="0">
                  <a:ln>
                    <a:noFill/>
                  </a:ln>
                  <a:solidFill>
                    <a:schemeClr val="tx1"/>
                  </a:solidFill>
                  <a:effectLst/>
                  <a:uLnTx/>
                  <a:uFillTx/>
                  <a:latin typeface="IBM Plex Sans Thin" panose="020B0203050203000203" pitchFamily="34" charset="0"/>
                </a:endParaRPr>
              </a:p>
            </p:txBody>
          </p:sp>
          <p:sp>
            <p:nvSpPr>
              <p:cNvPr id="16" name="Rounded Rectangle 21">
                <a:extLst>
                  <a:ext uri="{FF2B5EF4-FFF2-40B4-BE49-F238E27FC236}">
                    <a16:creationId xmlns:a16="http://schemas.microsoft.com/office/drawing/2014/main" id="{1019AA86-1F90-0C85-1C87-7B49B41AC671}"/>
                  </a:ext>
                </a:extLst>
              </p:cNvPr>
              <p:cNvSpPr/>
              <p:nvPr/>
            </p:nvSpPr>
            <p:spPr bwMode="auto">
              <a:xfrm>
                <a:off x="14866351" y="2809480"/>
                <a:ext cx="6464324" cy="643795"/>
              </a:xfrm>
              <a:prstGeom prst="roundRect">
                <a:avLst/>
              </a:prstGeom>
              <a:solidFill>
                <a:schemeClr val="bg1">
                  <a:lumMod val="95000"/>
                </a:schemeClr>
              </a:solidFill>
              <a:ln w="19050">
                <a:solidFill>
                  <a:schemeClr val="bg1">
                    <a:lumMod val="95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ctr"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ctr" defTabSz="457109" rtl="0" eaLnBrk="1" fontAlgn="base" latinLnBrk="0" hangingPunct="1">
                  <a:lnSpc>
                    <a:spcPct val="100000"/>
                  </a:lnSpc>
                  <a:spcBef>
                    <a:spcPct val="0"/>
                  </a:spcBef>
                  <a:spcAft>
                    <a:spcPct val="0"/>
                  </a:spcAft>
                  <a:buClrTx/>
                  <a:buSzTx/>
                  <a:buFont typeface="IBM Plex Sans Light"/>
                  <a:buNone/>
                  <a:tabLst/>
                  <a:defRPr/>
                </a:pPr>
                <a:r>
                  <a:rPr lang="en-US" sz="1600" dirty="0">
                    <a:solidFill>
                      <a:schemeClr val="tx1"/>
                    </a:solidFill>
                    <a:latin typeface="IBM Plex Sans Thin" panose="020B0203050203000203" pitchFamily="34" charset="0"/>
                  </a:rPr>
                  <a:t>2.25 years</a:t>
                </a:r>
                <a:endParaRPr kumimoji="0" lang="en-US" sz="1600" u="none" strike="noStrike" kern="1200" cap="none" spc="0" normalizeH="0" baseline="0" noProof="0" dirty="0">
                  <a:ln>
                    <a:noFill/>
                  </a:ln>
                  <a:solidFill>
                    <a:schemeClr val="tx1"/>
                  </a:solidFill>
                  <a:effectLst/>
                  <a:uLnTx/>
                  <a:uFillTx/>
                  <a:latin typeface="IBM Plex Sans Thin" panose="020B0203050203000203" pitchFamily="34" charset="0"/>
                </a:endParaRPr>
              </a:p>
            </p:txBody>
          </p:sp>
        </p:grpSp>
      </p:grpSp>
      <p:sp>
        <p:nvSpPr>
          <p:cNvPr id="5" name="TextBox 13">
            <a:extLst>
              <a:ext uri="{FF2B5EF4-FFF2-40B4-BE49-F238E27FC236}">
                <a16:creationId xmlns:a16="http://schemas.microsoft.com/office/drawing/2014/main" id="{EE8FCE02-0399-7D39-4576-02619CE30EAC}"/>
              </a:ext>
            </a:extLst>
          </p:cNvPr>
          <p:cNvSpPr txBox="1"/>
          <p:nvPr/>
        </p:nvSpPr>
        <p:spPr>
          <a:xfrm>
            <a:off x="10462903" y="1479298"/>
            <a:ext cx="948057" cy="20611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xmlns:lc="http://schemas.openxmlformats.org/drawingml/2006/lockedCanvas" val="1"/>
            </a:ext>
          </a:extLst>
        </p:spPr>
        <p:txBody>
          <a:bodyPr wrap="squar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lang="en-US" sz="1400" kern="0" dirty="0">
                <a:solidFill>
                  <a:srgbClr val="000000"/>
                </a:solidFill>
                <a:latin typeface="IBM Plex Sans" panose="020B0503050203000203" pitchFamily="34" charset="0"/>
                <a:sym typeface="IBM Plex Sans Light"/>
              </a:rPr>
              <a:t>Aug 2025</a:t>
            </a:r>
            <a:endParaRPr kumimoji="0" lang="en-US" sz="1400" b="0" i="0" u="none" strike="noStrike" kern="0" cap="none" spc="0" normalizeH="0" baseline="0" noProof="0" dirty="0">
              <a:ln>
                <a:noFill/>
              </a:ln>
              <a:solidFill>
                <a:srgbClr val="000000"/>
              </a:solidFill>
              <a:effectLst/>
              <a:uLnTx/>
              <a:uFillTx/>
              <a:latin typeface="IBM Plex Sans" panose="020B0503050203000203" pitchFamily="34" charset="0"/>
              <a:ea typeface="+mn-ea"/>
              <a:cs typeface="+mn-cs"/>
              <a:sym typeface="IBM Plex Sans Light"/>
            </a:endParaRPr>
          </a:p>
        </p:txBody>
      </p:sp>
      <p:sp>
        <p:nvSpPr>
          <p:cNvPr id="28" name="TextBox 13">
            <a:extLst>
              <a:ext uri="{FF2B5EF4-FFF2-40B4-BE49-F238E27FC236}">
                <a16:creationId xmlns:a16="http://schemas.microsoft.com/office/drawing/2014/main" id="{6EC4529E-48D1-76A8-BD24-132DDE685342}"/>
              </a:ext>
            </a:extLst>
          </p:cNvPr>
          <p:cNvSpPr txBox="1"/>
          <p:nvPr/>
        </p:nvSpPr>
        <p:spPr>
          <a:xfrm>
            <a:off x="1672377" y="1472961"/>
            <a:ext cx="948057" cy="20611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xmlns:lc="http://schemas.openxmlformats.org/drawingml/2006/lockedCanvas" val="1"/>
            </a:ext>
          </a:extLst>
        </p:spPr>
        <p:txBody>
          <a:bodyPr wrap="squar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lang="en-US" sz="1400" kern="0" dirty="0">
                <a:solidFill>
                  <a:srgbClr val="000000"/>
                </a:solidFill>
                <a:latin typeface="IBM Plex Sans" panose="020B0503050203000203" pitchFamily="34" charset="0"/>
                <a:sym typeface="IBM Plex Sans Light"/>
              </a:rPr>
              <a:t>Au</a:t>
            </a:r>
            <a:r>
              <a:rPr kumimoji="0" lang="en-US" sz="1400" b="0" i="0" u="none" strike="noStrike" kern="0" cap="none" spc="0" normalizeH="0" baseline="0" noProof="0" dirty="0">
                <a:ln>
                  <a:noFill/>
                </a:ln>
                <a:solidFill>
                  <a:srgbClr val="000000"/>
                </a:solidFill>
                <a:effectLst/>
                <a:uLnTx/>
                <a:uFillTx/>
                <a:latin typeface="IBM Plex Sans" panose="020B0503050203000203" pitchFamily="34" charset="0"/>
                <a:ea typeface="+mn-ea"/>
                <a:cs typeface="+mn-cs"/>
                <a:sym typeface="IBM Plex Sans Light"/>
              </a:rPr>
              <a:t>g 2023</a:t>
            </a:r>
          </a:p>
        </p:txBody>
      </p:sp>
      <p:sp>
        <p:nvSpPr>
          <p:cNvPr id="29" name="TextBox 13">
            <a:extLst>
              <a:ext uri="{FF2B5EF4-FFF2-40B4-BE49-F238E27FC236}">
                <a16:creationId xmlns:a16="http://schemas.microsoft.com/office/drawing/2014/main" id="{13479BF9-8562-12C5-8D89-27E1195845FB}"/>
              </a:ext>
            </a:extLst>
          </p:cNvPr>
          <p:cNvSpPr txBox="1"/>
          <p:nvPr/>
        </p:nvSpPr>
        <p:spPr>
          <a:xfrm>
            <a:off x="3977646" y="1466499"/>
            <a:ext cx="948057" cy="20611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xmlns:lc="http://schemas.openxmlformats.org/drawingml/2006/lockedCanvas" val="1"/>
            </a:ext>
          </a:extLst>
        </p:spPr>
        <p:txBody>
          <a:bodyPr wrap="squar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kumimoji="0" lang="en-US" sz="1400" b="0" i="0" u="none" strike="noStrike" kern="0" cap="none" spc="0" normalizeH="0" baseline="0" noProof="0" dirty="0">
                <a:ln>
                  <a:noFill/>
                </a:ln>
                <a:solidFill>
                  <a:srgbClr val="000000"/>
                </a:solidFill>
                <a:effectLst/>
                <a:uLnTx/>
                <a:uFillTx/>
                <a:latin typeface="IBM Plex Sans" panose="020B0503050203000203" pitchFamily="34" charset="0"/>
                <a:ea typeface="+mn-ea"/>
                <a:cs typeface="+mn-cs"/>
                <a:sym typeface="IBM Plex Sans Light"/>
              </a:rPr>
              <a:t>Feb</a:t>
            </a:r>
            <a:r>
              <a:rPr lang="en-US" sz="1400" kern="0" dirty="0">
                <a:solidFill>
                  <a:srgbClr val="000000"/>
                </a:solidFill>
                <a:latin typeface="IBM Plex Sans" panose="020B0503050203000203" pitchFamily="34" charset="0"/>
                <a:sym typeface="IBM Plex Sans Light"/>
              </a:rPr>
              <a:t> </a:t>
            </a:r>
            <a:r>
              <a:rPr kumimoji="0" lang="en-US" sz="1400" b="0" i="0" u="none" strike="noStrike" kern="0" cap="none" spc="0" normalizeH="0" baseline="0" noProof="0" dirty="0">
                <a:ln>
                  <a:noFill/>
                </a:ln>
                <a:solidFill>
                  <a:srgbClr val="000000"/>
                </a:solidFill>
                <a:effectLst/>
                <a:uLnTx/>
                <a:uFillTx/>
                <a:latin typeface="IBM Plex Sans" panose="020B0503050203000203" pitchFamily="34" charset="0"/>
                <a:ea typeface="+mn-ea"/>
                <a:cs typeface="+mn-cs"/>
                <a:sym typeface="IBM Plex Sans Light"/>
              </a:rPr>
              <a:t>2024</a:t>
            </a:r>
          </a:p>
        </p:txBody>
      </p:sp>
      <p:sp>
        <p:nvSpPr>
          <p:cNvPr id="30" name="TextBox 13">
            <a:extLst>
              <a:ext uri="{FF2B5EF4-FFF2-40B4-BE49-F238E27FC236}">
                <a16:creationId xmlns:a16="http://schemas.microsoft.com/office/drawing/2014/main" id="{55D45980-524D-04B3-9683-E17EC0EE41E2}"/>
              </a:ext>
            </a:extLst>
          </p:cNvPr>
          <p:cNvSpPr txBox="1"/>
          <p:nvPr/>
        </p:nvSpPr>
        <p:spPr>
          <a:xfrm>
            <a:off x="6148343" y="1460659"/>
            <a:ext cx="948057" cy="20611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xmlns:lc="http://schemas.openxmlformats.org/drawingml/2006/lockedCanvas" val="1"/>
            </a:ext>
          </a:extLst>
        </p:spPr>
        <p:txBody>
          <a:bodyPr wrap="squar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lang="en-US" sz="1400" kern="0" dirty="0">
                <a:solidFill>
                  <a:srgbClr val="000000"/>
                </a:solidFill>
                <a:latin typeface="IBM Plex Sans" panose="020B0503050203000203" pitchFamily="34" charset="0"/>
                <a:sym typeface="IBM Plex Sans Light"/>
              </a:rPr>
              <a:t>Aug </a:t>
            </a:r>
            <a:r>
              <a:rPr kumimoji="0" lang="en-US" sz="1400" b="0" i="0" u="none" strike="noStrike" kern="0" cap="none" spc="0" normalizeH="0" baseline="0" noProof="0" dirty="0">
                <a:ln>
                  <a:noFill/>
                </a:ln>
                <a:solidFill>
                  <a:srgbClr val="000000"/>
                </a:solidFill>
                <a:effectLst/>
                <a:uLnTx/>
                <a:uFillTx/>
                <a:latin typeface="IBM Plex Sans" panose="020B0503050203000203" pitchFamily="34" charset="0"/>
                <a:ea typeface="+mn-ea"/>
                <a:cs typeface="+mn-cs"/>
                <a:sym typeface="IBM Plex Sans Light"/>
              </a:rPr>
              <a:t>2024</a:t>
            </a:r>
          </a:p>
        </p:txBody>
      </p:sp>
      <p:sp>
        <p:nvSpPr>
          <p:cNvPr id="31" name="TextBox 13">
            <a:extLst>
              <a:ext uri="{FF2B5EF4-FFF2-40B4-BE49-F238E27FC236}">
                <a16:creationId xmlns:a16="http://schemas.microsoft.com/office/drawing/2014/main" id="{56CBA475-6088-4323-BA65-421D89DD9EE5}"/>
              </a:ext>
            </a:extLst>
          </p:cNvPr>
          <p:cNvSpPr txBox="1"/>
          <p:nvPr/>
        </p:nvSpPr>
        <p:spPr>
          <a:xfrm>
            <a:off x="8385770" y="1460658"/>
            <a:ext cx="948057" cy="20611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xmlns:lc="http://schemas.openxmlformats.org/drawingml/2006/lockedCanvas" val="1"/>
            </a:ext>
          </a:extLst>
        </p:spPr>
        <p:txBody>
          <a:bodyPr wrap="squar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lvl="0" indent="0" algn="l" defTabSz="1218956" rtl="0" eaLnBrk="1" fontAlgn="auto" latinLnBrk="0" hangingPunct="1">
              <a:lnSpc>
                <a:spcPct val="100000"/>
              </a:lnSpc>
              <a:spcBef>
                <a:spcPts val="1450"/>
              </a:spcBef>
              <a:spcAft>
                <a:spcPts val="0"/>
              </a:spcAft>
              <a:buClrTx/>
              <a:buSzPct val="100000"/>
              <a:buFontTx/>
              <a:buNone/>
              <a:tabLst/>
              <a:defRPr/>
            </a:pPr>
            <a:r>
              <a:rPr kumimoji="0" lang="en-US" sz="1400" b="0" i="0" u="none" strike="noStrike" kern="0" cap="none" spc="0" normalizeH="0" baseline="0" noProof="0" dirty="0">
                <a:ln>
                  <a:noFill/>
                </a:ln>
                <a:solidFill>
                  <a:srgbClr val="000000"/>
                </a:solidFill>
                <a:effectLst/>
                <a:uLnTx/>
                <a:uFillTx/>
                <a:latin typeface="IBM Plex Sans" panose="020B0503050203000203" pitchFamily="34" charset="0"/>
                <a:ea typeface="+mn-ea"/>
                <a:cs typeface="+mn-cs"/>
                <a:sym typeface="IBM Plex Sans Light"/>
              </a:rPr>
              <a:t>Feb</a:t>
            </a:r>
            <a:r>
              <a:rPr lang="en-US" sz="1400" kern="0" dirty="0">
                <a:solidFill>
                  <a:srgbClr val="000000"/>
                </a:solidFill>
                <a:latin typeface="IBM Plex Sans" panose="020B0503050203000203" pitchFamily="34" charset="0"/>
                <a:sym typeface="IBM Plex Sans Light"/>
              </a:rPr>
              <a:t> </a:t>
            </a:r>
            <a:r>
              <a:rPr kumimoji="0" lang="en-US" sz="1400" b="0" i="0" u="none" strike="noStrike" kern="0" cap="none" spc="0" normalizeH="0" baseline="0" noProof="0" dirty="0">
                <a:ln>
                  <a:noFill/>
                </a:ln>
                <a:solidFill>
                  <a:srgbClr val="000000"/>
                </a:solidFill>
                <a:effectLst/>
                <a:uLnTx/>
                <a:uFillTx/>
                <a:latin typeface="IBM Plex Sans" panose="020B0503050203000203" pitchFamily="34" charset="0"/>
                <a:ea typeface="+mn-ea"/>
                <a:cs typeface="+mn-cs"/>
                <a:sym typeface="IBM Plex Sans Light"/>
              </a:rPr>
              <a:t>2025</a:t>
            </a:r>
          </a:p>
        </p:txBody>
      </p:sp>
      <p:sp>
        <p:nvSpPr>
          <p:cNvPr id="32" name="Rectangle: Rounded Corners 5">
            <a:extLst>
              <a:ext uri="{FF2B5EF4-FFF2-40B4-BE49-F238E27FC236}">
                <a16:creationId xmlns:a16="http://schemas.microsoft.com/office/drawing/2014/main" id="{09A38C59-93B7-C87D-347D-2276D01C09A4}"/>
              </a:ext>
            </a:extLst>
          </p:cNvPr>
          <p:cNvSpPr/>
          <p:nvPr/>
        </p:nvSpPr>
        <p:spPr bwMode="auto">
          <a:xfrm>
            <a:off x="1315972" y="2398665"/>
            <a:ext cx="686990" cy="321850"/>
          </a:xfrm>
          <a:prstGeom prst="roundRect">
            <a:avLst/>
          </a:prstGeom>
          <a:solidFill>
            <a:srgbClr val="DEFBE6"/>
          </a:solidFill>
          <a:ln w="57150">
            <a:solidFill>
              <a:srgbClr val="24A148"/>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600" dirty="0">
                <a:solidFill>
                  <a:schemeClr val="tx1"/>
                </a:solidFill>
              </a:rPr>
              <a:t>BNL</a:t>
            </a:r>
            <a:endParaRPr lang="en-US" sz="1600" b="0" i="0" u="none" strike="noStrike" cap="none" normalizeH="0" baseline="0" dirty="0">
              <a:ln>
                <a:noFill/>
              </a:ln>
              <a:solidFill>
                <a:schemeClr val="tx1"/>
              </a:solidFill>
              <a:effectLst/>
              <a:latin typeface="+mn-lt"/>
            </a:endParaRPr>
          </a:p>
        </p:txBody>
      </p:sp>
      <p:sp>
        <p:nvSpPr>
          <p:cNvPr id="33" name="Rectangle: Rounded Corners 5">
            <a:extLst>
              <a:ext uri="{FF2B5EF4-FFF2-40B4-BE49-F238E27FC236}">
                <a16:creationId xmlns:a16="http://schemas.microsoft.com/office/drawing/2014/main" id="{98F784CB-23E3-E391-A74B-0F31385B0104}"/>
              </a:ext>
            </a:extLst>
          </p:cNvPr>
          <p:cNvSpPr/>
          <p:nvPr/>
        </p:nvSpPr>
        <p:spPr bwMode="auto">
          <a:xfrm>
            <a:off x="1" y="2066231"/>
            <a:ext cx="973328" cy="321850"/>
          </a:xfrm>
          <a:prstGeom prst="roundRect">
            <a:avLst/>
          </a:prstGeom>
          <a:solidFill>
            <a:schemeClr val="accent6">
              <a:lumMod val="20000"/>
              <a:lumOff val="80000"/>
            </a:schemeClr>
          </a:solidFill>
          <a:ln w="57150">
            <a:solidFill>
              <a:schemeClr val="accent6">
                <a:lumMod val="75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600" dirty="0">
                <a:solidFill>
                  <a:schemeClr val="tx1"/>
                </a:solidFill>
              </a:rPr>
              <a:t>Madison</a:t>
            </a:r>
            <a:endParaRPr lang="en-US" sz="1600" b="0" i="0" u="none" strike="noStrike" cap="none" normalizeH="0" baseline="0" dirty="0">
              <a:ln>
                <a:noFill/>
              </a:ln>
              <a:solidFill>
                <a:schemeClr val="tx1"/>
              </a:solidFill>
              <a:effectLst/>
              <a:latin typeface="+mn-lt"/>
            </a:endParaRPr>
          </a:p>
        </p:txBody>
      </p:sp>
      <p:sp>
        <p:nvSpPr>
          <p:cNvPr id="34" name="Rectangle: Rounded Corners 5">
            <a:extLst>
              <a:ext uri="{FF2B5EF4-FFF2-40B4-BE49-F238E27FC236}">
                <a16:creationId xmlns:a16="http://schemas.microsoft.com/office/drawing/2014/main" id="{2D971E3C-348E-8374-5143-A62EE43D038C}"/>
              </a:ext>
            </a:extLst>
          </p:cNvPr>
          <p:cNvSpPr/>
          <p:nvPr/>
        </p:nvSpPr>
        <p:spPr bwMode="auto">
          <a:xfrm>
            <a:off x="2535811" y="2671124"/>
            <a:ext cx="7217226" cy="321850"/>
          </a:xfrm>
          <a:prstGeom prst="roundRect">
            <a:avLst/>
          </a:prstGeom>
          <a:solidFill>
            <a:schemeClr val="accent1">
              <a:lumMod val="20000"/>
              <a:lumOff val="80000"/>
            </a:schemeClr>
          </a:solidFill>
          <a:ln w="57150">
            <a:solidFill>
              <a:schemeClr val="accent1"/>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600" b="0" i="0" u="none" strike="noStrike" cap="none" normalizeH="0" baseline="0" dirty="0">
                <a:ln>
                  <a:noFill/>
                </a:ln>
                <a:solidFill>
                  <a:schemeClr val="tx1"/>
                </a:solidFill>
                <a:effectLst/>
                <a:latin typeface="+mn-lt"/>
              </a:rPr>
              <a:t>Chicago Quantum Exchange</a:t>
            </a:r>
          </a:p>
        </p:txBody>
      </p:sp>
      <p:sp>
        <p:nvSpPr>
          <p:cNvPr id="35" name="Rectangle: Rounded Corners 5">
            <a:extLst>
              <a:ext uri="{FF2B5EF4-FFF2-40B4-BE49-F238E27FC236}">
                <a16:creationId xmlns:a16="http://schemas.microsoft.com/office/drawing/2014/main" id="{20054EF5-6080-3BED-EE03-B10476EB20AA}"/>
              </a:ext>
            </a:extLst>
          </p:cNvPr>
          <p:cNvSpPr/>
          <p:nvPr/>
        </p:nvSpPr>
        <p:spPr bwMode="auto">
          <a:xfrm>
            <a:off x="6816015" y="3570573"/>
            <a:ext cx="669015" cy="321850"/>
          </a:xfrm>
          <a:prstGeom prst="roundRect">
            <a:avLst/>
          </a:prstGeom>
          <a:solidFill>
            <a:srgbClr val="FCF4D6"/>
          </a:solidFill>
          <a:ln w="57150">
            <a:solidFill>
              <a:srgbClr val="FDDC69"/>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600" dirty="0">
                <a:solidFill>
                  <a:schemeClr val="tx1"/>
                </a:solidFill>
              </a:rPr>
              <a:t>GRFP</a:t>
            </a:r>
            <a:endParaRPr lang="en-US" sz="1600" b="0" i="0" u="none" strike="noStrike" cap="none" normalizeH="0" baseline="0" dirty="0">
              <a:ln>
                <a:noFill/>
              </a:ln>
              <a:solidFill>
                <a:schemeClr val="tx1"/>
              </a:solidFill>
              <a:effectLst/>
              <a:latin typeface="+mn-lt"/>
            </a:endParaRPr>
          </a:p>
        </p:txBody>
      </p:sp>
      <p:sp>
        <p:nvSpPr>
          <p:cNvPr id="36" name="Rectangle: Rounded Corners 5">
            <a:extLst>
              <a:ext uri="{FF2B5EF4-FFF2-40B4-BE49-F238E27FC236}">
                <a16:creationId xmlns:a16="http://schemas.microsoft.com/office/drawing/2014/main" id="{D014A2B0-B5A9-B6D5-4A3D-040DAACA84F9}"/>
              </a:ext>
            </a:extLst>
          </p:cNvPr>
          <p:cNvSpPr/>
          <p:nvPr/>
        </p:nvSpPr>
        <p:spPr bwMode="auto">
          <a:xfrm>
            <a:off x="6564435" y="4467434"/>
            <a:ext cx="1246387" cy="321850"/>
          </a:xfrm>
          <a:prstGeom prst="roundRect">
            <a:avLst/>
          </a:prstGeom>
          <a:solidFill>
            <a:srgbClr val="6FDC8C"/>
          </a:solidFill>
          <a:ln w="57150">
            <a:solidFill>
              <a:srgbClr val="198038"/>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600" dirty="0">
                <a:solidFill>
                  <a:schemeClr val="tx1"/>
                </a:solidFill>
              </a:rPr>
              <a:t>Argonne</a:t>
            </a:r>
            <a:endParaRPr lang="en-US" sz="1600" b="0" i="0" u="none" strike="noStrike" cap="none" normalizeH="0" baseline="0" dirty="0">
              <a:ln>
                <a:noFill/>
              </a:ln>
              <a:solidFill>
                <a:schemeClr val="tx1"/>
              </a:solidFill>
              <a:effectLst/>
              <a:latin typeface="+mn-lt"/>
            </a:endParaRPr>
          </a:p>
        </p:txBody>
      </p:sp>
      <p:sp>
        <p:nvSpPr>
          <p:cNvPr id="37" name="Rectangle: Rounded Corners 5">
            <a:extLst>
              <a:ext uri="{FF2B5EF4-FFF2-40B4-BE49-F238E27FC236}">
                <a16:creationId xmlns:a16="http://schemas.microsoft.com/office/drawing/2014/main" id="{67639AF2-EBBE-0D10-2573-8BD76E46E4DB}"/>
              </a:ext>
            </a:extLst>
          </p:cNvPr>
          <p:cNvSpPr/>
          <p:nvPr/>
        </p:nvSpPr>
        <p:spPr bwMode="auto">
          <a:xfrm>
            <a:off x="7076728" y="4019003"/>
            <a:ext cx="518600" cy="321850"/>
          </a:xfrm>
          <a:prstGeom prst="roundRect">
            <a:avLst/>
          </a:prstGeom>
          <a:solidFill>
            <a:srgbClr val="F8D9B8"/>
          </a:solidFill>
          <a:ln w="57150">
            <a:solidFill>
              <a:srgbClr val="FF6F00"/>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400" dirty="0">
                <a:solidFill>
                  <a:schemeClr val="tx1"/>
                </a:solidFill>
              </a:rPr>
              <a:t>GEM</a:t>
            </a:r>
            <a:endParaRPr lang="en-US" sz="1400" b="0" i="0" u="none" strike="noStrike" cap="none" normalizeH="0" baseline="0" dirty="0">
              <a:ln>
                <a:noFill/>
              </a:ln>
              <a:solidFill>
                <a:schemeClr val="tx1"/>
              </a:solidFill>
              <a:effectLst/>
              <a:latin typeface="+mn-lt"/>
            </a:endParaRPr>
          </a:p>
        </p:txBody>
      </p:sp>
      <p:sp>
        <p:nvSpPr>
          <p:cNvPr id="38" name="Rectangle: Rounded Corners 5">
            <a:extLst>
              <a:ext uri="{FF2B5EF4-FFF2-40B4-BE49-F238E27FC236}">
                <a16:creationId xmlns:a16="http://schemas.microsoft.com/office/drawing/2014/main" id="{C9CB02AF-6674-2001-940A-D4D3A9FFC6D2}"/>
              </a:ext>
            </a:extLst>
          </p:cNvPr>
          <p:cNvSpPr/>
          <p:nvPr/>
        </p:nvSpPr>
        <p:spPr bwMode="auto">
          <a:xfrm>
            <a:off x="4422581" y="3248723"/>
            <a:ext cx="1187112" cy="321850"/>
          </a:xfrm>
          <a:prstGeom prst="roundRect">
            <a:avLst/>
          </a:prstGeom>
          <a:solidFill>
            <a:srgbClr val="9EF0F0"/>
          </a:solidFill>
          <a:ln w="57150">
            <a:solidFill>
              <a:srgbClr val="007D79"/>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600" dirty="0">
                <a:solidFill>
                  <a:schemeClr val="tx1"/>
                </a:solidFill>
              </a:rPr>
              <a:t>QRISE</a:t>
            </a:r>
            <a:endParaRPr lang="en-US" sz="1600" b="0" i="0" u="none" strike="noStrike" cap="none" normalizeH="0" baseline="0" dirty="0">
              <a:ln>
                <a:noFill/>
              </a:ln>
              <a:solidFill>
                <a:schemeClr val="tx1"/>
              </a:solidFill>
              <a:effectLst/>
              <a:latin typeface="+mn-lt"/>
            </a:endParaRPr>
          </a:p>
        </p:txBody>
      </p:sp>
      <p:sp>
        <p:nvSpPr>
          <p:cNvPr id="39" name="Rectangle: Rounded Corners 5">
            <a:extLst>
              <a:ext uri="{FF2B5EF4-FFF2-40B4-BE49-F238E27FC236}">
                <a16:creationId xmlns:a16="http://schemas.microsoft.com/office/drawing/2014/main" id="{7A1487DB-82BA-AF2D-3505-01E130BCFE84}"/>
              </a:ext>
            </a:extLst>
          </p:cNvPr>
          <p:cNvSpPr/>
          <p:nvPr/>
        </p:nvSpPr>
        <p:spPr bwMode="auto">
          <a:xfrm>
            <a:off x="3111117" y="3231559"/>
            <a:ext cx="1150050" cy="356176"/>
          </a:xfrm>
          <a:prstGeom prst="roundRect">
            <a:avLst/>
          </a:prstGeom>
          <a:solidFill>
            <a:schemeClr val="bg1">
              <a:lumMod val="85000"/>
            </a:schemeClr>
          </a:solidFill>
          <a:ln w="57150">
            <a:solidFill>
              <a:schemeClr val="tx2">
                <a:lumMod val="95000"/>
                <a:lumOff val="5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600" dirty="0">
                <a:solidFill>
                  <a:schemeClr val="tx1"/>
                </a:solidFill>
              </a:rPr>
              <a:t>Cafe Code</a:t>
            </a:r>
            <a:endParaRPr lang="en-US" sz="1600" b="0" i="0" u="none" strike="noStrike" cap="none" normalizeH="0" baseline="0" dirty="0">
              <a:ln>
                <a:noFill/>
              </a:ln>
              <a:solidFill>
                <a:schemeClr val="tx1"/>
              </a:solidFill>
              <a:effectLst/>
              <a:latin typeface="+mn-lt"/>
            </a:endParaRPr>
          </a:p>
        </p:txBody>
      </p:sp>
      <p:sp>
        <p:nvSpPr>
          <p:cNvPr id="40" name="Rectangle: Rounded Corners 5">
            <a:extLst>
              <a:ext uri="{FF2B5EF4-FFF2-40B4-BE49-F238E27FC236}">
                <a16:creationId xmlns:a16="http://schemas.microsoft.com/office/drawing/2014/main" id="{906D74BA-5D46-2AE7-2527-BC2680C83D75}"/>
              </a:ext>
            </a:extLst>
          </p:cNvPr>
          <p:cNvSpPr/>
          <p:nvPr/>
        </p:nvSpPr>
        <p:spPr bwMode="auto">
          <a:xfrm>
            <a:off x="10935167" y="6321276"/>
            <a:ext cx="1256833" cy="321850"/>
          </a:xfrm>
          <a:prstGeom prst="roundRect">
            <a:avLst/>
          </a:prstGeom>
          <a:solidFill>
            <a:schemeClr val="accent2">
              <a:lumMod val="40000"/>
              <a:lumOff val="60000"/>
            </a:schemeClr>
          </a:solidFill>
          <a:ln w="57150">
            <a:solidFill>
              <a:schemeClr val="accent2"/>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450" dirty="0">
                <a:solidFill>
                  <a:schemeClr val="tx1"/>
                </a:solidFill>
              </a:rPr>
              <a:t>Northwestern</a:t>
            </a:r>
            <a:endParaRPr lang="en-US" sz="1450" b="0" i="0" u="none" strike="noStrike" cap="none" normalizeH="0" baseline="0" dirty="0">
              <a:ln>
                <a:noFill/>
              </a:ln>
              <a:solidFill>
                <a:schemeClr val="tx1"/>
              </a:solidFill>
              <a:effectLst/>
              <a:latin typeface="+mn-lt"/>
            </a:endParaRPr>
          </a:p>
        </p:txBody>
      </p:sp>
      <p:sp>
        <p:nvSpPr>
          <p:cNvPr id="41" name="Rectangle: Rounded Corners 5">
            <a:extLst>
              <a:ext uri="{FF2B5EF4-FFF2-40B4-BE49-F238E27FC236}">
                <a16:creationId xmlns:a16="http://schemas.microsoft.com/office/drawing/2014/main" id="{9FA9173A-80EE-75BE-084F-3543910FCDA2}"/>
              </a:ext>
            </a:extLst>
          </p:cNvPr>
          <p:cNvSpPr/>
          <p:nvPr/>
        </p:nvSpPr>
        <p:spPr bwMode="auto">
          <a:xfrm>
            <a:off x="9948821" y="5670072"/>
            <a:ext cx="1051108" cy="321850"/>
          </a:xfrm>
          <a:prstGeom prst="roundRect">
            <a:avLst/>
          </a:prstGeom>
          <a:solidFill>
            <a:schemeClr val="accent3">
              <a:lumMod val="20000"/>
              <a:lumOff val="80000"/>
            </a:schemeClr>
          </a:solidFill>
          <a:ln w="57150">
            <a:solidFill>
              <a:schemeClr val="accent1">
                <a:lumMod val="5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600" dirty="0">
                <a:solidFill>
                  <a:schemeClr val="tx1"/>
                </a:solidFill>
              </a:rPr>
              <a:t>IBM</a:t>
            </a:r>
            <a:endParaRPr lang="en-US" sz="1600" b="0" i="0" u="none" strike="noStrike" cap="none" normalizeH="0" baseline="0" dirty="0">
              <a:ln>
                <a:noFill/>
              </a:ln>
              <a:solidFill>
                <a:schemeClr val="tx1"/>
              </a:solidFill>
              <a:effectLst/>
              <a:latin typeface="+mn-lt"/>
            </a:endParaRPr>
          </a:p>
        </p:txBody>
      </p:sp>
      <p:sp>
        <p:nvSpPr>
          <p:cNvPr id="57" name="Rectangle: Rounded Corners 5">
            <a:extLst>
              <a:ext uri="{FF2B5EF4-FFF2-40B4-BE49-F238E27FC236}">
                <a16:creationId xmlns:a16="http://schemas.microsoft.com/office/drawing/2014/main" id="{9C35B362-26DD-D780-48AE-6609659ADC9F}"/>
              </a:ext>
            </a:extLst>
          </p:cNvPr>
          <p:cNvSpPr/>
          <p:nvPr/>
        </p:nvSpPr>
        <p:spPr bwMode="auto">
          <a:xfrm>
            <a:off x="7076728" y="5070114"/>
            <a:ext cx="1400071" cy="599958"/>
          </a:xfrm>
          <a:prstGeom prst="roundRect">
            <a:avLst/>
          </a:prstGeom>
          <a:solidFill>
            <a:srgbClr val="FCFFC3"/>
          </a:solidFill>
          <a:ln w="57150">
            <a:solidFill>
              <a:srgbClr val="FFFF00"/>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0" marR="0" indent="0" algn="ctr" defTabSz="457109" rtl="0" eaLnBrk="1" fontAlgn="base" latinLnBrk="0" hangingPunct="1">
              <a:lnSpc>
                <a:spcPct val="100000"/>
              </a:lnSpc>
              <a:spcBef>
                <a:spcPct val="0"/>
              </a:spcBef>
              <a:spcAft>
                <a:spcPct val="0"/>
              </a:spcAft>
              <a:buClrTx/>
              <a:buSzTx/>
              <a:buFont typeface="IBM Plex Sans Light"/>
              <a:buNone/>
              <a:tabLst/>
            </a:pPr>
            <a:r>
              <a:rPr lang="en-US" sz="1600" b="0" i="0" u="none" strike="noStrike" cap="none" normalizeH="0" baseline="0" dirty="0">
                <a:ln>
                  <a:noFill/>
                </a:ln>
                <a:solidFill>
                  <a:schemeClr val="tx1"/>
                </a:solidFill>
                <a:effectLst/>
                <a:latin typeface="+mn-lt"/>
              </a:rPr>
              <a:t>Grad school app</a:t>
            </a:r>
            <a:r>
              <a:rPr lang="en-US" sz="1600" dirty="0">
                <a:solidFill>
                  <a:schemeClr val="tx1"/>
                </a:solidFill>
              </a:rPr>
              <a:t>lications</a:t>
            </a:r>
            <a:endParaRPr lang="en-US" sz="1600" b="0" i="0" u="none" strike="noStrike" cap="none" normalizeH="0" baseline="0" dirty="0">
              <a:ln>
                <a:noFill/>
              </a:ln>
              <a:solidFill>
                <a:schemeClr val="tx1"/>
              </a:solidFill>
              <a:effectLst/>
              <a:latin typeface="+mn-lt"/>
            </a:endParaRPr>
          </a:p>
        </p:txBody>
      </p:sp>
      <p:sp>
        <p:nvSpPr>
          <p:cNvPr id="64" name="TextBox 63">
            <a:extLst>
              <a:ext uri="{FF2B5EF4-FFF2-40B4-BE49-F238E27FC236}">
                <a16:creationId xmlns:a16="http://schemas.microsoft.com/office/drawing/2014/main" id="{25BC2E27-1EB7-3A4C-73AB-BEAA01D44231}"/>
              </a:ext>
            </a:extLst>
          </p:cNvPr>
          <p:cNvSpPr txBox="1"/>
          <p:nvPr/>
        </p:nvSpPr>
        <p:spPr>
          <a:xfrm>
            <a:off x="2345853" y="3639677"/>
            <a:ext cx="0" cy="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222188" indent="-223330" algn="l" defTabSz="1218956">
              <a:spcBef>
                <a:spcPts val="1450"/>
              </a:spcBef>
              <a:buSzPct val="100000"/>
              <a:buFontTx/>
              <a:buChar char="–"/>
            </a:pPr>
            <a:endParaRPr lang="en-US" sz="900" kern="0" dirty="0">
              <a:solidFill>
                <a:srgbClr val="000000"/>
              </a:solidFill>
              <a:ea typeface="+mj-ea"/>
              <a:cs typeface="+mj-cs"/>
              <a:sym typeface="IBM Plex Sans Light"/>
            </a:endParaRPr>
          </a:p>
        </p:txBody>
      </p:sp>
      <p:sp>
        <p:nvSpPr>
          <p:cNvPr id="66" name="TextBox 65">
            <a:extLst>
              <a:ext uri="{FF2B5EF4-FFF2-40B4-BE49-F238E27FC236}">
                <a16:creationId xmlns:a16="http://schemas.microsoft.com/office/drawing/2014/main" id="{37BA3BB0-48DA-F25D-C09D-0D18FD45D8B4}"/>
              </a:ext>
            </a:extLst>
          </p:cNvPr>
          <p:cNvSpPr txBox="1"/>
          <p:nvPr/>
        </p:nvSpPr>
        <p:spPr>
          <a:xfrm>
            <a:off x="4354865" y="3880277"/>
            <a:ext cx="0" cy="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marL="222188" indent="-223330" algn="l" defTabSz="1218956">
              <a:spcBef>
                <a:spcPts val="1450"/>
              </a:spcBef>
              <a:buSzPct val="100000"/>
              <a:buFontTx/>
              <a:buChar char="–"/>
            </a:pPr>
            <a:endParaRPr lang="en-US" sz="900" kern="0" dirty="0">
              <a:solidFill>
                <a:srgbClr val="000000"/>
              </a:solidFill>
              <a:ea typeface="+mj-ea"/>
              <a:cs typeface="+mj-cs"/>
              <a:sym typeface="IBM Plex Sans Light"/>
            </a:endParaRPr>
          </a:p>
        </p:txBody>
      </p:sp>
      <p:sp>
        <p:nvSpPr>
          <p:cNvPr id="71" name="TextBox 70">
            <a:extLst>
              <a:ext uri="{FF2B5EF4-FFF2-40B4-BE49-F238E27FC236}">
                <a16:creationId xmlns:a16="http://schemas.microsoft.com/office/drawing/2014/main" id="{72EF52BB-F78B-EEF0-203F-50A950254828}"/>
              </a:ext>
            </a:extLst>
          </p:cNvPr>
          <p:cNvSpPr txBox="1"/>
          <p:nvPr/>
        </p:nvSpPr>
        <p:spPr>
          <a:xfrm>
            <a:off x="612840" y="1122510"/>
            <a:ext cx="957130" cy="25887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algn="l" defTabSz="1218956">
              <a:spcBef>
                <a:spcPts val="1450"/>
              </a:spcBef>
              <a:buSzPct val="100000"/>
            </a:pPr>
            <a:r>
              <a:rPr lang="en-US" sz="1400" b="1" kern="0" dirty="0">
                <a:solidFill>
                  <a:srgbClr val="000000"/>
                </a:solidFill>
                <a:ea typeface="+mj-ea"/>
                <a:cs typeface="+mj-cs"/>
                <a:sym typeface="IBM Plex Sans Light"/>
              </a:rPr>
              <a:t>Start!</a:t>
            </a:r>
          </a:p>
        </p:txBody>
      </p:sp>
      <p:sp>
        <p:nvSpPr>
          <p:cNvPr id="72" name="TextBox 71">
            <a:extLst>
              <a:ext uri="{FF2B5EF4-FFF2-40B4-BE49-F238E27FC236}">
                <a16:creationId xmlns:a16="http://schemas.microsoft.com/office/drawing/2014/main" id="{83B58974-17CF-1C7D-F70D-93A0A0525DAC}"/>
              </a:ext>
            </a:extLst>
          </p:cNvPr>
          <p:cNvSpPr txBox="1"/>
          <p:nvPr/>
        </p:nvSpPr>
        <p:spPr>
          <a:xfrm>
            <a:off x="10555058" y="1122510"/>
            <a:ext cx="2064997" cy="2896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defPPr>
              <a:defRPr lang="en-US"/>
            </a:defPPr>
            <a:lvl1pPr marL="0" algn="l" defTabSz="914507" rtl="0" eaLnBrk="1" latinLnBrk="0" hangingPunct="1">
              <a:defRPr sz="1800" kern="1200">
                <a:solidFill>
                  <a:schemeClr val="tx1"/>
                </a:solidFill>
                <a:latin typeface="+mn-lt"/>
                <a:ea typeface="+mn-ea"/>
                <a:cs typeface="+mn-cs"/>
              </a:defRPr>
            </a:lvl1pPr>
            <a:lvl2pPr marL="457253" algn="l" defTabSz="914507" rtl="0" eaLnBrk="1" latinLnBrk="0" hangingPunct="1">
              <a:defRPr sz="1800" kern="1200">
                <a:solidFill>
                  <a:schemeClr val="tx1"/>
                </a:solidFill>
                <a:latin typeface="+mn-lt"/>
                <a:ea typeface="+mn-ea"/>
                <a:cs typeface="+mn-cs"/>
              </a:defRPr>
            </a:lvl2pPr>
            <a:lvl3pPr marL="914507" algn="l" defTabSz="914507" rtl="0" eaLnBrk="1" latinLnBrk="0" hangingPunct="1">
              <a:defRPr sz="1800" kern="1200">
                <a:solidFill>
                  <a:schemeClr val="tx1"/>
                </a:solidFill>
                <a:latin typeface="+mn-lt"/>
                <a:ea typeface="+mn-ea"/>
                <a:cs typeface="+mn-cs"/>
              </a:defRPr>
            </a:lvl3pPr>
            <a:lvl4pPr marL="1371760" algn="l" defTabSz="914507" rtl="0" eaLnBrk="1" latinLnBrk="0" hangingPunct="1">
              <a:defRPr sz="1800" kern="1200">
                <a:solidFill>
                  <a:schemeClr val="tx1"/>
                </a:solidFill>
                <a:latin typeface="+mn-lt"/>
                <a:ea typeface="+mn-ea"/>
                <a:cs typeface="+mn-cs"/>
              </a:defRPr>
            </a:lvl4pPr>
            <a:lvl5pPr marL="1829014" algn="l" defTabSz="914507" rtl="0" eaLnBrk="1" latinLnBrk="0" hangingPunct="1">
              <a:defRPr sz="1800" kern="1200">
                <a:solidFill>
                  <a:schemeClr val="tx1"/>
                </a:solidFill>
                <a:latin typeface="+mn-lt"/>
                <a:ea typeface="+mn-ea"/>
                <a:cs typeface="+mn-cs"/>
              </a:defRPr>
            </a:lvl5pPr>
            <a:lvl6pPr marL="2286266" algn="l" defTabSz="914507" rtl="0" eaLnBrk="1" latinLnBrk="0" hangingPunct="1">
              <a:defRPr sz="1800" kern="1200">
                <a:solidFill>
                  <a:schemeClr val="tx1"/>
                </a:solidFill>
                <a:latin typeface="+mn-lt"/>
                <a:ea typeface="+mn-ea"/>
                <a:cs typeface="+mn-cs"/>
              </a:defRPr>
            </a:lvl6pPr>
            <a:lvl7pPr marL="2743520" algn="l" defTabSz="914507" rtl="0" eaLnBrk="1" latinLnBrk="0" hangingPunct="1">
              <a:defRPr sz="1800" kern="1200">
                <a:solidFill>
                  <a:schemeClr val="tx1"/>
                </a:solidFill>
                <a:latin typeface="+mn-lt"/>
                <a:ea typeface="+mn-ea"/>
                <a:cs typeface="+mn-cs"/>
              </a:defRPr>
            </a:lvl7pPr>
            <a:lvl8pPr marL="3200773" algn="l" defTabSz="914507" rtl="0" eaLnBrk="1" latinLnBrk="0" hangingPunct="1">
              <a:defRPr sz="1800" kern="1200">
                <a:solidFill>
                  <a:schemeClr val="tx1"/>
                </a:solidFill>
                <a:latin typeface="+mn-lt"/>
                <a:ea typeface="+mn-ea"/>
                <a:cs typeface="+mn-cs"/>
              </a:defRPr>
            </a:lvl8pPr>
            <a:lvl9pPr marL="3658027" algn="l" defTabSz="914507" rtl="0" eaLnBrk="1" latinLnBrk="0" hangingPunct="1">
              <a:defRPr sz="1800" kern="1200">
                <a:solidFill>
                  <a:schemeClr val="tx1"/>
                </a:solidFill>
                <a:latin typeface="+mn-lt"/>
                <a:ea typeface="+mn-ea"/>
                <a:cs typeface="+mn-cs"/>
              </a:defRPr>
            </a:lvl9pPr>
          </a:lstStyle>
          <a:p>
            <a:pPr algn="l" defTabSz="1218956">
              <a:spcBef>
                <a:spcPts val="1450"/>
              </a:spcBef>
              <a:buSzPct val="100000"/>
            </a:pPr>
            <a:r>
              <a:rPr lang="en-US" sz="1400" b="1" kern="0" dirty="0">
                <a:solidFill>
                  <a:srgbClr val="000000"/>
                </a:solidFill>
                <a:ea typeface="+mj-ea"/>
                <a:cs typeface="+mj-cs"/>
                <a:sym typeface="IBM Plex Sans Light"/>
              </a:rPr>
              <a:t>Finish! (Sorta)</a:t>
            </a:r>
          </a:p>
        </p:txBody>
      </p:sp>
      <p:sp>
        <p:nvSpPr>
          <p:cNvPr id="2" name="Oval 1">
            <a:extLst>
              <a:ext uri="{FF2B5EF4-FFF2-40B4-BE49-F238E27FC236}">
                <a16:creationId xmlns:a16="http://schemas.microsoft.com/office/drawing/2014/main" id="{EA33BDC7-A94E-919D-4CDE-8FEC65B56A4F}"/>
              </a:ext>
            </a:extLst>
          </p:cNvPr>
          <p:cNvSpPr/>
          <p:nvPr/>
        </p:nvSpPr>
        <p:spPr bwMode="auto">
          <a:xfrm>
            <a:off x="984864" y="2562122"/>
            <a:ext cx="217948" cy="185174"/>
          </a:xfrm>
          <a:prstGeom prst="ellipse">
            <a:avLst/>
          </a:prstGeom>
          <a:solidFill>
            <a:schemeClr val="accent6">
              <a:lumMod val="75000"/>
            </a:schemeClr>
          </a:solidFill>
          <a:ln w="19050">
            <a:solidFill>
              <a:schemeClr val="accent6">
                <a:lumMod val="5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dirty="0">
              <a:ln>
                <a:noFill/>
              </a:ln>
              <a:solidFill>
                <a:schemeClr val="bg1"/>
              </a:solidFill>
              <a:effectLst/>
              <a:latin typeface="+mn-lt"/>
            </a:endParaRPr>
          </a:p>
        </p:txBody>
      </p:sp>
      <p:sp>
        <p:nvSpPr>
          <p:cNvPr id="3" name="Oval 2">
            <a:extLst>
              <a:ext uri="{FF2B5EF4-FFF2-40B4-BE49-F238E27FC236}">
                <a16:creationId xmlns:a16="http://schemas.microsoft.com/office/drawing/2014/main" id="{B4D8D81E-B3C6-FE2A-C2E4-7B1389BBDB12}"/>
              </a:ext>
            </a:extLst>
          </p:cNvPr>
          <p:cNvSpPr/>
          <p:nvPr/>
        </p:nvSpPr>
        <p:spPr bwMode="auto">
          <a:xfrm>
            <a:off x="2123767" y="2832509"/>
            <a:ext cx="217948" cy="185174"/>
          </a:xfrm>
          <a:prstGeom prst="ellipse">
            <a:avLst/>
          </a:prstGeom>
          <a:solidFill>
            <a:schemeClr val="accent6">
              <a:lumMod val="75000"/>
            </a:schemeClr>
          </a:solidFill>
          <a:ln w="19050">
            <a:solidFill>
              <a:schemeClr val="accent6">
                <a:lumMod val="5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dirty="0">
              <a:ln>
                <a:noFill/>
              </a:ln>
              <a:solidFill>
                <a:schemeClr val="bg1"/>
              </a:solidFill>
              <a:effectLst/>
              <a:latin typeface="+mn-lt"/>
            </a:endParaRPr>
          </a:p>
        </p:txBody>
      </p:sp>
      <p:sp>
        <p:nvSpPr>
          <p:cNvPr id="4" name="Oval 3">
            <a:extLst>
              <a:ext uri="{FF2B5EF4-FFF2-40B4-BE49-F238E27FC236}">
                <a16:creationId xmlns:a16="http://schemas.microsoft.com/office/drawing/2014/main" id="{E01CD7D9-D6BD-40D7-7661-7F97EA45A1F3}"/>
              </a:ext>
            </a:extLst>
          </p:cNvPr>
          <p:cNvSpPr/>
          <p:nvPr/>
        </p:nvSpPr>
        <p:spPr bwMode="auto">
          <a:xfrm>
            <a:off x="6040283" y="4340122"/>
            <a:ext cx="217948" cy="185174"/>
          </a:xfrm>
          <a:prstGeom prst="ellipse">
            <a:avLst/>
          </a:prstGeom>
          <a:solidFill>
            <a:schemeClr val="accent6">
              <a:lumMod val="75000"/>
            </a:schemeClr>
          </a:solidFill>
          <a:ln w="19050">
            <a:solidFill>
              <a:schemeClr val="accent6">
                <a:lumMod val="5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dirty="0">
              <a:ln>
                <a:noFill/>
              </a:ln>
              <a:solidFill>
                <a:schemeClr val="bg1"/>
              </a:solidFill>
              <a:effectLst/>
              <a:latin typeface="+mn-lt"/>
            </a:endParaRPr>
          </a:p>
        </p:txBody>
      </p:sp>
      <p:sp>
        <p:nvSpPr>
          <p:cNvPr id="42" name="Oval 41">
            <a:extLst>
              <a:ext uri="{FF2B5EF4-FFF2-40B4-BE49-F238E27FC236}">
                <a16:creationId xmlns:a16="http://schemas.microsoft.com/office/drawing/2014/main" id="{8FE08217-59AE-D633-3B0B-26312BACD664}"/>
              </a:ext>
            </a:extLst>
          </p:cNvPr>
          <p:cNvSpPr/>
          <p:nvPr/>
        </p:nvSpPr>
        <p:spPr bwMode="auto">
          <a:xfrm>
            <a:off x="4925960" y="3733798"/>
            <a:ext cx="217948" cy="185174"/>
          </a:xfrm>
          <a:prstGeom prst="ellipse">
            <a:avLst/>
          </a:prstGeom>
          <a:solidFill>
            <a:schemeClr val="accent6">
              <a:lumMod val="75000"/>
            </a:schemeClr>
          </a:solidFill>
          <a:ln w="19050">
            <a:solidFill>
              <a:schemeClr val="accent6">
                <a:lumMod val="5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dirty="0">
              <a:ln>
                <a:noFill/>
              </a:ln>
              <a:solidFill>
                <a:schemeClr val="bg1"/>
              </a:solidFill>
              <a:effectLst/>
              <a:latin typeface="+mn-lt"/>
            </a:endParaRPr>
          </a:p>
        </p:txBody>
      </p:sp>
      <p:sp>
        <p:nvSpPr>
          <p:cNvPr id="43" name="Oval 42">
            <a:extLst>
              <a:ext uri="{FF2B5EF4-FFF2-40B4-BE49-F238E27FC236}">
                <a16:creationId xmlns:a16="http://schemas.microsoft.com/office/drawing/2014/main" id="{CB4EA253-FD16-FEEC-2C00-94C9AE7F5BE4}"/>
              </a:ext>
            </a:extLst>
          </p:cNvPr>
          <p:cNvSpPr/>
          <p:nvPr/>
        </p:nvSpPr>
        <p:spPr bwMode="auto">
          <a:xfrm>
            <a:off x="3574025" y="3733799"/>
            <a:ext cx="217948" cy="185174"/>
          </a:xfrm>
          <a:prstGeom prst="ellipse">
            <a:avLst/>
          </a:prstGeom>
          <a:solidFill>
            <a:schemeClr val="accent6">
              <a:lumMod val="75000"/>
            </a:schemeClr>
          </a:solidFill>
          <a:ln w="19050">
            <a:solidFill>
              <a:schemeClr val="accent6">
                <a:lumMod val="5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dirty="0">
              <a:ln>
                <a:noFill/>
              </a:ln>
              <a:solidFill>
                <a:schemeClr val="bg1"/>
              </a:solidFill>
              <a:effectLst/>
              <a:latin typeface="+mn-lt"/>
            </a:endParaRPr>
          </a:p>
        </p:txBody>
      </p:sp>
      <p:sp>
        <p:nvSpPr>
          <p:cNvPr id="44" name="Oval 43">
            <a:extLst>
              <a:ext uri="{FF2B5EF4-FFF2-40B4-BE49-F238E27FC236}">
                <a16:creationId xmlns:a16="http://schemas.microsoft.com/office/drawing/2014/main" id="{BE6A5FEF-2C18-8014-234A-27B38835D9F8}"/>
              </a:ext>
            </a:extLst>
          </p:cNvPr>
          <p:cNvSpPr/>
          <p:nvPr/>
        </p:nvSpPr>
        <p:spPr bwMode="auto">
          <a:xfrm>
            <a:off x="9227573" y="5741219"/>
            <a:ext cx="217948" cy="185174"/>
          </a:xfrm>
          <a:prstGeom prst="ellipse">
            <a:avLst/>
          </a:prstGeom>
          <a:solidFill>
            <a:schemeClr val="accent6">
              <a:lumMod val="75000"/>
            </a:schemeClr>
          </a:solidFill>
          <a:ln w="19050">
            <a:solidFill>
              <a:schemeClr val="accent6">
                <a:lumMod val="5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dirty="0">
              <a:ln>
                <a:noFill/>
              </a:ln>
              <a:solidFill>
                <a:schemeClr val="bg1"/>
              </a:solidFill>
              <a:effectLst/>
              <a:latin typeface="+mn-lt"/>
            </a:endParaRPr>
          </a:p>
        </p:txBody>
      </p:sp>
      <p:sp>
        <p:nvSpPr>
          <p:cNvPr id="45" name="Oval 44">
            <a:extLst>
              <a:ext uri="{FF2B5EF4-FFF2-40B4-BE49-F238E27FC236}">
                <a16:creationId xmlns:a16="http://schemas.microsoft.com/office/drawing/2014/main" id="{58FC29D2-D812-135D-A010-64DAED375D92}"/>
              </a:ext>
            </a:extLst>
          </p:cNvPr>
          <p:cNvSpPr/>
          <p:nvPr/>
        </p:nvSpPr>
        <p:spPr bwMode="auto">
          <a:xfrm>
            <a:off x="8755078" y="3639448"/>
            <a:ext cx="217948" cy="185174"/>
          </a:xfrm>
          <a:prstGeom prst="ellipse">
            <a:avLst/>
          </a:prstGeom>
          <a:solidFill>
            <a:schemeClr val="accent6">
              <a:lumMod val="75000"/>
            </a:schemeClr>
          </a:solidFill>
          <a:ln w="19050">
            <a:solidFill>
              <a:schemeClr val="accent6">
                <a:lumMod val="50000"/>
              </a:schemeClr>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dirty="0">
              <a:ln>
                <a:noFill/>
              </a:ln>
              <a:solidFill>
                <a:schemeClr val="bg1"/>
              </a:solidFill>
              <a:effectLst/>
              <a:latin typeface="+mn-lt"/>
            </a:endParaRPr>
          </a:p>
        </p:txBody>
      </p:sp>
    </p:spTree>
    <p:extLst>
      <p:ext uri="{BB962C8B-B14F-4D97-AF65-F5344CB8AC3E}">
        <p14:creationId xmlns:p14="http://schemas.microsoft.com/office/powerpoint/2010/main" val="2098371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3"/>
                                        </p:tgtEl>
                                        <p:attrNameLst>
                                          <p:attrName>style.visibility</p:attrName>
                                        </p:attrNameLst>
                                      </p:cBhvr>
                                      <p:to>
                                        <p:strVal val="visible"/>
                                      </p:to>
                                    </p:set>
                                    <p:animEffect transition="in" filter="fade">
                                      <p:cBhvr>
                                        <p:cTn id="17" dur="500"/>
                                        <p:tgtEl>
                                          <p:spTgt spid="4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2"/>
                                        </p:tgtEl>
                                        <p:attrNameLst>
                                          <p:attrName>style.visibility</p:attrName>
                                        </p:attrNameLst>
                                      </p:cBhvr>
                                      <p:to>
                                        <p:strVal val="visible"/>
                                      </p:to>
                                    </p:set>
                                    <p:animEffect transition="in" filter="fade">
                                      <p:cBhvr>
                                        <p:cTn id="22" dur="500"/>
                                        <p:tgtEl>
                                          <p:spTgt spid="4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45"/>
                                        </p:tgtEl>
                                        <p:attrNameLst>
                                          <p:attrName>style.visibility</p:attrName>
                                        </p:attrNameLst>
                                      </p:cBhvr>
                                      <p:to>
                                        <p:strVal val="visible"/>
                                      </p:to>
                                    </p:set>
                                    <p:animEffect transition="in" filter="fade">
                                      <p:cBhvr>
                                        <p:cTn id="32" dur="500"/>
                                        <p:tgtEl>
                                          <p:spTgt spid="4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44"/>
                                        </p:tgtEl>
                                        <p:attrNameLst>
                                          <p:attrName>style.visibility</p:attrName>
                                        </p:attrNameLst>
                                      </p:cBhvr>
                                      <p:to>
                                        <p:strVal val="visible"/>
                                      </p:to>
                                    </p:set>
                                    <p:animEffect transition="in" filter="fade">
                                      <p:cBhvr>
                                        <p:cTn id="37"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42" grpId="0" animBg="1"/>
      <p:bldP spid="43" grpId="0" animBg="1"/>
      <p:bldP spid="44" grpId="0" animBg="1"/>
      <p:bldP spid="45"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17E3BB0-0F13-C245-9978-95A4FCC85232}"/>
              </a:ext>
            </a:extLst>
          </p:cNvPr>
          <p:cNvSpPr>
            <a:spLocks noGrp="1"/>
          </p:cNvSpPr>
          <p:nvPr>
            <p:ph type="sldNum" sz="quarter" idx="4294967295"/>
          </p:nvPr>
        </p:nvSpPr>
        <p:spPr>
          <a:xfrm>
            <a:off x="12057063" y="6469063"/>
            <a:ext cx="134937" cy="123825"/>
          </a:xfrm>
        </p:spPr>
        <p:txBody>
          <a:bodyPr/>
          <a:lstStyle/>
          <a:p>
            <a:fld id="{86CB4B4D-7CA3-9044-876B-883B54F8677D}" type="slidenum">
              <a:rPr lang="en-US" smtClean="0"/>
              <a:pPr/>
              <a:t>12</a:t>
            </a:fld>
            <a:endParaRPr lang="en-US"/>
          </a:p>
        </p:txBody>
      </p:sp>
      <p:sp>
        <p:nvSpPr>
          <p:cNvPr id="5" name="TextBox 4">
            <a:extLst>
              <a:ext uri="{FF2B5EF4-FFF2-40B4-BE49-F238E27FC236}">
                <a16:creationId xmlns:a16="http://schemas.microsoft.com/office/drawing/2014/main" id="{E2C039B9-4590-5C69-E5B9-784ADC6D61F6}"/>
              </a:ext>
            </a:extLst>
          </p:cNvPr>
          <p:cNvSpPr txBox="1"/>
          <p:nvPr/>
        </p:nvSpPr>
        <p:spPr>
          <a:xfrm>
            <a:off x="4131599" y="3012193"/>
            <a:ext cx="3931478" cy="830997"/>
          </a:xfrm>
          <a:prstGeom prst="rect">
            <a:avLst/>
          </a:prstGeom>
          <a:solidFill>
            <a:schemeClr val="bg1"/>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defTabSz="2438400">
              <a:spcBef>
                <a:spcPts val="2900"/>
              </a:spcBef>
              <a:buSzPct val="100000"/>
            </a:pPr>
            <a:r>
              <a:rPr lang="en-US" sz="5400" kern="0" dirty="0">
                <a:solidFill>
                  <a:srgbClr val="000000"/>
                </a:solidFill>
                <a:ea typeface="+mj-ea"/>
                <a:cs typeface="+mj-cs"/>
              </a:rPr>
              <a:t>Thank You!</a:t>
            </a:r>
            <a:endParaRPr lang="en-US" dirty="0">
              <a:ea typeface="+mj-ea"/>
              <a:cs typeface="+mj-cs"/>
            </a:endParaRPr>
          </a:p>
        </p:txBody>
      </p:sp>
      <p:pic>
        <p:nvPicPr>
          <p:cNvPr id="6" name="Picture 5" descr="A qr code with a white background&#10;&#10;AI-generated content may be incorrect.">
            <a:extLst>
              <a:ext uri="{FF2B5EF4-FFF2-40B4-BE49-F238E27FC236}">
                <a16:creationId xmlns:a16="http://schemas.microsoft.com/office/drawing/2014/main" id="{3E88CAAF-C114-3B89-8E43-579BB3B39EBC}"/>
              </a:ext>
            </a:extLst>
          </p:cNvPr>
          <p:cNvPicPr>
            <a:picLocks noChangeAspect="1"/>
          </p:cNvPicPr>
          <p:nvPr/>
        </p:nvPicPr>
        <p:blipFill>
          <a:blip r:embed="rId2"/>
          <a:stretch>
            <a:fillRect/>
          </a:stretch>
        </p:blipFill>
        <p:spPr>
          <a:xfrm>
            <a:off x="8062575" y="3078787"/>
            <a:ext cx="3517516" cy="3517516"/>
          </a:xfrm>
          <a:prstGeom prst="rect">
            <a:avLst/>
          </a:prstGeom>
        </p:spPr>
      </p:pic>
      <p:sp>
        <p:nvSpPr>
          <p:cNvPr id="7" name="TextBox 6">
            <a:extLst>
              <a:ext uri="{FF2B5EF4-FFF2-40B4-BE49-F238E27FC236}">
                <a16:creationId xmlns:a16="http://schemas.microsoft.com/office/drawing/2014/main" id="{05F0A8A9-B14B-064F-4B89-E050CD9F4262}"/>
              </a:ext>
            </a:extLst>
          </p:cNvPr>
          <p:cNvSpPr txBox="1"/>
          <p:nvPr/>
        </p:nvSpPr>
        <p:spPr>
          <a:xfrm>
            <a:off x="8302018" y="2936895"/>
            <a:ext cx="3290956" cy="276999"/>
          </a:xfrm>
          <a:prstGeom prst="rect">
            <a:avLst/>
          </a:prstGeom>
          <a:no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defTabSz="2438400">
              <a:spcBef>
                <a:spcPts val="2900"/>
              </a:spcBef>
              <a:buSzPct val="100000"/>
            </a:pPr>
            <a:r>
              <a:rPr lang="en-US" b="1" kern="0" dirty="0">
                <a:solidFill>
                  <a:srgbClr val="000000"/>
                </a:solidFill>
                <a:ea typeface="+mj-ea"/>
                <a:cs typeface="+mj-cs"/>
              </a:rPr>
              <a:t>Happy to connect on LinkedIn</a:t>
            </a:r>
          </a:p>
        </p:txBody>
      </p:sp>
      <p:sp>
        <p:nvSpPr>
          <p:cNvPr id="8" name="TextBox 7">
            <a:extLst>
              <a:ext uri="{FF2B5EF4-FFF2-40B4-BE49-F238E27FC236}">
                <a16:creationId xmlns:a16="http://schemas.microsoft.com/office/drawing/2014/main" id="{5F785AAB-DDB2-B801-A133-5E6A2B2D226F}"/>
              </a:ext>
            </a:extLst>
          </p:cNvPr>
          <p:cNvSpPr txBox="1"/>
          <p:nvPr/>
        </p:nvSpPr>
        <p:spPr>
          <a:xfrm>
            <a:off x="395892" y="621781"/>
            <a:ext cx="2958648" cy="925894"/>
          </a:xfrm>
          <a:prstGeom prst="rect">
            <a:avLst/>
          </a:prstGeom>
          <a:no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defTabSz="2438400">
              <a:spcBef>
                <a:spcPts val="2900"/>
              </a:spcBef>
              <a:buSzPct val="100000"/>
            </a:pPr>
            <a:r>
              <a:rPr lang="en-US" kern="0" dirty="0">
                <a:solidFill>
                  <a:srgbClr val="000000"/>
                </a:solidFill>
                <a:ea typeface="+mj-ea"/>
                <a:cs typeface="+mj-cs"/>
              </a:rPr>
              <a:t>Email me at:</a:t>
            </a:r>
          </a:p>
          <a:p>
            <a:pPr defTabSz="2438400">
              <a:spcBef>
                <a:spcPts val="2900"/>
              </a:spcBef>
            </a:pPr>
            <a:r>
              <a:rPr lang="en-US" kern="0" dirty="0">
                <a:solidFill>
                  <a:srgbClr val="000000"/>
                </a:solidFill>
                <a:ea typeface="+mj-ea"/>
                <a:cs typeface="+mj-cs"/>
              </a:rPr>
              <a:t>Kaytlin.harrison@gmail.com</a:t>
            </a:r>
          </a:p>
        </p:txBody>
      </p:sp>
    </p:spTree>
    <p:extLst>
      <p:ext uri="{BB962C8B-B14F-4D97-AF65-F5344CB8AC3E}">
        <p14:creationId xmlns:p14="http://schemas.microsoft.com/office/powerpoint/2010/main" val="2299326270"/>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6EC280-A1BD-F45B-B413-7CAE555F39CC}"/>
              </a:ext>
            </a:extLst>
          </p:cNvPr>
          <p:cNvSpPr>
            <a:spLocks noGrp="1"/>
          </p:cNvSpPr>
          <p:nvPr>
            <p:ph type="title"/>
          </p:nvPr>
        </p:nvSpPr>
        <p:spPr/>
        <p:txBody>
          <a:bodyPr/>
          <a:lstStyle/>
          <a:p>
            <a:r>
              <a:rPr lang="en-US" dirty="0"/>
              <a:t>Some example topics to ask about</a:t>
            </a:r>
          </a:p>
        </p:txBody>
      </p:sp>
      <p:sp>
        <p:nvSpPr>
          <p:cNvPr id="4" name="Content Placeholder 3">
            <a:extLst>
              <a:ext uri="{FF2B5EF4-FFF2-40B4-BE49-F238E27FC236}">
                <a16:creationId xmlns:a16="http://schemas.microsoft.com/office/drawing/2014/main" id="{0DE88B85-F7B1-F0EE-1079-681AF86FC23C}"/>
              </a:ext>
            </a:extLst>
          </p:cNvPr>
          <p:cNvSpPr>
            <a:spLocks noGrp="1"/>
          </p:cNvSpPr>
          <p:nvPr>
            <p:ph sz="half" idx="2"/>
          </p:nvPr>
        </p:nvSpPr>
        <p:spPr>
          <a:xfrm>
            <a:off x="839788" y="1997075"/>
            <a:ext cx="10254173" cy="3684588"/>
          </a:xfrm>
        </p:spPr>
        <p:txBody>
          <a:bodyPr vert="horz" lIns="91440" tIns="45720" rIns="91440" bIns="45720" rtlCol="0" anchor="t">
            <a:normAutofit lnSpcReduction="10000"/>
          </a:bodyPr>
          <a:lstStyle/>
          <a:p>
            <a:pPr marL="457200" indent="-457200"/>
            <a:r>
              <a:rPr lang="en-US" dirty="0"/>
              <a:t>What research in a National Lab is like</a:t>
            </a:r>
          </a:p>
          <a:p>
            <a:pPr marL="457200" indent="-457200"/>
            <a:r>
              <a:rPr lang="en-US" dirty="0"/>
              <a:t>How to get into university research</a:t>
            </a:r>
          </a:p>
          <a:p>
            <a:pPr marL="457200" indent="-457200"/>
            <a:r>
              <a:rPr lang="en-US" sz="2600" dirty="0"/>
              <a:t>Where to find</a:t>
            </a:r>
            <a:r>
              <a:rPr lang="en-US" sz="2600" b="1" dirty="0"/>
              <a:t> Scholarships and Grant funds</a:t>
            </a:r>
            <a:endParaRPr lang="en-US" sz="2600" dirty="0"/>
          </a:p>
          <a:p>
            <a:pPr marL="457200" indent="-457200"/>
            <a:r>
              <a:rPr lang="en-US" sz="2600" dirty="0"/>
              <a:t>Research in Quantum Optimization (specifically QAOA)</a:t>
            </a:r>
          </a:p>
          <a:p>
            <a:pPr marL="457200" indent="-457200"/>
            <a:r>
              <a:rPr lang="en-US" sz="2600" dirty="0"/>
              <a:t>Transferring from a Community College</a:t>
            </a:r>
          </a:p>
          <a:p>
            <a:pPr marL="457200" indent="-457200"/>
            <a:r>
              <a:rPr lang="en-US" sz="2600" dirty="0"/>
              <a:t>Which Quantum Stocks to buy (just kidding!)</a:t>
            </a:r>
            <a:endParaRPr lang="en-US" dirty="0"/>
          </a:p>
          <a:p>
            <a:pPr marL="457200" indent="-457200"/>
            <a:r>
              <a:rPr lang="en-US" dirty="0"/>
              <a:t>Applying for the GRFP</a:t>
            </a:r>
          </a:p>
          <a:p>
            <a:pPr marL="457200" indent="-457200"/>
            <a:r>
              <a:rPr lang="en-US" dirty="0"/>
              <a:t>Applying STEM skills in a STEM </a:t>
            </a:r>
            <a:r>
              <a:rPr lang="en-US" b="1" dirty="0"/>
              <a:t>adjacent role</a:t>
            </a:r>
          </a:p>
          <a:p>
            <a:pPr marL="457200" indent="-457200"/>
            <a:endParaRPr lang="en-US" b="1" dirty="0"/>
          </a:p>
          <a:p>
            <a:pPr marL="457200" indent="-457200"/>
            <a:endParaRPr lang="en-US" dirty="0"/>
          </a:p>
        </p:txBody>
      </p:sp>
    </p:spTree>
    <p:extLst>
      <p:ext uri="{BB962C8B-B14F-4D97-AF65-F5344CB8AC3E}">
        <p14:creationId xmlns:p14="http://schemas.microsoft.com/office/powerpoint/2010/main" val="3591425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7D4252-360E-DEA8-FDB2-8603C856C32C}"/>
              </a:ext>
            </a:extLst>
          </p:cNvPr>
          <p:cNvSpPr>
            <a:spLocks noGrp="1"/>
          </p:cNvSpPr>
          <p:nvPr>
            <p:ph type="title"/>
          </p:nvPr>
        </p:nvSpPr>
        <p:spPr>
          <a:xfrm>
            <a:off x="280302" y="10947"/>
            <a:ext cx="3852347" cy="294007"/>
          </a:xfrm>
        </p:spPr>
        <p:txBody>
          <a:bodyPr lIns="0" tIns="0" rIns="0" bIns="0" anchor="t"/>
          <a:lstStyle/>
          <a:p>
            <a:r>
              <a:rPr lang="en-US" sz="2400" dirty="0"/>
              <a:t>Research at Argonne</a:t>
            </a:r>
          </a:p>
        </p:txBody>
      </p:sp>
      <p:sp>
        <p:nvSpPr>
          <p:cNvPr id="3" name="Footer Placeholder 2">
            <a:extLst>
              <a:ext uri="{FF2B5EF4-FFF2-40B4-BE49-F238E27FC236}">
                <a16:creationId xmlns:a16="http://schemas.microsoft.com/office/drawing/2014/main" id="{D4194C39-30D2-F96E-DE0E-BDC1F4206A4E}"/>
              </a:ext>
            </a:extLst>
          </p:cNvPr>
          <p:cNvSpPr>
            <a:spLocks noGrp="1"/>
          </p:cNvSpPr>
          <p:nvPr>
            <p:ph type="ftr" sz="quarter" idx="12"/>
          </p:nvPr>
        </p:nvSpPr>
        <p:spPr/>
        <p:txBody>
          <a:bodyPr/>
          <a:lstStyle/>
          <a:p>
            <a:r>
              <a:rPr lang="en-US"/>
              <a:t>IBM Quantum Summit 2023</a:t>
            </a:r>
          </a:p>
        </p:txBody>
      </p:sp>
      <p:sp>
        <p:nvSpPr>
          <p:cNvPr id="4" name="Slide Number Placeholder 3">
            <a:extLst>
              <a:ext uri="{FF2B5EF4-FFF2-40B4-BE49-F238E27FC236}">
                <a16:creationId xmlns:a16="http://schemas.microsoft.com/office/drawing/2014/main" id="{71753E92-C2CC-BB43-3309-471EC98FF2C0}"/>
              </a:ext>
            </a:extLst>
          </p:cNvPr>
          <p:cNvSpPr>
            <a:spLocks noGrp="1"/>
          </p:cNvSpPr>
          <p:nvPr>
            <p:ph type="sldNum" sz="quarter" idx="4"/>
          </p:nvPr>
        </p:nvSpPr>
        <p:spPr/>
        <p:txBody>
          <a:bodyPr/>
          <a:lstStyle/>
          <a:p>
            <a:fld id="{86CB4B4D-7CA3-9044-876B-883B54F8677D}" type="slidenum">
              <a:rPr lang="en-US" smtClean="0"/>
              <a:pPr/>
              <a:t>14</a:t>
            </a:fld>
            <a:endParaRPr lang="en-US"/>
          </a:p>
        </p:txBody>
      </p:sp>
      <p:pic>
        <p:nvPicPr>
          <p:cNvPr id="7" name="Picture 6" descr="A screenshot of a computer&#10;&#10;AI-generated content may be incorrect.">
            <a:extLst>
              <a:ext uri="{FF2B5EF4-FFF2-40B4-BE49-F238E27FC236}">
                <a16:creationId xmlns:a16="http://schemas.microsoft.com/office/drawing/2014/main" id="{CFCE49BC-BC84-2EF9-74CF-5C259E17B72F}"/>
              </a:ext>
            </a:extLst>
          </p:cNvPr>
          <p:cNvPicPr>
            <a:picLocks noChangeAspect="1"/>
          </p:cNvPicPr>
          <p:nvPr/>
        </p:nvPicPr>
        <p:blipFill>
          <a:blip r:embed="rId2"/>
          <a:stretch>
            <a:fillRect/>
          </a:stretch>
        </p:blipFill>
        <p:spPr>
          <a:xfrm>
            <a:off x="-1481" y="421658"/>
            <a:ext cx="12192000" cy="6433773"/>
          </a:xfrm>
          <a:prstGeom prst="rect">
            <a:avLst/>
          </a:prstGeom>
        </p:spPr>
      </p:pic>
    </p:spTree>
    <p:extLst>
      <p:ext uri="{BB962C8B-B14F-4D97-AF65-F5344CB8AC3E}">
        <p14:creationId xmlns:p14="http://schemas.microsoft.com/office/powerpoint/2010/main" val="932505219"/>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333FD74-B287-EA7C-AEF7-C976AF5C8281}"/>
              </a:ext>
            </a:extLst>
          </p:cNvPr>
          <p:cNvSpPr>
            <a:spLocks noGrp="1"/>
          </p:cNvSpPr>
          <p:nvPr>
            <p:ph type="sldNum" sz="quarter" idx="4"/>
          </p:nvPr>
        </p:nvSpPr>
        <p:spPr/>
        <p:txBody>
          <a:bodyPr/>
          <a:lstStyle/>
          <a:p>
            <a:fld id="{86CB4B4D-7CA3-9044-876B-883B54F8677D}" type="slidenum">
              <a:rPr lang="en-US" smtClean="0"/>
              <a:pPr/>
              <a:t>15</a:t>
            </a:fld>
            <a:endParaRPr lang="en-US"/>
          </a:p>
        </p:txBody>
      </p:sp>
      <p:pic>
        <p:nvPicPr>
          <p:cNvPr id="6" name="Picture 5" descr="A screenshot of a graph&#10;&#10;AI-generated content may be incorrect.">
            <a:extLst>
              <a:ext uri="{FF2B5EF4-FFF2-40B4-BE49-F238E27FC236}">
                <a16:creationId xmlns:a16="http://schemas.microsoft.com/office/drawing/2014/main" id="{E8538C6C-BC2E-7FEF-B747-2E86747966E1}"/>
              </a:ext>
            </a:extLst>
          </p:cNvPr>
          <p:cNvPicPr>
            <a:picLocks noChangeAspect="1"/>
          </p:cNvPicPr>
          <p:nvPr/>
        </p:nvPicPr>
        <p:blipFill>
          <a:blip r:embed="rId2"/>
          <a:stretch>
            <a:fillRect/>
          </a:stretch>
        </p:blipFill>
        <p:spPr>
          <a:xfrm>
            <a:off x="423032" y="0"/>
            <a:ext cx="10968784" cy="6858000"/>
          </a:xfrm>
          <a:prstGeom prst="rect">
            <a:avLst/>
          </a:prstGeom>
        </p:spPr>
      </p:pic>
    </p:spTree>
    <p:extLst>
      <p:ext uri="{BB962C8B-B14F-4D97-AF65-F5344CB8AC3E}">
        <p14:creationId xmlns:p14="http://schemas.microsoft.com/office/powerpoint/2010/main" val="238030999"/>
      </p:ext>
    </p:extLst>
  </p:cSld>
  <p:clrMapOvr>
    <a:masterClrMapping/>
  </p:clrMapOvr>
  <p:transition spd="me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IBM presentation template">
  <a:themeElements>
    <a:clrScheme name="Custom 1">
      <a:dk1>
        <a:srgbClr val="FFFFFF"/>
      </a:dk1>
      <a:lt1>
        <a:srgbClr val="000000"/>
      </a:lt1>
      <a:dk2>
        <a:srgbClr val="FFFFFF"/>
      </a:dk2>
      <a:lt2>
        <a:srgbClr val="000000"/>
      </a:lt2>
      <a:accent1>
        <a:srgbClr val="0F62FE"/>
      </a:accent1>
      <a:accent2>
        <a:srgbClr val="A56EFF"/>
      </a:accent2>
      <a:accent3>
        <a:srgbClr val="003A6D"/>
      </a:accent3>
      <a:accent4>
        <a:srgbClr val="009D9A"/>
      </a:accent4>
      <a:accent5>
        <a:srgbClr val="9F1853"/>
      </a:accent5>
      <a:accent6>
        <a:srgbClr val="FA4D56"/>
      </a:accent6>
      <a:hlink>
        <a:srgbClr val="0F62FE"/>
      </a:hlink>
      <a:folHlink>
        <a:srgbClr val="6F6F6F"/>
      </a:folHlink>
    </a:clrScheme>
    <a:fontScheme name="IBM Plex">
      <a:majorFont>
        <a:latin typeface="IBM Plex Sans Light"/>
        <a:ea typeface=""/>
        <a:cs typeface=""/>
      </a:majorFont>
      <a:minorFont>
        <a:latin typeface="IBM Plex Sans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rgbClr val="E5F6FF"/>
        </a:solidFill>
        <a:ln w="19050">
          <a:solidFill>
            <a:srgbClr val="E5F6FF"/>
          </a:solidFill>
          <a:headEnd type="none" w="med" len="med"/>
          <a:tailEnd type="none" w="med" len="med"/>
        </a:ln>
        <a:effectLst/>
      </a:spPr>
      <a:bodyPr vert="horz" wrap="square" lIns="91440" tIns="91440" rIns="91440" bIns="91440" numCol="1" rtlCol="0"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 typeface="IBM Plex Sans Light"/>
          <a:buNone/>
          <a:tabLst/>
          <a:defRPr kumimoji="0" sz="1400" b="0" i="0" u="none" strike="noStrike" cap="none" normalizeH="0" baseline="0" dirty="0">
            <a:ln>
              <a:noFill/>
            </a:ln>
            <a:solidFill>
              <a:schemeClr val="bg1"/>
            </a:solidFill>
            <a:effectLst/>
            <a:latin typeface="+mn-lt"/>
          </a:defRPr>
        </a:defPPr>
      </a:lstStyle>
      <a:style>
        <a:lnRef idx="2">
          <a:schemeClr val="accent6"/>
        </a:lnRef>
        <a:fillRef idx="1">
          <a:schemeClr val="lt1"/>
        </a:fillRef>
        <a:effectRef idx="0">
          <a:schemeClr val="accent6"/>
        </a:effectRef>
        <a:fontRef idx="minor">
          <a:schemeClr val="dk1"/>
        </a:fontRef>
      </a:style>
    </a:spDef>
    <a:lnDef>
      <a:spPr bwMode="auto">
        <a:ln w="12700">
          <a:solidFill>
            <a:schemeClr val="tx1"/>
          </a:solidFill>
          <a:headEnd type="none" w="med" len="med"/>
          <a:tailEnd type="none" w="med" len="med"/>
        </a:ln>
        <a:effectLst/>
      </a:spPr>
      <a:bodyPr/>
      <a:lstStyle/>
      <a:style>
        <a:lnRef idx="1">
          <a:schemeClr val="dk1"/>
        </a:lnRef>
        <a:fillRef idx="0">
          <a:schemeClr val="dk1"/>
        </a:fillRef>
        <a:effectRef idx="0">
          <a:schemeClr val="dk1"/>
        </a:effectRef>
        <a:fontRef idx="minor">
          <a:schemeClr val="tx1"/>
        </a:fontRef>
      </a:style>
    </a:lnDef>
    <a:txDef>
      <a:spPr>
        <a:ln w="12700">
          <a:miter lim="400000"/>
        </a:ln>
        <a:extLst>
          <a:ext uri="{C572A759-6A51-4108-AA02-DFA0A04FC94B}">
            <ma14:wrappingTextBoxFlag xmlns:r="http://schemas.openxmlformats.org/officeDocument/2006/relationships" xmlns:p="http://schemas.openxmlformats.org/presentationml/2006/main" xmlns="" xmlns:m="http://schemas.openxmlformats.org/officeDocument/2006/math" xmlns:a14="http://schemas.microsoft.com/office/drawing/2010/main" xmlns:ma14="http://schemas.microsoft.com/office/mac/drawingml/2011/main" val="1"/>
          </a:ext>
        </a:extLst>
      </a:spPr>
      <a:bodyPr wrap="square" lIns="0" tIns="0" rIns="0" bIns="0" rtlCol="0">
        <a:noAutofit/>
      </a:bodyPr>
      <a:lstStyle>
        <a:defPPr marL="444465" indent="-446749" algn="l" defTabSz="2438400">
          <a:spcBef>
            <a:spcPts val="2900"/>
          </a:spcBef>
          <a:buSzPct val="100000"/>
          <a:buFontTx/>
          <a:buChar char="–"/>
          <a:defRPr kern="0" dirty="0" smtClean="0">
            <a:solidFill>
              <a:srgbClr val="000000"/>
            </a:solidFill>
            <a:ea typeface="+mj-ea"/>
            <a:cs typeface="+mj-cs"/>
            <a:sym typeface="IBM Plex Sans Light"/>
          </a:defRPr>
        </a:defPPr>
      </a:lstStyle>
    </a:txDef>
  </a:objectDefaults>
  <a:extraClrSchemeLst/>
  <a:custClrLst>
    <a:custClr name="Gray 100">
      <a:srgbClr val="161616"/>
    </a:custClr>
    <a:custClr name="Gray 90">
      <a:srgbClr val="262626"/>
    </a:custClr>
    <a:custClr name="Gray 80">
      <a:srgbClr val="393939"/>
    </a:custClr>
    <a:custClr name="Gray 70">
      <a:srgbClr val="525252"/>
    </a:custClr>
    <a:custClr name="Gray 60">
      <a:srgbClr val="6F6F6F"/>
    </a:custClr>
    <a:custClr name="Gray 50">
      <a:srgbClr val="8D8D8D"/>
    </a:custClr>
    <a:custClr name="Gray 40">
      <a:srgbClr val="A8A8A8"/>
    </a:custClr>
    <a:custClr name="Gray 30">
      <a:srgbClr val="C6C6C6"/>
    </a:custClr>
    <a:custClr name="Gray 20">
      <a:srgbClr val="E0E0E0"/>
    </a:custClr>
    <a:custClr name="Gray 10">
      <a:srgbClr val="F4F4F4"/>
    </a:custClr>
    <a:custClr name="Blue 100">
      <a:srgbClr val="001141"/>
    </a:custClr>
    <a:custClr name="Blue 90">
      <a:srgbClr val="001D6C"/>
    </a:custClr>
    <a:custClr name="Blue 80">
      <a:srgbClr val="002D9C"/>
    </a:custClr>
    <a:custClr name="Blue 70">
      <a:srgbClr val="0043CE"/>
    </a:custClr>
    <a:custClr name="Blue 60">
      <a:srgbClr val="0F62FE"/>
    </a:custClr>
    <a:custClr name="Cyan 50">
      <a:srgbClr val="1192E8"/>
    </a:custClr>
    <a:custClr name="Cyan 40">
      <a:srgbClr val="33B1FF"/>
    </a:custClr>
    <a:custClr name="Cyan 30">
      <a:srgbClr val="82CFFF"/>
    </a:custClr>
    <a:custClr name="Cyan 20">
      <a:srgbClr val="BAE6FF"/>
    </a:custClr>
    <a:custClr name="Cyan 10">
      <a:srgbClr val="E5F6FF"/>
    </a:custClr>
    <a:custClr name="Red 60">
      <a:srgbClr val="DA1E28"/>
    </a:custClr>
    <a:custClr name="Red 50">
      <a:srgbClr val="FA4D56"/>
    </a:custClr>
    <a:custClr name="Red 30">
      <a:srgbClr val="FFB3B8"/>
    </a:custClr>
    <a:custClr name="Red 20">
      <a:srgbClr val="FFD7D9"/>
    </a:custClr>
    <a:custClr name="Red 10">
      <a:srgbClr val="FFF1F1"/>
    </a:custClr>
    <a:custClr name="Magenta 60">
      <a:srgbClr val="D02670"/>
    </a:custClr>
    <a:custClr name="Magenta 50">
      <a:srgbClr val="EE5396"/>
    </a:custClr>
    <a:custClr name="Magenta 30">
      <a:srgbClr val="FFAFD2"/>
    </a:custClr>
    <a:custClr name="Magenta 20">
      <a:srgbClr val="FFD6E8"/>
    </a:custClr>
    <a:custClr name="Magenta 10">
      <a:srgbClr val="FFF0F7"/>
    </a:custClr>
    <a:custClr name="Purple 60">
      <a:srgbClr val="8A3FFC"/>
    </a:custClr>
    <a:custClr name="Purple 50">
      <a:srgbClr val="A56EFF"/>
    </a:custClr>
    <a:custClr name="Purple 30">
      <a:srgbClr val="D4BBFF"/>
    </a:custClr>
    <a:custClr name="Purple 20">
      <a:srgbClr val="E8DAFF"/>
    </a:custClr>
    <a:custClr name="Purple 10">
      <a:srgbClr val="F6F2FF"/>
    </a:custClr>
    <a:custClr name="Teal 60">
      <a:srgbClr val="007D79"/>
    </a:custClr>
    <a:custClr name="Teal 50">
      <a:srgbClr val="009D9A"/>
    </a:custClr>
    <a:custClr name="Teal 30">
      <a:srgbClr val="3DDBD9"/>
    </a:custClr>
    <a:custClr name="Teal 20">
      <a:srgbClr val="9EF0F0"/>
    </a:custClr>
    <a:custClr name="Teal 10">
      <a:srgbClr val="D9FBFB"/>
    </a:custClr>
    <a:custClr name="Green 60">
      <a:srgbClr val="198038"/>
    </a:custClr>
    <a:custClr name="Green 50">
      <a:srgbClr val="24A148"/>
    </a:custClr>
    <a:custClr name="Green 30">
      <a:srgbClr val="6FDC8C"/>
    </a:custClr>
    <a:custClr name="Green 20">
      <a:srgbClr val="A7F0BA"/>
    </a:custClr>
    <a:custClr name="Green 10">
      <a:srgbClr val="DEFBE6"/>
    </a:custClr>
    <a:custClr name="Yellow 30">
      <a:srgbClr val="F1C21B"/>
    </a:custClr>
    <a:custClr name="Yellow 20">
      <a:srgbClr val="FDDC69"/>
    </a:custClr>
    <a:custClr name="Yellow 10">
      <a:srgbClr val="FCF4D6"/>
    </a:custClr>
    <a:custClr name="Blue 20">
      <a:srgbClr val="D0E2FF"/>
    </a:custClr>
    <a:custClr name="Blue 10">
      <a:srgbClr val="EDF5FF"/>
    </a:custClr>
  </a:custClrLst>
  <a:extLst>
    <a:ext uri="{05A4C25C-085E-4340-85A3-A5531E510DB2}">
      <thm15:themeFamily xmlns:thm15="http://schemas.microsoft.com/office/thememl/2012/main" name="Presentation8" id="{113BFA09-69C9-5E4F-BF47-1A11B42BC8F0}" vid="{6124F050-50E5-7D46-8850-4BD75B9217E1}"/>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13</TotalTime>
  <Words>1193</Words>
  <Application>Microsoft Macintosh PowerPoint</Application>
  <PresentationFormat>Widescreen</PresentationFormat>
  <Paragraphs>241</Paragraphs>
  <Slides>15</Slides>
  <Notes>9</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15</vt:i4>
      </vt:variant>
    </vt:vector>
  </HeadingPairs>
  <TitlesOfParts>
    <vt:vector size="25" baseType="lpstr">
      <vt:lpstr>Aptos</vt:lpstr>
      <vt:lpstr>Aptos Display</vt:lpstr>
      <vt:lpstr>Arial</vt:lpstr>
      <vt:lpstr>Calibri</vt:lpstr>
      <vt:lpstr>IBM Plex Sans</vt:lpstr>
      <vt:lpstr>IBM Plex Sans ExtLt</vt:lpstr>
      <vt:lpstr>IBM Plex Sans Light</vt:lpstr>
      <vt:lpstr>IBM Plex Sans Thin</vt:lpstr>
      <vt:lpstr>office theme</vt:lpstr>
      <vt:lpstr>IBM presentation template</vt:lpstr>
      <vt:lpstr>What I did to increase my chances of success</vt:lpstr>
      <vt:lpstr>PowerPoint Presentation</vt:lpstr>
      <vt:lpstr>PowerPoint Presentation</vt:lpstr>
      <vt:lpstr>Start where you can</vt:lpstr>
      <vt:lpstr>PowerPoint Presentation</vt:lpstr>
      <vt:lpstr>Ask for help</vt:lpstr>
      <vt:lpstr>PowerPoint Presentation</vt:lpstr>
      <vt:lpstr>PowerPoint Presentation</vt:lpstr>
      <vt:lpstr>PowerPoint Presentation</vt:lpstr>
      <vt:lpstr>Remember success is a slide</vt:lpstr>
      <vt:lpstr>PowerPoint Presentation</vt:lpstr>
      <vt:lpstr>PowerPoint Presentation</vt:lpstr>
      <vt:lpstr>Some example topics to ask about</vt:lpstr>
      <vt:lpstr>Research at Argonne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Kaytlin Harrison</cp:lastModifiedBy>
  <cp:revision>1159</cp:revision>
  <dcterms:created xsi:type="dcterms:W3CDTF">2025-07-09T01:38:35Z</dcterms:created>
  <dcterms:modified xsi:type="dcterms:W3CDTF">2025-09-15T14:37:39Z</dcterms:modified>
</cp:coreProperties>
</file>