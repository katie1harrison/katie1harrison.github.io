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62" r:id="rId2"/>
  </p:sldMasterIdLst>
  <p:notesMasterIdLst>
    <p:notesMasterId r:id="rId19"/>
  </p:notesMasterIdLst>
  <p:sldIdLst>
    <p:sldId id="256" r:id="rId3"/>
    <p:sldId id="257" r:id="rId4"/>
    <p:sldId id="2147482210" r:id="rId5"/>
    <p:sldId id="263" r:id="rId6"/>
    <p:sldId id="2147482212" r:id="rId7"/>
    <p:sldId id="259" r:id="rId8"/>
    <p:sldId id="2147482214" r:id="rId9"/>
    <p:sldId id="261" r:id="rId10"/>
    <p:sldId id="2147482215" r:id="rId11"/>
    <p:sldId id="262" r:id="rId12"/>
    <p:sldId id="2147482216" r:id="rId13"/>
    <p:sldId id="2147482205" r:id="rId14"/>
    <p:sldId id="2147482213" r:id="rId15"/>
    <p:sldId id="2147482206" r:id="rId16"/>
    <p:sldId id="2147482207" r:id="rId17"/>
    <p:sldId id="214748221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8C3813-635E-D8DE-A301-A79460A393C9}" v="390" dt="2025-07-09T01:56:21.347"/>
    <p1510:client id="{478E63A6-DDC6-0DB2-3019-EAEFDD9B6715}" v="370" dt="2025-07-09T11:57:08.559"/>
    <p1510:client id="{6C95DCE1-2D57-072F-4D7B-80C7C24ED14B}" v="907" dt="2025-07-09T03:17:58.693"/>
    <p1510:client id="{7B366921-A34B-A010-393C-DF94A6BD2752}" v="14" dt="2025-07-09T13:26:40.192"/>
    <p1510:client id="{8AB37990-1B3A-4A9A-DEEB-88A0BED0BE72}" v="801" dt="2025-07-09T16:41:57.512"/>
    <p1510:client id="{B52CCF87-2303-3342-56E1-CD64C54C11A5}" v="56" dt="2025-07-09T02:03:11.383"/>
    <p1510:client id="{BEA35F65-FA1D-C4BE-7EEA-944D2D28E948}" v="930" dt="2025-07-09T14:27:58.996"/>
    <p1510:client id="{E992725B-B109-001D-9EAE-9DBF8D3689DA}" v="229" dt="2025-07-09T14:46:57.1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81507"/>
  </p:normalViewPr>
  <p:slideViewPr>
    <p:cSldViewPr snapToGrid="0">
      <p:cViewPr varScale="1">
        <p:scale>
          <a:sx n="98" d="100"/>
          <a:sy n="98" d="100"/>
        </p:scale>
        <p:origin x="1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tlin Faith Harrison" userId="S::omt3255@ads.northwestern.edu::3c157b3a-e72e-433b-bed5-e3ff3c40f3ed" providerId="AD" clId="Web-{7B366921-A34B-A010-393C-DF94A6BD2752}"/>
    <pc:docChg chg="modSld">
      <pc:chgData name="Kaytlin Faith Harrison" userId="S::omt3255@ads.northwestern.edu::3c157b3a-e72e-433b-bed5-e3ff3c40f3ed" providerId="AD" clId="Web-{7B366921-A34B-A010-393C-DF94A6BD2752}" dt="2025-07-09T13:26:40.192" v="12"/>
      <pc:docMkLst>
        <pc:docMk/>
      </pc:docMkLst>
      <pc:sldChg chg="delSp">
        <pc:chgData name="Kaytlin Faith Harrison" userId="S::omt3255@ads.northwestern.edu::3c157b3a-e72e-433b-bed5-e3ff3c40f3ed" providerId="AD" clId="Web-{7B366921-A34B-A010-393C-DF94A6BD2752}" dt="2025-07-09T13:21:58.275" v="0"/>
        <pc:sldMkLst>
          <pc:docMk/>
          <pc:sldMk cId="917543501" sldId="261"/>
        </pc:sldMkLst>
        <pc:spChg chg="del">
          <ac:chgData name="Kaytlin Faith Harrison" userId="S::omt3255@ads.northwestern.edu::3c157b3a-e72e-433b-bed5-e3ff3c40f3ed" providerId="AD" clId="Web-{7B366921-A34B-A010-393C-DF94A6BD2752}" dt="2025-07-09T13:21:58.275" v="0"/>
          <ac:spMkLst>
            <pc:docMk/>
            <pc:sldMk cId="917543501" sldId="261"/>
            <ac:spMk id="129" creationId="{ED734C2B-2D76-D1F1-1FFF-157A3431957C}"/>
          </ac:spMkLst>
        </pc:spChg>
      </pc:sldChg>
      <pc:sldChg chg="addSp delSp modSp">
        <pc:chgData name="Kaytlin Faith Harrison" userId="S::omt3255@ads.northwestern.edu::3c157b3a-e72e-433b-bed5-e3ff3c40f3ed" providerId="AD" clId="Web-{7B366921-A34B-A010-393C-DF94A6BD2752}" dt="2025-07-09T13:26:40.192" v="12"/>
        <pc:sldMkLst>
          <pc:docMk/>
          <pc:sldMk cId="873890625" sldId="262"/>
        </pc:sldMkLst>
        <pc:spChg chg="del">
          <ac:chgData name="Kaytlin Faith Harrison" userId="S::omt3255@ads.northwestern.edu::3c157b3a-e72e-433b-bed5-e3ff3c40f3ed" providerId="AD" clId="Web-{7B366921-A34B-A010-393C-DF94A6BD2752}" dt="2025-07-09T13:25:50.690" v="1"/>
          <ac:spMkLst>
            <pc:docMk/>
            <pc:sldMk cId="873890625" sldId="262"/>
            <ac:spMk id="3" creationId="{29B4301F-733B-0BA3-4101-A48DEAD31908}"/>
          </ac:spMkLst>
        </pc:spChg>
        <pc:spChg chg="add del">
          <ac:chgData name="Kaytlin Faith Harrison" userId="S::omt3255@ads.northwestern.edu::3c157b3a-e72e-433b-bed5-e3ff3c40f3ed" providerId="AD" clId="Web-{7B366921-A34B-A010-393C-DF94A6BD2752}" dt="2025-07-09T13:25:59.894" v="3"/>
          <ac:spMkLst>
            <pc:docMk/>
            <pc:sldMk cId="873890625" sldId="262"/>
            <ac:spMk id="4" creationId="{32AC6B16-4B89-FEDF-DF7E-A757569233AF}"/>
          </ac:spMkLst>
        </pc:spChg>
        <pc:picChg chg="add mod ord modCrop">
          <ac:chgData name="Kaytlin Faith Harrison" userId="S::omt3255@ads.northwestern.edu::3c157b3a-e72e-433b-bed5-e3ff3c40f3ed" providerId="AD" clId="Web-{7B366921-A34B-A010-393C-DF94A6BD2752}" dt="2025-07-09T13:26:40.192" v="12"/>
          <ac:picMkLst>
            <pc:docMk/>
            <pc:sldMk cId="873890625" sldId="262"/>
            <ac:picMk id="5" creationId="{74556B17-F0EB-A9D7-8F88-505A4A9A8208}"/>
          </ac:picMkLst>
        </pc:picChg>
      </pc:sldChg>
    </pc:docChg>
  </pc:docChgLst>
  <pc:docChgLst>
    <pc:chgData name="Kaytlin Faith Harrison" userId="S::omt3255@ads.northwestern.edu::3c157b3a-e72e-433b-bed5-e3ff3c40f3ed" providerId="AD" clId="Web-{6C95DCE1-2D57-072F-4D7B-80C7C24ED14B}"/>
    <pc:docChg chg="addSld delSld modSld sldOrd">
      <pc:chgData name="Kaytlin Faith Harrison" userId="S::omt3255@ads.northwestern.edu::3c157b3a-e72e-433b-bed5-e3ff3c40f3ed" providerId="AD" clId="Web-{6C95DCE1-2D57-072F-4D7B-80C7C24ED14B}" dt="2025-07-09T03:17:58.693" v="1408"/>
      <pc:docMkLst>
        <pc:docMk/>
      </pc:docMkLst>
      <pc:sldChg chg="modNotes">
        <pc:chgData name="Kaytlin Faith Harrison" userId="S::omt3255@ads.northwestern.edu::3c157b3a-e72e-433b-bed5-e3ff3c40f3ed" providerId="AD" clId="Web-{6C95DCE1-2D57-072F-4D7B-80C7C24ED14B}" dt="2025-07-09T02:28:46.478" v="549"/>
        <pc:sldMkLst>
          <pc:docMk/>
          <pc:sldMk cId="109857222" sldId="256"/>
        </pc:sldMkLst>
      </pc:sldChg>
      <pc:sldChg chg="modSp ord modNotes">
        <pc:chgData name="Kaytlin Faith Harrison" userId="S::omt3255@ads.northwestern.edu::3c157b3a-e72e-433b-bed5-e3ff3c40f3ed" providerId="AD" clId="Web-{6C95DCE1-2D57-072F-4D7B-80C7C24ED14B}" dt="2025-07-09T02:20:17.927" v="282"/>
        <pc:sldMkLst>
          <pc:docMk/>
          <pc:sldMk cId="1507536464" sldId="257"/>
        </pc:sldMkLst>
        <pc:spChg chg="mod">
          <ac:chgData name="Kaytlin Faith Harrison" userId="S::omt3255@ads.northwestern.edu::3c157b3a-e72e-433b-bed5-e3ff3c40f3ed" providerId="AD" clId="Web-{6C95DCE1-2D57-072F-4D7B-80C7C24ED14B}" dt="2025-07-09T02:05:00.781" v="15" actId="20577"/>
          <ac:spMkLst>
            <pc:docMk/>
            <pc:sldMk cId="1507536464" sldId="257"/>
            <ac:spMk id="10" creationId="{57990DAD-973C-7447-1D03-53974A040555}"/>
          </ac:spMkLst>
        </pc:spChg>
        <pc:spChg chg="mod">
          <ac:chgData name="Kaytlin Faith Harrison" userId="S::omt3255@ads.northwestern.edu::3c157b3a-e72e-433b-bed5-e3ff3c40f3ed" providerId="AD" clId="Web-{6C95DCE1-2D57-072F-4D7B-80C7C24ED14B}" dt="2025-07-09T02:04:12.717" v="8" actId="1076"/>
          <ac:spMkLst>
            <pc:docMk/>
            <pc:sldMk cId="1507536464" sldId="257"/>
            <ac:spMk id="12" creationId="{FD159C6F-FD83-47BA-E41D-1DD638A88F26}"/>
          </ac:spMkLst>
        </pc:spChg>
        <pc:spChg chg="mod">
          <ac:chgData name="Kaytlin Faith Harrison" userId="S::omt3255@ads.northwestern.edu::3c157b3a-e72e-433b-bed5-e3ff3c40f3ed" providerId="AD" clId="Web-{6C95DCE1-2D57-072F-4D7B-80C7C24ED14B}" dt="2025-07-09T02:07:44.709" v="64" actId="20577"/>
          <ac:spMkLst>
            <pc:docMk/>
            <pc:sldMk cId="1507536464" sldId="257"/>
            <ac:spMk id="14" creationId="{9F6C15E7-EF56-FCB8-4000-E77924ACC28C}"/>
          </ac:spMkLst>
        </pc:spChg>
        <pc:picChg chg="mod">
          <ac:chgData name="Kaytlin Faith Harrison" userId="S::omt3255@ads.northwestern.edu::3c157b3a-e72e-433b-bed5-e3ff3c40f3ed" providerId="AD" clId="Web-{6C95DCE1-2D57-072F-4D7B-80C7C24ED14B}" dt="2025-07-09T02:07:32.287" v="63" actId="1076"/>
          <ac:picMkLst>
            <pc:docMk/>
            <pc:sldMk cId="1507536464" sldId="257"/>
            <ac:picMk id="2" creationId="{9889D6EE-F569-5F6C-71E6-A0411D1231EB}"/>
          </ac:picMkLst>
        </pc:picChg>
        <pc:picChg chg="mod">
          <ac:chgData name="Kaytlin Faith Harrison" userId="S::omt3255@ads.northwestern.edu::3c157b3a-e72e-433b-bed5-e3ff3c40f3ed" providerId="AD" clId="Web-{6C95DCE1-2D57-072F-4D7B-80C7C24ED14B}" dt="2025-07-09T02:03:40.840" v="0" actId="1076"/>
          <ac:picMkLst>
            <pc:docMk/>
            <pc:sldMk cId="1507536464" sldId="257"/>
            <ac:picMk id="8" creationId="{69E6AA8B-0D13-D8EE-D5E3-36638B7BE212}"/>
          </ac:picMkLst>
        </pc:picChg>
      </pc:sldChg>
      <pc:sldChg chg="addSp delSp modSp new mod modClrScheme chgLayout">
        <pc:chgData name="Kaytlin Faith Harrison" userId="S::omt3255@ads.northwestern.edu::3c157b3a-e72e-433b-bed5-e3ff3c40f3ed" providerId="AD" clId="Web-{6C95DCE1-2D57-072F-4D7B-80C7C24ED14B}" dt="2025-07-09T02:37:07.249" v="747" actId="20577"/>
        <pc:sldMkLst>
          <pc:docMk/>
          <pc:sldMk cId="156747793" sldId="258"/>
        </pc:sldMkLst>
        <pc:spChg chg="add del mod ord">
          <ac:chgData name="Kaytlin Faith Harrison" userId="S::omt3255@ads.northwestern.edu::3c157b3a-e72e-433b-bed5-e3ff3c40f3ed" providerId="AD" clId="Web-{6C95DCE1-2D57-072F-4D7B-80C7C24ED14B}" dt="2025-07-09T02:14:42.367" v="173"/>
          <ac:spMkLst>
            <pc:docMk/>
            <pc:sldMk cId="156747793" sldId="258"/>
            <ac:spMk id="2" creationId="{E8EBF8C3-4444-638A-2C57-6EEA548867D4}"/>
          </ac:spMkLst>
        </pc:spChg>
        <pc:spChg chg="add del mod ord">
          <ac:chgData name="Kaytlin Faith Harrison" userId="S::omt3255@ads.northwestern.edu::3c157b3a-e72e-433b-bed5-e3ff3c40f3ed" providerId="AD" clId="Web-{6C95DCE1-2D57-072F-4D7B-80C7C24ED14B}" dt="2025-07-09T02:14:42.367" v="173"/>
          <ac:spMkLst>
            <pc:docMk/>
            <pc:sldMk cId="156747793" sldId="258"/>
            <ac:spMk id="3" creationId="{D51F1F47-4109-AD96-6892-6AFFB0942366}"/>
          </ac:spMkLst>
        </pc:spChg>
        <pc:spChg chg="add del mod ord">
          <ac:chgData name="Kaytlin Faith Harrison" userId="S::omt3255@ads.northwestern.edu::3c157b3a-e72e-433b-bed5-e3ff3c40f3ed" providerId="AD" clId="Web-{6C95DCE1-2D57-072F-4D7B-80C7C24ED14B}" dt="2025-07-09T02:14:42.367" v="173"/>
          <ac:spMkLst>
            <pc:docMk/>
            <pc:sldMk cId="156747793" sldId="258"/>
            <ac:spMk id="4" creationId="{4B46ABD2-76F0-DD07-3A5F-92BA769242CD}"/>
          </ac:spMkLst>
        </pc:spChg>
        <pc:spChg chg="add del mod">
          <ac:chgData name="Kaytlin Faith Harrison" userId="S::omt3255@ads.northwestern.edu::3c157b3a-e72e-433b-bed5-e3ff3c40f3ed" providerId="AD" clId="Web-{6C95DCE1-2D57-072F-4D7B-80C7C24ED14B}" dt="2025-07-09T02:20:57.882" v="285"/>
          <ac:spMkLst>
            <pc:docMk/>
            <pc:sldMk cId="156747793" sldId="258"/>
            <ac:spMk id="2166" creationId="{AB0795DF-5993-2CBA-76EB-1317D43B3881}"/>
          </ac:spMkLst>
        </pc:spChg>
        <pc:spChg chg="add del mod">
          <ac:chgData name="Kaytlin Faith Harrison" userId="S::omt3255@ads.northwestern.edu::3c157b3a-e72e-433b-bed5-e3ff3c40f3ed" providerId="AD" clId="Web-{6C95DCE1-2D57-072F-4D7B-80C7C24ED14B}" dt="2025-07-09T02:22:11.400" v="303"/>
          <ac:spMkLst>
            <pc:docMk/>
            <pc:sldMk cId="156747793" sldId="258"/>
            <ac:spMk id="2167" creationId="{B9549CF7-531E-ABFF-4FFC-8D301FED95E1}"/>
          </ac:spMkLst>
        </pc:spChg>
        <pc:spChg chg="add mod">
          <ac:chgData name="Kaytlin Faith Harrison" userId="S::omt3255@ads.northwestern.edu::3c157b3a-e72e-433b-bed5-e3ff3c40f3ed" providerId="AD" clId="Web-{6C95DCE1-2D57-072F-4D7B-80C7C24ED14B}" dt="2025-07-09T02:37:07.249" v="747" actId="20577"/>
          <ac:spMkLst>
            <pc:docMk/>
            <pc:sldMk cId="156747793" sldId="258"/>
            <ac:spMk id="2168" creationId="{5E245BBB-61B8-26E6-69A3-3AD800D5D71B}"/>
          </ac:spMkLst>
        </pc:spChg>
        <pc:spChg chg="add del mod">
          <ac:chgData name="Kaytlin Faith Harrison" userId="S::omt3255@ads.northwestern.edu::3c157b3a-e72e-433b-bed5-e3ff3c40f3ed" providerId="AD" clId="Web-{6C95DCE1-2D57-072F-4D7B-80C7C24ED14B}" dt="2025-07-09T02:34:49.540" v="716"/>
          <ac:spMkLst>
            <pc:docMk/>
            <pc:sldMk cId="156747793" sldId="258"/>
            <ac:spMk id="2169" creationId="{F799B6D7-7C02-A388-484A-852B9603E9FC}"/>
          </ac:spMkLst>
        </pc:spChg>
        <pc:spChg chg="add del mod">
          <ac:chgData name="Kaytlin Faith Harrison" userId="S::omt3255@ads.northwestern.edu::3c157b3a-e72e-433b-bed5-e3ff3c40f3ed" providerId="AD" clId="Web-{6C95DCE1-2D57-072F-4D7B-80C7C24ED14B}" dt="2025-07-09T02:34:51.024" v="717"/>
          <ac:spMkLst>
            <pc:docMk/>
            <pc:sldMk cId="156747793" sldId="258"/>
            <ac:spMk id="2170" creationId="{F677A856-D9CA-CEAC-CC4A-71C01030B43A}"/>
          </ac:spMkLst>
        </pc:spChg>
        <pc:spChg chg="add del mod">
          <ac:chgData name="Kaytlin Faith Harrison" userId="S::omt3255@ads.northwestern.edu::3c157b3a-e72e-433b-bed5-e3ff3c40f3ed" providerId="AD" clId="Web-{6C95DCE1-2D57-072F-4D7B-80C7C24ED14B}" dt="2025-07-09T02:34:51.977" v="718"/>
          <ac:spMkLst>
            <pc:docMk/>
            <pc:sldMk cId="156747793" sldId="258"/>
            <ac:spMk id="2172" creationId="{3F6203A7-2DC2-F3A5-1A82-679CB7BF2F99}"/>
          </ac:spMkLst>
        </pc:spChg>
        <pc:spChg chg="add del mod">
          <ac:chgData name="Kaytlin Faith Harrison" userId="S::omt3255@ads.northwestern.edu::3c157b3a-e72e-433b-bed5-e3ff3c40f3ed" providerId="AD" clId="Web-{6C95DCE1-2D57-072F-4D7B-80C7C24ED14B}" dt="2025-07-09T02:34:54.602" v="719"/>
          <ac:spMkLst>
            <pc:docMk/>
            <pc:sldMk cId="156747793" sldId="258"/>
            <ac:spMk id="2174" creationId="{BE701974-A5C4-E78F-081E-E2A772E87A62}"/>
          </ac:spMkLst>
        </pc:spChg>
        <pc:graphicFrameChg chg="add del mod modGraphic">
          <ac:chgData name="Kaytlin Faith Harrison" userId="S::omt3255@ads.northwestern.edu::3c157b3a-e72e-433b-bed5-e3ff3c40f3ed" providerId="AD" clId="Web-{6C95DCE1-2D57-072F-4D7B-80C7C24ED14B}" dt="2025-07-09T02:20:02.786" v="279"/>
          <ac:graphicFrameMkLst>
            <pc:docMk/>
            <pc:sldMk cId="156747793" sldId="258"/>
            <ac:graphicFrameMk id="5" creationId="{B32041D8-D2B6-E7C4-26A5-4FC90F5E9372}"/>
          </ac:graphicFrameMkLst>
        </pc:graphicFrameChg>
        <pc:graphicFrameChg chg="add del mod modGraphic">
          <ac:chgData name="Kaytlin Faith Harrison" userId="S::omt3255@ads.northwestern.edu::3c157b3a-e72e-433b-bed5-e3ff3c40f3ed" providerId="AD" clId="Web-{6C95DCE1-2D57-072F-4D7B-80C7C24ED14B}" dt="2025-07-09T02:20:04.301" v="280"/>
          <ac:graphicFrameMkLst>
            <pc:docMk/>
            <pc:sldMk cId="156747793" sldId="258"/>
            <ac:graphicFrameMk id="2094" creationId="{2A4D6329-B505-3739-BEBE-405ECB0DF4BA}"/>
          </ac:graphicFrameMkLst>
        </pc:graphicFrameChg>
        <pc:graphicFrameChg chg="add del mod modGraphic">
          <ac:chgData name="Kaytlin Faith Harrison" userId="S::omt3255@ads.northwestern.edu::3c157b3a-e72e-433b-bed5-e3ff3c40f3ed" providerId="AD" clId="Web-{6C95DCE1-2D57-072F-4D7B-80C7C24ED14B}" dt="2025-07-09T02:22:09.228" v="302"/>
          <ac:graphicFrameMkLst>
            <pc:docMk/>
            <pc:sldMk cId="156747793" sldId="258"/>
            <ac:graphicFrameMk id="2123" creationId="{E2C7B343-9D40-AE57-8B9A-432BFA8FCAE4}"/>
          </ac:graphicFrameMkLst>
        </pc:graphicFrameChg>
      </pc:sldChg>
      <pc:sldChg chg="addSp delSp modSp add replId">
        <pc:chgData name="Kaytlin Faith Harrison" userId="S::omt3255@ads.northwestern.edu::3c157b3a-e72e-433b-bed5-e3ff3c40f3ed" providerId="AD" clId="Web-{6C95DCE1-2D57-072F-4D7B-80C7C24ED14B}" dt="2025-07-09T03:17:58.693" v="1408"/>
        <pc:sldMkLst>
          <pc:docMk/>
          <pc:sldMk cId="444951922" sldId="259"/>
        </pc:sldMkLst>
        <pc:spChg chg="mod">
          <ac:chgData name="Kaytlin Faith Harrison" userId="S::omt3255@ads.northwestern.edu::3c157b3a-e72e-433b-bed5-e3ff3c40f3ed" providerId="AD" clId="Web-{6C95DCE1-2D57-072F-4D7B-80C7C24ED14B}" dt="2025-07-09T02:35:57.231" v="726" actId="20577"/>
          <ac:spMkLst>
            <pc:docMk/>
            <pc:sldMk cId="444951922" sldId="259"/>
            <ac:spMk id="2" creationId="{10FA37C9-C3E7-6D84-BB4A-2444F1601E5C}"/>
          </ac:spMkLst>
        </pc:spChg>
        <pc:spChg chg="del mod">
          <ac:chgData name="Kaytlin Faith Harrison" userId="S::omt3255@ads.northwestern.edu::3c157b3a-e72e-433b-bed5-e3ff3c40f3ed" providerId="AD" clId="Web-{6C95DCE1-2D57-072F-4D7B-80C7C24ED14B}" dt="2025-07-09T03:00:36.589" v="1139"/>
          <ac:spMkLst>
            <pc:docMk/>
            <pc:sldMk cId="444951922" sldId="259"/>
            <ac:spMk id="3" creationId="{8FE44069-F0D0-B660-EE1F-97C3454AA813}"/>
          </ac:spMkLst>
        </pc:spChg>
        <pc:spChg chg="del mod">
          <ac:chgData name="Kaytlin Faith Harrison" userId="S::omt3255@ads.northwestern.edu::3c157b3a-e72e-433b-bed5-e3ff3c40f3ed" providerId="AD" clId="Web-{6C95DCE1-2D57-072F-4D7B-80C7C24ED14B}" dt="2025-07-09T02:59:50.728" v="1134"/>
          <ac:spMkLst>
            <pc:docMk/>
            <pc:sldMk cId="444951922" sldId="259"/>
            <ac:spMk id="4" creationId="{2158654F-7E8A-2E8F-D1CD-6E6EDA4D367D}"/>
          </ac:spMkLst>
        </pc:spChg>
        <pc:spChg chg="add del mod">
          <ac:chgData name="Kaytlin Faith Harrison" userId="S::omt3255@ads.northwestern.edu::3c157b3a-e72e-433b-bed5-e3ff3c40f3ed" providerId="AD" clId="Web-{6C95DCE1-2D57-072F-4D7B-80C7C24ED14B}" dt="2025-07-09T03:00:49.277" v="1144"/>
          <ac:spMkLst>
            <pc:docMk/>
            <pc:sldMk cId="444951922" sldId="259"/>
            <ac:spMk id="47" creationId="{5E8C0C2C-3860-7545-4934-37F2DA05040D}"/>
          </ac:spMkLst>
        </pc:spChg>
        <pc:graphicFrameChg chg="add mod modGraphic">
          <ac:chgData name="Kaytlin Faith Harrison" userId="S::omt3255@ads.northwestern.edu::3c157b3a-e72e-433b-bed5-e3ff3c40f3ed" providerId="AD" clId="Web-{6C95DCE1-2D57-072F-4D7B-80C7C24ED14B}" dt="2025-07-09T03:17:58.693" v="1408"/>
          <ac:graphicFrameMkLst>
            <pc:docMk/>
            <pc:sldMk cId="444951922" sldId="259"/>
            <ac:graphicFrameMk id="6" creationId="{382EC616-FEA3-F678-CC32-7F638D94E665}"/>
          </ac:graphicFrameMkLst>
        </pc:graphicFrameChg>
        <pc:graphicFrameChg chg="add del mod modGraphic">
          <ac:chgData name="Kaytlin Faith Harrison" userId="S::omt3255@ads.northwestern.edu::3c157b3a-e72e-433b-bed5-e3ff3c40f3ed" providerId="AD" clId="Web-{6C95DCE1-2D57-072F-4D7B-80C7C24ED14B}" dt="2025-07-09T03:16:39.065" v="1399"/>
          <ac:graphicFrameMkLst>
            <pc:docMk/>
            <pc:sldMk cId="444951922" sldId="259"/>
            <ac:graphicFrameMk id="230" creationId="{DF5E30B2-77E4-0CCB-A454-7CC5319133D3}"/>
          </ac:graphicFrameMkLst>
        </pc:graphicFrameChg>
        <pc:graphicFrameChg chg="add mod">
          <ac:chgData name="Kaytlin Faith Harrison" userId="S::omt3255@ads.northwestern.edu::3c157b3a-e72e-433b-bed5-e3ff3c40f3ed" providerId="AD" clId="Web-{6C95DCE1-2D57-072F-4D7B-80C7C24ED14B}" dt="2025-07-09T03:17:48.193" v="1407" actId="1076"/>
          <ac:graphicFrameMkLst>
            <pc:docMk/>
            <pc:sldMk cId="444951922" sldId="259"/>
            <ac:graphicFrameMk id="346" creationId="{42B4C6D2-C382-29C3-8FA2-9D9D0DD2BDA6}"/>
          </ac:graphicFrameMkLst>
        </pc:graphicFrameChg>
      </pc:sldChg>
      <pc:sldChg chg="addSp delSp modSp add replId modNotes">
        <pc:chgData name="Kaytlin Faith Harrison" userId="S::omt3255@ads.northwestern.edu::3c157b3a-e72e-433b-bed5-e3ff3c40f3ed" providerId="AD" clId="Web-{6C95DCE1-2D57-072F-4D7B-80C7C24ED14B}" dt="2025-07-09T02:44:50.455" v="949" actId="20577"/>
        <pc:sldMkLst>
          <pc:docMk/>
          <pc:sldMk cId="4278419913" sldId="260"/>
        </pc:sldMkLst>
        <pc:spChg chg="mod">
          <ac:chgData name="Kaytlin Faith Harrison" userId="S::omt3255@ads.northwestern.edu::3c157b3a-e72e-433b-bed5-e3ff3c40f3ed" providerId="AD" clId="Web-{6C95DCE1-2D57-072F-4D7B-80C7C24ED14B}" dt="2025-07-09T02:09:57.340" v="110" actId="20577"/>
          <ac:spMkLst>
            <pc:docMk/>
            <pc:sldMk cId="4278419913" sldId="260"/>
            <ac:spMk id="2" creationId="{CF5F1A4E-C390-9D3D-BC3B-5E982F37B386}"/>
          </ac:spMkLst>
        </pc:spChg>
        <pc:spChg chg="add del mod">
          <ac:chgData name="Kaytlin Faith Harrison" userId="S::omt3255@ads.northwestern.edu::3c157b3a-e72e-433b-bed5-e3ff3c40f3ed" providerId="AD" clId="Web-{6C95DCE1-2D57-072F-4D7B-80C7C24ED14B}" dt="2025-07-09T02:44:50.205" v="948" actId="20577"/>
          <ac:spMkLst>
            <pc:docMk/>
            <pc:sldMk cId="4278419913" sldId="260"/>
            <ac:spMk id="3" creationId="{ABB4E389-BC3C-A99C-DA19-5FE5205CD0A5}"/>
          </ac:spMkLst>
        </pc:spChg>
        <pc:spChg chg="add del mod">
          <ac:chgData name="Kaytlin Faith Harrison" userId="S::omt3255@ads.northwestern.edu::3c157b3a-e72e-433b-bed5-e3ff3c40f3ed" providerId="AD" clId="Web-{6C95DCE1-2D57-072F-4D7B-80C7C24ED14B}" dt="2025-07-09T02:44:50.455" v="949" actId="20577"/>
          <ac:spMkLst>
            <pc:docMk/>
            <pc:sldMk cId="4278419913" sldId="260"/>
            <ac:spMk id="4" creationId="{0CE93B31-EF12-B756-41B3-C63558EDC79D}"/>
          </ac:spMkLst>
        </pc:spChg>
        <pc:graphicFrameChg chg="add del modGraphic">
          <ac:chgData name="Kaytlin Faith Harrison" userId="S::omt3255@ads.northwestern.edu::3c157b3a-e72e-433b-bed5-e3ff3c40f3ed" providerId="AD" clId="Web-{6C95DCE1-2D57-072F-4D7B-80C7C24ED14B}" dt="2025-07-09T02:44:49.658" v="946"/>
          <ac:graphicFrameMkLst>
            <pc:docMk/>
            <pc:sldMk cId="4278419913" sldId="260"/>
            <ac:graphicFrameMk id="6" creationId="{83F7CB5E-051B-55A2-C7F7-55D79A14A3BF}"/>
          </ac:graphicFrameMkLst>
        </pc:graphicFrameChg>
      </pc:sldChg>
      <pc:sldChg chg="modSp add replId">
        <pc:chgData name="Kaytlin Faith Harrison" userId="S::omt3255@ads.northwestern.edu::3c157b3a-e72e-433b-bed5-e3ff3c40f3ed" providerId="AD" clId="Web-{6C95DCE1-2D57-072F-4D7B-80C7C24ED14B}" dt="2025-07-09T02:36:11.825" v="734" actId="20577"/>
        <pc:sldMkLst>
          <pc:docMk/>
          <pc:sldMk cId="917543501" sldId="261"/>
        </pc:sldMkLst>
        <pc:spChg chg="mod">
          <ac:chgData name="Kaytlin Faith Harrison" userId="S::omt3255@ads.northwestern.edu::3c157b3a-e72e-433b-bed5-e3ff3c40f3ed" providerId="AD" clId="Web-{6C95DCE1-2D57-072F-4D7B-80C7C24ED14B}" dt="2025-07-09T02:36:11.825" v="734" actId="20577"/>
          <ac:spMkLst>
            <pc:docMk/>
            <pc:sldMk cId="917543501" sldId="261"/>
            <ac:spMk id="2" creationId="{87F21CA7-1505-7210-A50A-3B53283B28A5}"/>
          </ac:spMkLst>
        </pc:spChg>
      </pc:sldChg>
      <pc:sldChg chg="modSp add replId">
        <pc:chgData name="Kaytlin Faith Harrison" userId="S::omt3255@ads.northwestern.edu::3c157b3a-e72e-433b-bed5-e3ff3c40f3ed" providerId="AD" clId="Web-{6C95DCE1-2D57-072F-4D7B-80C7C24ED14B}" dt="2025-07-09T02:36:52.655" v="746" actId="20577"/>
        <pc:sldMkLst>
          <pc:docMk/>
          <pc:sldMk cId="873890625" sldId="262"/>
        </pc:sldMkLst>
        <pc:spChg chg="mod">
          <ac:chgData name="Kaytlin Faith Harrison" userId="S::omt3255@ads.northwestern.edu::3c157b3a-e72e-433b-bed5-e3ff3c40f3ed" providerId="AD" clId="Web-{6C95DCE1-2D57-072F-4D7B-80C7C24ED14B}" dt="2025-07-09T02:36:52.655" v="746" actId="20577"/>
          <ac:spMkLst>
            <pc:docMk/>
            <pc:sldMk cId="873890625" sldId="262"/>
            <ac:spMk id="2" creationId="{9A7291F9-46B9-2491-112C-1696FAE3DD8F}"/>
          </ac:spMkLst>
        </pc:spChg>
      </pc:sldChg>
      <pc:sldChg chg="addSp delSp modSp add mod replId setBg modNotes">
        <pc:chgData name="Kaytlin Faith Harrison" userId="S::omt3255@ads.northwestern.edu::3c157b3a-e72e-433b-bed5-e3ff3c40f3ed" providerId="AD" clId="Web-{6C95DCE1-2D57-072F-4D7B-80C7C24ED14B}" dt="2025-07-09T03:03:35.878" v="1162" actId="20577"/>
        <pc:sldMkLst>
          <pc:docMk/>
          <pc:sldMk cId="803116407" sldId="263"/>
        </pc:sldMkLst>
        <pc:spChg chg="mod">
          <ac:chgData name="Kaytlin Faith Harrison" userId="S::omt3255@ads.northwestern.edu::3c157b3a-e72e-433b-bed5-e3ff3c40f3ed" providerId="AD" clId="Web-{6C95DCE1-2D57-072F-4D7B-80C7C24ED14B}" dt="2025-07-09T03:03:04.486" v="1160" actId="1076"/>
          <ac:spMkLst>
            <pc:docMk/>
            <pc:sldMk cId="803116407" sldId="263"/>
            <ac:spMk id="2" creationId="{36F21790-E13D-9162-D9A3-311F9B348890}"/>
          </ac:spMkLst>
        </pc:spChg>
        <pc:spChg chg="del mod">
          <ac:chgData name="Kaytlin Faith Harrison" userId="S::omt3255@ads.northwestern.edu::3c157b3a-e72e-433b-bed5-e3ff3c40f3ed" providerId="AD" clId="Web-{6C95DCE1-2D57-072F-4D7B-80C7C24ED14B}" dt="2025-07-09T02:45:11.318" v="956"/>
          <ac:spMkLst>
            <pc:docMk/>
            <pc:sldMk cId="803116407" sldId="263"/>
            <ac:spMk id="3" creationId="{44C95A09-A0B9-E3D2-009A-87B7A2B650D3}"/>
          </ac:spMkLst>
        </pc:spChg>
        <pc:spChg chg="del mod">
          <ac:chgData name="Kaytlin Faith Harrison" userId="S::omt3255@ads.northwestern.edu::3c157b3a-e72e-433b-bed5-e3ff3c40f3ed" providerId="AD" clId="Web-{6C95DCE1-2D57-072F-4D7B-80C7C24ED14B}" dt="2025-07-09T02:45:59.789" v="958"/>
          <ac:spMkLst>
            <pc:docMk/>
            <pc:sldMk cId="803116407" sldId="263"/>
            <ac:spMk id="4" creationId="{C7F218E6-E04E-EDC2-63B5-2F53E97DE12F}"/>
          </ac:spMkLst>
        </pc:spChg>
        <pc:spChg chg="add">
          <ac:chgData name="Kaytlin Faith Harrison" userId="S::omt3255@ads.northwestern.edu::3c157b3a-e72e-433b-bed5-e3ff3c40f3ed" providerId="AD" clId="Web-{6C95DCE1-2D57-072F-4D7B-80C7C24ED14B}" dt="2025-07-09T02:46:05.242" v="959"/>
          <ac:spMkLst>
            <pc:docMk/>
            <pc:sldMk cId="803116407" sldId="263"/>
            <ac:spMk id="11" creationId="{01A22726-DA03-BCB0-F12E-98258FB7E5C0}"/>
          </ac:spMkLst>
        </pc:spChg>
        <pc:graphicFrameChg chg="add mod modGraphic">
          <ac:chgData name="Kaytlin Faith Harrison" userId="S::omt3255@ads.northwestern.edu::3c157b3a-e72e-433b-bed5-e3ff3c40f3ed" providerId="AD" clId="Web-{6C95DCE1-2D57-072F-4D7B-80C7C24ED14B}" dt="2025-07-09T03:03:35.878" v="1162" actId="20577"/>
          <ac:graphicFrameMkLst>
            <pc:docMk/>
            <pc:sldMk cId="803116407" sldId="263"/>
            <ac:graphicFrameMk id="6" creationId="{9BBB900C-C349-4F28-1E0E-D06AF80D686B}"/>
          </ac:graphicFrameMkLst>
        </pc:graphicFrameChg>
      </pc:sldChg>
      <pc:sldChg chg="addSp delSp modSp add mod replId setBg">
        <pc:chgData name="Kaytlin Faith Harrison" userId="S::omt3255@ads.northwestern.edu::3c157b3a-e72e-433b-bed5-e3ff3c40f3ed" providerId="AD" clId="Web-{6C95DCE1-2D57-072F-4D7B-80C7C24ED14B}" dt="2025-07-09T03:15:47.735" v="1398"/>
        <pc:sldMkLst>
          <pc:docMk/>
          <pc:sldMk cId="1479532004" sldId="264"/>
        </pc:sldMkLst>
        <pc:spChg chg="del mod">
          <ac:chgData name="Kaytlin Faith Harrison" userId="S::omt3255@ads.northwestern.edu::3c157b3a-e72e-433b-bed5-e3ff3c40f3ed" providerId="AD" clId="Web-{6C95DCE1-2D57-072F-4D7B-80C7C24ED14B}" dt="2025-07-09T03:15:47.735" v="1398"/>
          <ac:spMkLst>
            <pc:docMk/>
            <pc:sldMk cId="1479532004" sldId="264"/>
            <ac:spMk id="2" creationId="{CEEC1E0D-7A5E-141C-7E15-900957122967}"/>
          </ac:spMkLst>
        </pc:spChg>
        <pc:spChg chg="add mod">
          <ac:chgData name="Kaytlin Faith Harrison" userId="S::omt3255@ads.northwestern.edu::3c157b3a-e72e-433b-bed5-e3ff3c40f3ed" providerId="AD" clId="Web-{6C95DCE1-2D57-072F-4D7B-80C7C24ED14B}" dt="2025-07-09T03:15:47.735" v="1398"/>
          <ac:spMkLst>
            <pc:docMk/>
            <pc:sldMk cId="1479532004" sldId="264"/>
            <ac:spMk id="21" creationId="{09C1EF05-90D6-1A39-75E9-C0043A97662D}"/>
          </ac:spMkLst>
        </pc:spChg>
        <pc:spChg chg="add del">
          <ac:chgData name="Kaytlin Faith Harrison" userId="S::omt3255@ads.northwestern.edu::3c157b3a-e72e-433b-bed5-e3ff3c40f3ed" providerId="AD" clId="Web-{6C95DCE1-2D57-072F-4D7B-80C7C24ED14B}" dt="2025-07-09T03:15:30.578" v="1396"/>
          <ac:spMkLst>
            <pc:docMk/>
            <pc:sldMk cId="1479532004" sldId="264"/>
            <ac:spMk id="235" creationId="{9B65F7F7-2FCE-8F01-53DE-15C39342BE99}"/>
          </ac:spMkLst>
        </pc:spChg>
        <pc:spChg chg="add del">
          <ac:chgData name="Kaytlin Faith Harrison" userId="S::omt3255@ads.northwestern.edu::3c157b3a-e72e-433b-bed5-e3ff3c40f3ed" providerId="AD" clId="Web-{6C95DCE1-2D57-072F-4D7B-80C7C24ED14B}" dt="2025-07-09T03:15:30.531" v="1395"/>
          <ac:spMkLst>
            <pc:docMk/>
            <pc:sldMk cId="1479532004" sldId="264"/>
            <ac:spMk id="240" creationId="{6DA9942F-A18C-9E9D-BF08-9291C54E1CC4}"/>
          </ac:spMkLst>
        </pc:spChg>
        <pc:spChg chg="add">
          <ac:chgData name="Kaytlin Faith Harrison" userId="S::omt3255@ads.northwestern.edu::3c157b3a-e72e-433b-bed5-e3ff3c40f3ed" providerId="AD" clId="Web-{6C95DCE1-2D57-072F-4D7B-80C7C24ED14B}" dt="2025-07-09T03:15:30.578" v="1396"/>
          <ac:spMkLst>
            <pc:docMk/>
            <pc:sldMk cId="1479532004" sldId="264"/>
            <ac:spMk id="242" creationId="{5AB5C7EE-A919-646B-4F86-BACCBC52D961}"/>
          </ac:spMkLst>
        </pc:spChg>
        <pc:graphicFrameChg chg="del">
          <ac:chgData name="Kaytlin Faith Harrison" userId="S::omt3255@ads.northwestern.edu::3c157b3a-e72e-433b-bed5-e3ff3c40f3ed" providerId="AD" clId="Web-{6C95DCE1-2D57-072F-4D7B-80C7C24ED14B}" dt="2025-07-09T03:12:41.259" v="1340"/>
          <ac:graphicFrameMkLst>
            <pc:docMk/>
            <pc:sldMk cId="1479532004" sldId="264"/>
            <ac:graphicFrameMk id="6" creationId="{1782EDDA-BC50-C85E-5286-C28E49DCB4AE}"/>
          </ac:graphicFrameMkLst>
        </pc:graphicFrameChg>
        <pc:graphicFrameChg chg="add mod modGraphic">
          <ac:chgData name="Kaytlin Faith Harrison" userId="S::omt3255@ads.northwestern.edu::3c157b3a-e72e-433b-bed5-e3ff3c40f3ed" providerId="AD" clId="Web-{6C95DCE1-2D57-072F-4D7B-80C7C24ED14B}" dt="2025-07-09T03:15:40.984" v="1397"/>
          <ac:graphicFrameMkLst>
            <pc:docMk/>
            <pc:sldMk cId="1479532004" sldId="264"/>
            <ac:graphicFrameMk id="19" creationId="{8277EEBC-1B25-61A2-2C77-82C6FBF167A4}"/>
          </ac:graphicFrameMkLst>
        </pc:graphicFrameChg>
        <pc:graphicFrameChg chg="del mod modGraphic">
          <ac:chgData name="Kaytlin Faith Harrison" userId="S::omt3255@ads.northwestern.edu::3c157b3a-e72e-433b-bed5-e3ff3c40f3ed" providerId="AD" clId="Web-{6C95DCE1-2D57-072F-4D7B-80C7C24ED14B}" dt="2025-07-09T03:15:04.483" v="1391"/>
          <ac:graphicFrameMkLst>
            <pc:docMk/>
            <pc:sldMk cId="1479532004" sldId="264"/>
            <ac:graphicFrameMk id="230" creationId="{7E3C4286-B575-53DE-424B-2C47ED4D03F7}"/>
          </ac:graphicFrameMkLst>
        </pc:graphicFrameChg>
      </pc:sldChg>
      <pc:sldChg chg="modSp add del replId">
        <pc:chgData name="Kaytlin Faith Harrison" userId="S::omt3255@ads.northwestern.edu::3c157b3a-e72e-433b-bed5-e3ff3c40f3ed" providerId="AD" clId="Web-{6C95DCE1-2D57-072F-4D7B-80C7C24ED14B}" dt="2025-07-09T03:08:42.140" v="1253"/>
        <pc:sldMkLst>
          <pc:docMk/>
          <pc:sldMk cId="2882927115" sldId="264"/>
        </pc:sldMkLst>
        <pc:spChg chg="mod">
          <ac:chgData name="Kaytlin Faith Harrison" userId="S::omt3255@ads.northwestern.edu::3c157b3a-e72e-433b-bed5-e3ff3c40f3ed" providerId="AD" clId="Web-{6C95DCE1-2D57-072F-4D7B-80C7C24ED14B}" dt="2025-07-09T03:04:12.910" v="1179" actId="20577"/>
          <ac:spMkLst>
            <pc:docMk/>
            <pc:sldMk cId="2882927115" sldId="264"/>
            <ac:spMk id="2" creationId="{FC146D16-BEA9-20D7-8D3F-F4718513A0C5}"/>
          </ac:spMkLst>
        </pc:spChg>
        <pc:graphicFrameChg chg="modGraphic">
          <ac:chgData name="Kaytlin Faith Harrison" userId="S::omt3255@ads.northwestern.edu::3c157b3a-e72e-433b-bed5-e3ff3c40f3ed" providerId="AD" clId="Web-{6C95DCE1-2D57-072F-4D7B-80C7C24ED14B}" dt="2025-07-09T03:07:18.230" v="1240" actId="20577"/>
          <ac:graphicFrameMkLst>
            <pc:docMk/>
            <pc:sldMk cId="2882927115" sldId="264"/>
            <ac:graphicFrameMk id="6" creationId="{EEAB4CED-9412-E8C6-977C-D975C6ED49B9}"/>
          </ac:graphicFrameMkLst>
        </pc:graphicFrameChg>
      </pc:sldChg>
    </pc:docChg>
  </pc:docChgLst>
  <pc:docChgLst>
    <pc:chgData name="Kaytlin Faith Harrison" userId="S::omt3255@ads.northwestern.edu::3c157b3a-e72e-433b-bed5-e3ff3c40f3ed" providerId="AD" clId="Web-{1F8C3813-635E-D8DE-A301-A79460A393C9}"/>
    <pc:docChg chg="addSld modSld">
      <pc:chgData name="Kaytlin Faith Harrison" userId="S::omt3255@ads.northwestern.edu::3c157b3a-e72e-433b-bed5-e3ff3c40f3ed" providerId="AD" clId="Web-{1F8C3813-635E-D8DE-A301-A79460A393C9}" dt="2025-07-09T01:57:14.398" v="299"/>
      <pc:docMkLst>
        <pc:docMk/>
      </pc:docMkLst>
      <pc:sldChg chg="modSp modNotes">
        <pc:chgData name="Kaytlin Faith Harrison" userId="S::omt3255@ads.northwestern.edu::3c157b3a-e72e-433b-bed5-e3ff3c40f3ed" providerId="AD" clId="Web-{1F8C3813-635E-D8DE-A301-A79460A393C9}" dt="2025-07-09T01:57:14.398" v="299"/>
        <pc:sldMkLst>
          <pc:docMk/>
          <pc:sldMk cId="109857222" sldId="256"/>
        </pc:sldMkLst>
        <pc:spChg chg="mod">
          <ac:chgData name="Kaytlin Faith Harrison" userId="S::omt3255@ads.northwestern.edu::3c157b3a-e72e-433b-bed5-e3ff3c40f3ed" providerId="AD" clId="Web-{1F8C3813-635E-D8DE-A301-A79460A393C9}" dt="2025-07-09T01:41:05.289" v="16" actId="20577"/>
          <ac:spMkLst>
            <pc:docMk/>
            <pc:sldMk cId="109857222" sldId="256"/>
            <ac:spMk id="2" creationId="{00000000-0000-0000-0000-000000000000}"/>
          </ac:spMkLst>
        </pc:spChg>
        <pc:spChg chg="mod">
          <ac:chgData name="Kaytlin Faith Harrison" userId="S::omt3255@ads.northwestern.edu::3c157b3a-e72e-433b-bed5-e3ff3c40f3ed" providerId="AD" clId="Web-{1F8C3813-635E-D8DE-A301-A79460A393C9}" dt="2025-07-09T01:56:21.347" v="269" actId="20577"/>
          <ac:spMkLst>
            <pc:docMk/>
            <pc:sldMk cId="109857222" sldId="256"/>
            <ac:spMk id="3" creationId="{00000000-0000-0000-0000-000000000000}"/>
          </ac:spMkLst>
        </pc:spChg>
      </pc:sldChg>
      <pc:sldChg chg="addSp delSp modSp new mod setBg modClrScheme chgLayout">
        <pc:chgData name="Kaytlin Faith Harrison" userId="S::omt3255@ads.northwestern.edu::3c157b3a-e72e-433b-bed5-e3ff3c40f3ed" providerId="AD" clId="Web-{1F8C3813-635E-D8DE-A301-A79460A393C9}" dt="2025-07-09T01:54:46.152" v="253" actId="1076"/>
        <pc:sldMkLst>
          <pc:docMk/>
          <pc:sldMk cId="1507536464" sldId="257"/>
        </pc:sldMkLst>
        <pc:spChg chg="del">
          <ac:chgData name="Kaytlin Faith Harrison" userId="S::omt3255@ads.northwestern.edu::3c157b3a-e72e-433b-bed5-e3ff3c40f3ed" providerId="AD" clId="Web-{1F8C3813-635E-D8DE-A301-A79460A393C9}" dt="2025-07-09T01:42:38.516" v="64"/>
          <ac:spMkLst>
            <pc:docMk/>
            <pc:sldMk cId="1507536464" sldId="257"/>
            <ac:spMk id="2" creationId="{E5469609-BEE8-40E6-3AC6-89C2F6B8E0C8}"/>
          </ac:spMkLst>
        </pc:spChg>
        <pc:spChg chg="del">
          <ac:chgData name="Kaytlin Faith Harrison" userId="S::omt3255@ads.northwestern.edu::3c157b3a-e72e-433b-bed5-e3ff3c40f3ed" providerId="AD" clId="Web-{1F8C3813-635E-D8DE-A301-A79460A393C9}" dt="2025-07-09T01:42:38.516" v="64"/>
          <ac:spMkLst>
            <pc:docMk/>
            <pc:sldMk cId="1507536464" sldId="257"/>
            <ac:spMk id="3" creationId="{614F9DF1-5922-85A8-DD18-7D60B1697121}"/>
          </ac:spMkLst>
        </pc:spChg>
        <pc:spChg chg="add mod">
          <ac:chgData name="Kaytlin Faith Harrison" userId="S::omt3255@ads.northwestern.edu::3c157b3a-e72e-433b-bed5-e3ff3c40f3ed" providerId="AD" clId="Web-{1F8C3813-635E-D8DE-A301-A79460A393C9}" dt="2025-07-09T01:54:04.679" v="238" actId="20577"/>
          <ac:spMkLst>
            <pc:docMk/>
            <pc:sldMk cId="1507536464" sldId="257"/>
            <ac:spMk id="9" creationId="{F54F15B8-A3D3-58E9-3ABE-CCB0C7C07DF6}"/>
          </ac:spMkLst>
        </pc:spChg>
        <pc:spChg chg="add mod">
          <ac:chgData name="Kaytlin Faith Harrison" userId="S::omt3255@ads.northwestern.edu::3c157b3a-e72e-433b-bed5-e3ff3c40f3ed" providerId="AD" clId="Web-{1F8C3813-635E-D8DE-A301-A79460A393C9}" dt="2025-07-09T01:50:32.256" v="151" actId="20577"/>
          <ac:spMkLst>
            <pc:docMk/>
            <pc:sldMk cId="1507536464" sldId="257"/>
            <ac:spMk id="10" creationId="{57990DAD-973C-7447-1D03-53974A040555}"/>
          </ac:spMkLst>
        </pc:spChg>
        <pc:spChg chg="add mod">
          <ac:chgData name="Kaytlin Faith Harrison" userId="S::omt3255@ads.northwestern.edu::3c157b3a-e72e-433b-bed5-e3ff3c40f3ed" providerId="AD" clId="Web-{1F8C3813-635E-D8DE-A301-A79460A393C9}" dt="2025-07-09T01:53:53.679" v="234" actId="1076"/>
          <ac:spMkLst>
            <pc:docMk/>
            <pc:sldMk cId="1507536464" sldId="257"/>
            <ac:spMk id="11" creationId="{468746D1-69B9-0BFD-12DC-5C347A547584}"/>
          </ac:spMkLst>
        </pc:spChg>
        <pc:spChg chg="add mod">
          <ac:chgData name="Kaytlin Faith Harrison" userId="S::omt3255@ads.northwestern.edu::3c157b3a-e72e-433b-bed5-e3ff3c40f3ed" providerId="AD" clId="Web-{1F8C3813-635E-D8DE-A301-A79460A393C9}" dt="2025-07-09T01:53:20.910" v="225" actId="14100"/>
          <ac:spMkLst>
            <pc:docMk/>
            <pc:sldMk cId="1507536464" sldId="257"/>
            <ac:spMk id="12" creationId="{FD159C6F-FD83-47BA-E41D-1DD638A88F26}"/>
          </ac:spMkLst>
        </pc:spChg>
        <pc:spChg chg="add">
          <ac:chgData name="Kaytlin Faith Harrison" userId="S::omt3255@ads.northwestern.edu::3c157b3a-e72e-433b-bed5-e3ff3c40f3ed" providerId="AD" clId="Web-{1F8C3813-635E-D8DE-A301-A79460A393C9}" dt="2025-07-09T01:47:30.976" v="102"/>
          <ac:spMkLst>
            <pc:docMk/>
            <pc:sldMk cId="1507536464" sldId="257"/>
            <ac:spMk id="13" creationId="{CEC27341-4ABB-43EF-9E57-10A858F9251F}"/>
          </ac:spMkLst>
        </pc:spChg>
        <pc:spChg chg="add mod">
          <ac:chgData name="Kaytlin Faith Harrison" userId="S::omt3255@ads.northwestern.edu::3c157b3a-e72e-433b-bed5-e3ff3c40f3ed" providerId="AD" clId="Web-{1F8C3813-635E-D8DE-A301-A79460A393C9}" dt="2025-07-09T01:54:46.152" v="253" actId="1076"/>
          <ac:spMkLst>
            <pc:docMk/>
            <pc:sldMk cId="1507536464" sldId="257"/>
            <ac:spMk id="14" creationId="{9F6C15E7-EF56-FCB8-4000-E77924ACC28C}"/>
          </ac:spMkLst>
        </pc:spChg>
        <pc:spChg chg="add">
          <ac:chgData name="Kaytlin Faith Harrison" userId="S::omt3255@ads.northwestern.edu::3c157b3a-e72e-433b-bed5-e3ff3c40f3ed" providerId="AD" clId="Web-{1F8C3813-635E-D8DE-A301-A79460A393C9}" dt="2025-07-09T01:47:30.976" v="102"/>
          <ac:spMkLst>
            <pc:docMk/>
            <pc:sldMk cId="1507536464" sldId="257"/>
            <ac:spMk id="15" creationId="{D2B98C55-54CC-433B-905F-FB0B2D2009ED}"/>
          </ac:spMkLst>
        </pc:spChg>
        <pc:spChg chg="add">
          <ac:chgData name="Kaytlin Faith Harrison" userId="S::omt3255@ads.northwestern.edu::3c157b3a-e72e-433b-bed5-e3ff3c40f3ed" providerId="AD" clId="Web-{1F8C3813-635E-D8DE-A301-A79460A393C9}" dt="2025-07-09T01:47:30.976" v="102"/>
          <ac:spMkLst>
            <pc:docMk/>
            <pc:sldMk cId="1507536464" sldId="257"/>
            <ac:spMk id="17" creationId="{19E21906-D4D4-4F16-9228-3E004930E1C7}"/>
          </ac:spMkLst>
        </pc:spChg>
        <pc:spChg chg="add">
          <ac:chgData name="Kaytlin Faith Harrison" userId="S::omt3255@ads.northwestern.edu::3c157b3a-e72e-433b-bed5-e3ff3c40f3ed" providerId="AD" clId="Web-{1F8C3813-635E-D8DE-A301-A79460A393C9}" dt="2025-07-09T01:47:30.976" v="102"/>
          <ac:spMkLst>
            <pc:docMk/>
            <pc:sldMk cId="1507536464" sldId="257"/>
            <ac:spMk id="19" creationId="{865BCC85-4C69-4CFB-A36A-6A489B87FFF3}"/>
          </ac:spMkLst>
        </pc:spChg>
        <pc:spChg chg="add">
          <ac:chgData name="Kaytlin Faith Harrison" userId="S::omt3255@ads.northwestern.edu::3c157b3a-e72e-433b-bed5-e3ff3c40f3ed" providerId="AD" clId="Web-{1F8C3813-635E-D8DE-A301-A79460A393C9}" dt="2025-07-09T01:47:30.976" v="102"/>
          <ac:spMkLst>
            <pc:docMk/>
            <pc:sldMk cId="1507536464" sldId="257"/>
            <ac:spMk id="21" creationId="{3A14BDAC-394B-4E9A-8ECE-61AA1A7C231A}"/>
          </ac:spMkLst>
        </pc:spChg>
        <pc:picChg chg="add del mod">
          <ac:chgData name="Kaytlin Faith Harrison" userId="S::omt3255@ads.northwestern.edu::3c157b3a-e72e-433b-bed5-e3ff3c40f3ed" providerId="AD" clId="Web-{1F8C3813-635E-D8DE-A301-A79460A393C9}" dt="2025-07-09T01:45:06.918" v="74"/>
          <ac:picMkLst>
            <pc:docMk/>
            <pc:sldMk cId="1507536464" sldId="257"/>
            <ac:picMk id="4" creationId="{F56C720A-4E9B-6362-802F-3E55E29B642C}"/>
          </ac:picMkLst>
        </pc:picChg>
        <pc:picChg chg="add mod ord modCrop">
          <ac:chgData name="Kaytlin Faith Harrison" userId="S::omt3255@ads.northwestern.edu::3c157b3a-e72e-433b-bed5-e3ff3c40f3ed" providerId="AD" clId="Web-{1F8C3813-635E-D8DE-A301-A79460A393C9}" dt="2025-07-09T01:47:30.976" v="102"/>
          <ac:picMkLst>
            <pc:docMk/>
            <pc:sldMk cId="1507536464" sldId="257"/>
            <ac:picMk id="5" creationId="{0EA5FC11-402B-2989-C5D3-E769AD2CECBE}"/>
          </ac:picMkLst>
        </pc:picChg>
        <pc:picChg chg="add mod ord">
          <ac:chgData name="Kaytlin Faith Harrison" userId="S::omt3255@ads.northwestern.edu::3c157b3a-e72e-433b-bed5-e3ff3c40f3ed" providerId="AD" clId="Web-{1F8C3813-635E-D8DE-A301-A79460A393C9}" dt="2025-07-09T01:47:30.976" v="102"/>
          <ac:picMkLst>
            <pc:docMk/>
            <pc:sldMk cId="1507536464" sldId="257"/>
            <ac:picMk id="6" creationId="{018D55D5-1D61-9D8F-20F1-5C22FABC317A}"/>
          </ac:picMkLst>
        </pc:picChg>
        <pc:picChg chg="add mod modCrop">
          <ac:chgData name="Kaytlin Faith Harrison" userId="S::omt3255@ads.northwestern.edu::3c157b3a-e72e-433b-bed5-e3ff3c40f3ed" providerId="AD" clId="Web-{1F8C3813-635E-D8DE-A301-A79460A393C9}" dt="2025-07-09T01:53:45.350" v="232" actId="1076"/>
          <ac:picMkLst>
            <pc:docMk/>
            <pc:sldMk cId="1507536464" sldId="257"/>
            <ac:picMk id="7" creationId="{7BAA3206-6A25-9262-94E5-DA43DCE7177D}"/>
          </ac:picMkLst>
        </pc:picChg>
        <pc:picChg chg="add mod modCrop">
          <ac:chgData name="Kaytlin Faith Harrison" userId="S::omt3255@ads.northwestern.edu::3c157b3a-e72e-433b-bed5-e3ff3c40f3ed" providerId="AD" clId="Web-{1F8C3813-635E-D8DE-A301-A79460A393C9}" dt="2025-07-09T01:47:30.976" v="102"/>
          <ac:picMkLst>
            <pc:docMk/>
            <pc:sldMk cId="1507536464" sldId="257"/>
            <ac:picMk id="8" creationId="{69E6AA8B-0D13-D8EE-D5E3-36638B7BE212}"/>
          </ac:picMkLst>
        </pc:picChg>
      </pc:sldChg>
    </pc:docChg>
  </pc:docChgLst>
  <pc:docChgLst>
    <pc:chgData name="Kaytlin Faith Harrison" userId="S::omt3255@ads.northwestern.edu::3c157b3a-e72e-433b-bed5-e3ff3c40f3ed" providerId="AD" clId="Web-{E992725B-B109-001D-9EAE-9DBF8D3689DA}"/>
    <pc:docChg chg="delSld modSld sldOrd">
      <pc:chgData name="Kaytlin Faith Harrison" userId="S::omt3255@ads.northwestern.edu::3c157b3a-e72e-433b-bed5-e3ff3c40f3ed" providerId="AD" clId="Web-{E992725B-B109-001D-9EAE-9DBF8D3689DA}" dt="2025-07-09T14:46:57.120" v="302" actId="20577"/>
      <pc:docMkLst>
        <pc:docMk/>
      </pc:docMkLst>
      <pc:sldChg chg="modNotes">
        <pc:chgData name="Kaytlin Faith Harrison" userId="S::omt3255@ads.northwestern.edu::3c157b3a-e72e-433b-bed5-e3ff3c40f3ed" providerId="AD" clId="Web-{E992725B-B109-001D-9EAE-9DBF8D3689DA}" dt="2025-07-09T14:36:26.209" v="213"/>
        <pc:sldMkLst>
          <pc:docMk/>
          <pc:sldMk cId="109857222" sldId="256"/>
        </pc:sldMkLst>
      </pc:sldChg>
      <pc:sldChg chg="ord">
        <pc:chgData name="Kaytlin Faith Harrison" userId="S::omt3255@ads.northwestern.edu::3c157b3a-e72e-433b-bed5-e3ff3c40f3ed" providerId="AD" clId="Web-{E992725B-B109-001D-9EAE-9DBF8D3689DA}" dt="2025-07-09T14:36:54.319" v="214"/>
        <pc:sldMkLst>
          <pc:docMk/>
          <pc:sldMk cId="1507536464" sldId="257"/>
        </pc:sldMkLst>
      </pc:sldChg>
      <pc:sldChg chg="modSp">
        <pc:chgData name="Kaytlin Faith Harrison" userId="S::omt3255@ads.northwestern.edu::3c157b3a-e72e-433b-bed5-e3ff3c40f3ed" providerId="AD" clId="Web-{E992725B-B109-001D-9EAE-9DBF8D3689DA}" dt="2025-07-09T14:39:15.152" v="221" actId="20577"/>
        <pc:sldMkLst>
          <pc:docMk/>
          <pc:sldMk cId="917543501" sldId="261"/>
        </pc:sldMkLst>
        <pc:spChg chg="mod">
          <ac:chgData name="Kaytlin Faith Harrison" userId="S::omt3255@ads.northwestern.edu::3c157b3a-e72e-433b-bed5-e3ff3c40f3ed" providerId="AD" clId="Web-{E992725B-B109-001D-9EAE-9DBF8D3689DA}" dt="2025-07-09T14:39:15.152" v="221" actId="20577"/>
          <ac:spMkLst>
            <pc:docMk/>
            <pc:sldMk cId="917543501" sldId="261"/>
            <ac:spMk id="127" creationId="{36ABC797-326A-3771-7A5E-5B96AEEB98BC}"/>
          </ac:spMkLst>
        </pc:spChg>
      </pc:sldChg>
      <pc:sldChg chg="modSp">
        <pc:chgData name="Kaytlin Faith Harrison" userId="S::omt3255@ads.northwestern.edu::3c157b3a-e72e-433b-bed5-e3ff3c40f3ed" providerId="AD" clId="Web-{E992725B-B109-001D-9EAE-9DBF8D3689DA}" dt="2025-07-09T14:39:57.559" v="233" actId="20577"/>
        <pc:sldMkLst>
          <pc:docMk/>
          <pc:sldMk cId="873890625" sldId="262"/>
        </pc:sldMkLst>
        <pc:spChg chg="mod">
          <ac:chgData name="Kaytlin Faith Harrison" userId="S::omt3255@ads.northwestern.edu::3c157b3a-e72e-433b-bed5-e3ff3c40f3ed" providerId="AD" clId="Web-{E992725B-B109-001D-9EAE-9DBF8D3689DA}" dt="2025-07-09T14:39:57.559" v="233" actId="20577"/>
          <ac:spMkLst>
            <pc:docMk/>
            <pc:sldMk cId="873890625" sldId="262"/>
            <ac:spMk id="2" creationId="{9A7291F9-46B9-2491-112C-1696FAE3DD8F}"/>
          </ac:spMkLst>
        </pc:spChg>
      </pc:sldChg>
      <pc:sldChg chg="modSp">
        <pc:chgData name="Kaytlin Faith Harrison" userId="S::omt3255@ads.northwestern.edu::3c157b3a-e72e-433b-bed5-e3ff3c40f3ed" providerId="AD" clId="Web-{E992725B-B109-001D-9EAE-9DBF8D3689DA}" dt="2025-07-09T14:43:36.926" v="287" actId="20577"/>
        <pc:sldMkLst>
          <pc:docMk/>
          <pc:sldMk cId="803116407" sldId="263"/>
        </pc:sldMkLst>
        <pc:spChg chg="mod">
          <ac:chgData name="Kaytlin Faith Harrison" userId="S::omt3255@ads.northwestern.edu::3c157b3a-e72e-433b-bed5-e3ff3c40f3ed" providerId="AD" clId="Web-{E992725B-B109-001D-9EAE-9DBF8D3689DA}" dt="2025-07-09T14:43:36.926" v="287" actId="20577"/>
          <ac:spMkLst>
            <pc:docMk/>
            <pc:sldMk cId="803116407" sldId="263"/>
            <ac:spMk id="2" creationId="{36F21790-E13D-9162-D9A3-311F9B348890}"/>
          </ac:spMkLst>
        </pc:spChg>
        <pc:graphicFrameChg chg="modGraphic">
          <ac:chgData name="Kaytlin Faith Harrison" userId="S::omt3255@ads.northwestern.edu::3c157b3a-e72e-433b-bed5-e3ff3c40f3ed" providerId="AD" clId="Web-{E992725B-B109-001D-9EAE-9DBF8D3689DA}" dt="2025-07-09T14:42:18.876" v="263" actId="20577"/>
          <ac:graphicFrameMkLst>
            <pc:docMk/>
            <pc:sldMk cId="803116407" sldId="263"/>
            <ac:graphicFrameMk id="6" creationId="{9BBB900C-C349-4F28-1E0E-D06AF80D686B}"/>
          </ac:graphicFrameMkLst>
        </pc:graphicFrameChg>
      </pc:sldChg>
      <pc:sldChg chg="del">
        <pc:chgData name="Kaytlin Faith Harrison" userId="S::omt3255@ads.northwestern.edu::3c157b3a-e72e-433b-bed5-e3ff3c40f3ed" providerId="AD" clId="Web-{E992725B-B109-001D-9EAE-9DBF8D3689DA}" dt="2025-07-09T14:46:35.103" v="290"/>
        <pc:sldMkLst>
          <pc:docMk/>
          <pc:sldMk cId="400469279" sldId="265"/>
        </pc:sldMkLst>
      </pc:sldChg>
      <pc:sldChg chg="modSp">
        <pc:chgData name="Kaytlin Faith Harrison" userId="S::omt3255@ads.northwestern.edu::3c157b3a-e72e-433b-bed5-e3ff3c40f3ed" providerId="AD" clId="Web-{E992725B-B109-001D-9EAE-9DBF8D3689DA}" dt="2025-07-09T14:35:43.567" v="209" actId="1076"/>
        <pc:sldMkLst>
          <pc:docMk/>
          <pc:sldMk cId="2098371493" sldId="2147482205"/>
        </pc:sldMkLst>
        <pc:spChg chg="mod">
          <ac:chgData name="Kaytlin Faith Harrison" userId="S::omt3255@ads.northwestern.edu::3c157b3a-e72e-433b-bed5-e3ff3c40f3ed" providerId="AD" clId="Web-{E992725B-B109-001D-9EAE-9DBF8D3689DA}" dt="2025-07-09T14:35:43.567" v="209" actId="1076"/>
          <ac:spMkLst>
            <pc:docMk/>
            <pc:sldMk cId="2098371493" sldId="2147482205"/>
            <ac:spMk id="5" creationId="{EE8FCE02-0399-7D39-4576-02619CE30EAC}"/>
          </ac:spMkLst>
        </pc:spChg>
        <pc:spChg chg="mod">
          <ac:chgData name="Kaytlin Faith Harrison" userId="S::omt3255@ads.northwestern.edu::3c157b3a-e72e-433b-bed5-e3ff3c40f3ed" providerId="AD" clId="Web-{E992725B-B109-001D-9EAE-9DBF8D3689DA}" dt="2025-07-09T14:35:33.473" v="208" actId="1076"/>
          <ac:spMkLst>
            <pc:docMk/>
            <pc:sldMk cId="2098371493" sldId="2147482205"/>
            <ac:spMk id="6" creationId="{46BE585B-DF8A-BC1C-2B75-1A2AD717EB69}"/>
          </ac:spMkLst>
        </pc:spChg>
        <pc:spChg chg="mod">
          <ac:chgData name="Kaytlin Faith Harrison" userId="S::omt3255@ads.northwestern.edu::3c157b3a-e72e-433b-bed5-e3ff3c40f3ed" providerId="AD" clId="Web-{E992725B-B109-001D-9EAE-9DBF8D3689DA}" dt="2025-07-09T14:34:10.798" v="191" actId="14100"/>
          <ac:spMkLst>
            <pc:docMk/>
            <pc:sldMk cId="2098371493" sldId="2147482205"/>
            <ac:spMk id="7" creationId="{2293F458-B428-B470-1280-22DA3E393281}"/>
          </ac:spMkLst>
        </pc:spChg>
        <pc:spChg chg="mod">
          <ac:chgData name="Kaytlin Faith Harrison" userId="S::omt3255@ads.northwestern.edu::3c157b3a-e72e-433b-bed5-e3ff3c40f3ed" providerId="AD" clId="Web-{E992725B-B109-001D-9EAE-9DBF8D3689DA}" dt="2025-07-09T14:34:24.970" v="193" actId="14100"/>
          <ac:spMkLst>
            <pc:docMk/>
            <pc:sldMk cId="2098371493" sldId="2147482205"/>
            <ac:spMk id="8" creationId="{00C05666-449A-8A17-3A13-283F143BEECE}"/>
          </ac:spMkLst>
        </pc:spChg>
        <pc:spChg chg="mod">
          <ac:chgData name="Kaytlin Faith Harrison" userId="S::omt3255@ads.northwestern.edu::3c157b3a-e72e-433b-bed5-e3ff3c40f3ed" providerId="AD" clId="Web-{E992725B-B109-001D-9EAE-9DBF8D3689DA}" dt="2025-07-09T14:35:07.519" v="205" actId="1076"/>
          <ac:spMkLst>
            <pc:docMk/>
            <pc:sldMk cId="2098371493" sldId="2147482205"/>
            <ac:spMk id="9" creationId="{228E76BE-EB8C-D219-B7A7-F358F3C2BBA4}"/>
          </ac:spMkLst>
        </pc:spChg>
        <pc:spChg chg="mod">
          <ac:chgData name="Kaytlin Faith Harrison" userId="S::omt3255@ads.northwestern.edu::3c157b3a-e72e-433b-bed5-e3ff3c40f3ed" providerId="AD" clId="Web-{E992725B-B109-001D-9EAE-9DBF8D3689DA}" dt="2025-07-09T14:35:13.800" v="206" actId="1076"/>
          <ac:spMkLst>
            <pc:docMk/>
            <pc:sldMk cId="2098371493" sldId="2147482205"/>
            <ac:spMk id="10" creationId="{FFEC6E9F-1443-5630-CE5E-3FB1C714C6B6}"/>
          </ac:spMkLst>
        </pc:spChg>
        <pc:spChg chg="mod">
          <ac:chgData name="Kaytlin Faith Harrison" userId="S::omt3255@ads.northwestern.edu::3c157b3a-e72e-433b-bed5-e3ff3c40f3ed" providerId="AD" clId="Web-{E992725B-B109-001D-9EAE-9DBF8D3689DA}" dt="2025-07-09T14:35:01.394" v="199" actId="1076"/>
          <ac:spMkLst>
            <pc:docMk/>
            <pc:sldMk cId="2098371493" sldId="2147482205"/>
            <ac:spMk id="28" creationId="{6EC4529E-48D1-76A8-BD24-132DDE685342}"/>
          </ac:spMkLst>
        </pc:spChg>
        <pc:spChg chg="mod">
          <ac:chgData name="Kaytlin Faith Harrison" userId="S::omt3255@ads.northwestern.edu::3c157b3a-e72e-433b-bed5-e3ff3c40f3ed" providerId="AD" clId="Web-{E992725B-B109-001D-9EAE-9DBF8D3689DA}" dt="2025-07-09T14:35:01.409" v="200" actId="1076"/>
          <ac:spMkLst>
            <pc:docMk/>
            <pc:sldMk cId="2098371493" sldId="2147482205"/>
            <ac:spMk id="29" creationId="{13479BF9-8562-12C5-8D89-27E1195845FB}"/>
          </ac:spMkLst>
        </pc:spChg>
        <pc:spChg chg="mod">
          <ac:chgData name="Kaytlin Faith Harrison" userId="S::omt3255@ads.northwestern.edu::3c157b3a-e72e-433b-bed5-e3ff3c40f3ed" providerId="AD" clId="Web-{E992725B-B109-001D-9EAE-9DBF8D3689DA}" dt="2025-07-09T14:35:01.425" v="201" actId="1076"/>
          <ac:spMkLst>
            <pc:docMk/>
            <pc:sldMk cId="2098371493" sldId="2147482205"/>
            <ac:spMk id="30" creationId="{55D45980-524D-04B3-9683-E17EC0EE41E2}"/>
          </ac:spMkLst>
        </pc:spChg>
        <pc:spChg chg="mod">
          <ac:chgData name="Kaytlin Faith Harrison" userId="S::omt3255@ads.northwestern.edu::3c157b3a-e72e-433b-bed5-e3ff3c40f3ed" providerId="AD" clId="Web-{E992725B-B109-001D-9EAE-9DBF8D3689DA}" dt="2025-07-09T14:35:01.456" v="202" actId="1076"/>
          <ac:spMkLst>
            <pc:docMk/>
            <pc:sldMk cId="2098371493" sldId="2147482205"/>
            <ac:spMk id="31" creationId="{56CBA475-6088-4323-BA65-421D89DD9EE5}"/>
          </ac:spMkLst>
        </pc:spChg>
        <pc:spChg chg="mod">
          <ac:chgData name="Kaytlin Faith Harrison" userId="S::omt3255@ads.northwestern.edu::3c157b3a-e72e-433b-bed5-e3ff3c40f3ed" providerId="AD" clId="Web-{E992725B-B109-001D-9EAE-9DBF8D3689DA}" dt="2025-07-09T14:33:31.641" v="161" actId="1076"/>
          <ac:spMkLst>
            <pc:docMk/>
            <pc:sldMk cId="2098371493" sldId="2147482205"/>
            <ac:spMk id="32" creationId="{09A38C59-93B7-C87D-347D-2276D01C09A4}"/>
          </ac:spMkLst>
        </pc:spChg>
        <pc:spChg chg="mod">
          <ac:chgData name="Kaytlin Faith Harrison" userId="S::omt3255@ads.northwestern.edu::3c157b3a-e72e-433b-bed5-e3ff3c40f3ed" providerId="AD" clId="Web-{E992725B-B109-001D-9EAE-9DBF8D3689DA}" dt="2025-07-09T14:33:43.141" v="173" actId="1076"/>
          <ac:spMkLst>
            <pc:docMk/>
            <pc:sldMk cId="2098371493" sldId="2147482205"/>
            <ac:spMk id="33" creationId="{98F784CB-23E3-E391-A74B-0F31385B0104}"/>
          </ac:spMkLst>
        </pc:spChg>
        <pc:spChg chg="mod">
          <ac:chgData name="Kaytlin Faith Harrison" userId="S::omt3255@ads.northwestern.edu::3c157b3a-e72e-433b-bed5-e3ff3c40f3ed" providerId="AD" clId="Web-{E992725B-B109-001D-9EAE-9DBF8D3689DA}" dt="2025-07-09T14:33:31.672" v="162" actId="1076"/>
          <ac:spMkLst>
            <pc:docMk/>
            <pc:sldMk cId="2098371493" sldId="2147482205"/>
            <ac:spMk id="34" creationId="{2D971E3C-348E-8374-5143-A62EE43D038C}"/>
          </ac:spMkLst>
        </pc:spChg>
        <pc:spChg chg="mod">
          <ac:chgData name="Kaytlin Faith Harrison" userId="S::omt3255@ads.northwestern.edu::3c157b3a-e72e-433b-bed5-e3ff3c40f3ed" providerId="AD" clId="Web-{E992725B-B109-001D-9EAE-9DBF8D3689DA}" dt="2025-07-09T14:33:31.703" v="163" actId="1076"/>
          <ac:spMkLst>
            <pc:docMk/>
            <pc:sldMk cId="2098371493" sldId="2147482205"/>
            <ac:spMk id="35" creationId="{20054EF5-6080-3BED-EE03-B10476EB20AA}"/>
          </ac:spMkLst>
        </pc:spChg>
        <pc:spChg chg="mod">
          <ac:chgData name="Kaytlin Faith Harrison" userId="S::omt3255@ads.northwestern.edu::3c157b3a-e72e-433b-bed5-e3ff3c40f3ed" providerId="AD" clId="Web-{E992725B-B109-001D-9EAE-9DBF8D3689DA}" dt="2025-07-09T14:33:31.719" v="164" actId="1076"/>
          <ac:spMkLst>
            <pc:docMk/>
            <pc:sldMk cId="2098371493" sldId="2147482205"/>
            <ac:spMk id="36" creationId="{D014A2B0-B5A9-B6D5-4A3D-040DAACA84F9}"/>
          </ac:spMkLst>
        </pc:spChg>
        <pc:spChg chg="mod">
          <ac:chgData name="Kaytlin Faith Harrison" userId="S::omt3255@ads.northwestern.edu::3c157b3a-e72e-433b-bed5-e3ff3c40f3ed" providerId="AD" clId="Web-{E992725B-B109-001D-9EAE-9DBF8D3689DA}" dt="2025-07-09T14:33:31.750" v="165" actId="1076"/>
          <ac:spMkLst>
            <pc:docMk/>
            <pc:sldMk cId="2098371493" sldId="2147482205"/>
            <ac:spMk id="37" creationId="{67639AF2-EBBE-0D10-2573-8BD76E46E4DB}"/>
          </ac:spMkLst>
        </pc:spChg>
        <pc:spChg chg="mod">
          <ac:chgData name="Kaytlin Faith Harrison" userId="S::omt3255@ads.northwestern.edu::3c157b3a-e72e-433b-bed5-e3ff3c40f3ed" providerId="AD" clId="Web-{E992725B-B109-001D-9EAE-9DBF8D3689DA}" dt="2025-07-09T14:33:31.766" v="166" actId="1076"/>
          <ac:spMkLst>
            <pc:docMk/>
            <pc:sldMk cId="2098371493" sldId="2147482205"/>
            <ac:spMk id="38" creationId="{C9CB02AF-6674-2001-940A-D4D3A9FFC6D2}"/>
          </ac:spMkLst>
        </pc:spChg>
        <pc:spChg chg="mod">
          <ac:chgData name="Kaytlin Faith Harrison" userId="S::omt3255@ads.northwestern.edu::3c157b3a-e72e-433b-bed5-e3ff3c40f3ed" providerId="AD" clId="Web-{E992725B-B109-001D-9EAE-9DBF8D3689DA}" dt="2025-07-09T14:33:31.797" v="167" actId="1076"/>
          <ac:spMkLst>
            <pc:docMk/>
            <pc:sldMk cId="2098371493" sldId="2147482205"/>
            <ac:spMk id="39" creationId="{7A1487DB-82BA-AF2D-3505-01E130BCFE84}"/>
          </ac:spMkLst>
        </pc:spChg>
        <pc:spChg chg="mod">
          <ac:chgData name="Kaytlin Faith Harrison" userId="S::omt3255@ads.northwestern.edu::3c157b3a-e72e-433b-bed5-e3ff3c40f3ed" providerId="AD" clId="Web-{E992725B-B109-001D-9EAE-9DBF8D3689DA}" dt="2025-07-09T14:33:31.828" v="168" actId="1076"/>
          <ac:spMkLst>
            <pc:docMk/>
            <pc:sldMk cId="2098371493" sldId="2147482205"/>
            <ac:spMk id="40" creationId="{906D74BA-5D46-2AE7-2527-BC2680C83D75}"/>
          </ac:spMkLst>
        </pc:spChg>
        <pc:spChg chg="mod">
          <ac:chgData name="Kaytlin Faith Harrison" userId="S::omt3255@ads.northwestern.edu::3c157b3a-e72e-433b-bed5-e3ff3c40f3ed" providerId="AD" clId="Web-{E992725B-B109-001D-9EAE-9DBF8D3689DA}" dt="2025-07-09T14:33:31.844" v="169" actId="1076"/>
          <ac:spMkLst>
            <pc:docMk/>
            <pc:sldMk cId="2098371493" sldId="2147482205"/>
            <ac:spMk id="41" creationId="{9FA9173A-80EE-75BE-084F-3543910FCDA2}"/>
          </ac:spMkLst>
        </pc:spChg>
        <pc:spChg chg="mod">
          <ac:chgData name="Kaytlin Faith Harrison" userId="S::omt3255@ads.northwestern.edu::3c157b3a-e72e-433b-bed5-e3ff3c40f3ed" providerId="AD" clId="Web-{E992725B-B109-001D-9EAE-9DBF8D3689DA}" dt="2025-07-09T14:33:31.875" v="170" actId="1076"/>
          <ac:spMkLst>
            <pc:docMk/>
            <pc:sldMk cId="2098371493" sldId="2147482205"/>
            <ac:spMk id="57" creationId="{9C35B362-26DD-D780-48AE-6609659ADC9F}"/>
          </ac:spMkLst>
        </pc:spChg>
        <pc:spChg chg="mod">
          <ac:chgData name="Kaytlin Faith Harrison" userId="S::omt3255@ads.northwestern.edu::3c157b3a-e72e-433b-bed5-e3ff3c40f3ed" providerId="AD" clId="Web-{E992725B-B109-001D-9EAE-9DBF8D3689DA}" dt="2025-07-09T14:33:31.891" v="171" actId="1076"/>
          <ac:spMkLst>
            <pc:docMk/>
            <pc:sldMk cId="2098371493" sldId="2147482205"/>
            <ac:spMk id="64" creationId="{25BC2E27-1EB7-3A4C-73AB-BEAA01D44231}"/>
          </ac:spMkLst>
        </pc:spChg>
        <pc:spChg chg="mod">
          <ac:chgData name="Kaytlin Faith Harrison" userId="S::omt3255@ads.northwestern.edu::3c157b3a-e72e-433b-bed5-e3ff3c40f3ed" providerId="AD" clId="Web-{E992725B-B109-001D-9EAE-9DBF8D3689DA}" dt="2025-07-09T14:33:31.906" v="172" actId="1076"/>
          <ac:spMkLst>
            <pc:docMk/>
            <pc:sldMk cId="2098371493" sldId="2147482205"/>
            <ac:spMk id="66" creationId="{37BA3BB0-48DA-F25D-C09D-0D18FD45D8B4}"/>
          </ac:spMkLst>
        </pc:spChg>
        <pc:spChg chg="mod">
          <ac:chgData name="Kaytlin Faith Harrison" userId="S::omt3255@ads.northwestern.edu::3c157b3a-e72e-433b-bed5-e3ff3c40f3ed" providerId="AD" clId="Web-{E992725B-B109-001D-9EAE-9DBF8D3689DA}" dt="2025-07-09T14:35:01.472" v="203" actId="1076"/>
          <ac:spMkLst>
            <pc:docMk/>
            <pc:sldMk cId="2098371493" sldId="2147482205"/>
            <ac:spMk id="71" creationId="{72EF52BB-F78B-EEF0-203F-50A950254828}"/>
          </ac:spMkLst>
        </pc:spChg>
        <pc:spChg chg="mod">
          <ac:chgData name="Kaytlin Faith Harrison" userId="S::omt3255@ads.northwestern.edu::3c157b3a-e72e-433b-bed5-e3ff3c40f3ed" providerId="AD" clId="Web-{E992725B-B109-001D-9EAE-9DBF8D3689DA}" dt="2025-07-09T14:35:01.487" v="204" actId="1076"/>
          <ac:spMkLst>
            <pc:docMk/>
            <pc:sldMk cId="2098371493" sldId="2147482205"/>
            <ac:spMk id="72" creationId="{83B58974-17CF-1C7D-F70D-93A0A0525DAC}"/>
          </ac:spMkLst>
        </pc:spChg>
        <pc:grpChg chg="mod">
          <ac:chgData name="Kaytlin Faith Harrison" userId="S::omt3255@ads.northwestern.edu::3c157b3a-e72e-433b-bed5-e3ff3c40f3ed" providerId="AD" clId="Web-{E992725B-B109-001D-9EAE-9DBF8D3689DA}" dt="2025-07-09T14:33:31.609" v="160" actId="1076"/>
          <ac:grpSpMkLst>
            <pc:docMk/>
            <pc:sldMk cId="2098371493" sldId="2147482205"/>
            <ac:grpSpMk id="27" creationId="{D8E5E6B0-E88D-C7D1-48FA-814CCABAA072}"/>
          </ac:grpSpMkLst>
        </pc:grpChg>
      </pc:sldChg>
      <pc:sldChg chg="modSp">
        <pc:chgData name="Kaytlin Faith Harrison" userId="S::omt3255@ads.northwestern.edu::3c157b3a-e72e-433b-bed5-e3ff3c40f3ed" providerId="AD" clId="Web-{E992725B-B109-001D-9EAE-9DBF8D3689DA}" dt="2025-07-09T14:46:57.120" v="302" actId="20577"/>
        <pc:sldMkLst>
          <pc:docMk/>
          <pc:sldMk cId="359142546" sldId="2147482206"/>
        </pc:sldMkLst>
        <pc:spChg chg="mod">
          <ac:chgData name="Kaytlin Faith Harrison" userId="S::omt3255@ads.northwestern.edu::3c157b3a-e72e-433b-bed5-e3ff3c40f3ed" providerId="AD" clId="Web-{E992725B-B109-001D-9EAE-9DBF8D3689DA}" dt="2025-07-09T14:46:53.323" v="301" actId="20577"/>
          <ac:spMkLst>
            <pc:docMk/>
            <pc:sldMk cId="359142546" sldId="2147482206"/>
            <ac:spMk id="2" creationId="{DD6EC280-A1BD-F45B-B413-7CAE555F39CC}"/>
          </ac:spMkLst>
        </pc:spChg>
        <pc:spChg chg="mod">
          <ac:chgData name="Kaytlin Faith Harrison" userId="S::omt3255@ads.northwestern.edu::3c157b3a-e72e-433b-bed5-e3ff3c40f3ed" providerId="AD" clId="Web-{E992725B-B109-001D-9EAE-9DBF8D3689DA}" dt="2025-07-09T14:46:57.120" v="302" actId="20577"/>
          <ac:spMkLst>
            <pc:docMk/>
            <pc:sldMk cId="359142546" sldId="2147482206"/>
            <ac:spMk id="4" creationId="{0DE88B85-F7B1-F0EE-1079-681AF86FC23C}"/>
          </ac:spMkLst>
        </pc:spChg>
      </pc:sldChg>
      <pc:sldChg chg="addSp modSp">
        <pc:chgData name="Kaytlin Faith Harrison" userId="S::omt3255@ads.northwestern.edu::3c157b3a-e72e-433b-bed5-e3ff3c40f3ed" providerId="AD" clId="Web-{E992725B-B109-001D-9EAE-9DBF8D3689DA}" dt="2025-07-09T14:43:48.973" v="289" actId="1076"/>
        <pc:sldMkLst>
          <pc:docMk/>
          <pc:sldMk cId="246143406" sldId="2147482210"/>
        </pc:sldMkLst>
        <pc:spChg chg="mod">
          <ac:chgData name="Kaytlin Faith Harrison" userId="S::omt3255@ads.northwestern.edu::3c157b3a-e72e-433b-bed5-e3ff3c40f3ed" providerId="AD" clId="Web-{E992725B-B109-001D-9EAE-9DBF8D3689DA}" dt="2025-07-09T14:30:28.932" v="85" actId="20577"/>
          <ac:spMkLst>
            <pc:docMk/>
            <pc:sldMk cId="246143406" sldId="2147482210"/>
            <ac:spMk id="4" creationId="{AB969614-3248-BD57-4CD0-789614CFC870}"/>
          </ac:spMkLst>
        </pc:spChg>
        <pc:spChg chg="mod">
          <ac:chgData name="Kaytlin Faith Harrison" userId="S::omt3255@ads.northwestern.edu::3c157b3a-e72e-433b-bed5-e3ff3c40f3ed" providerId="AD" clId="Web-{E992725B-B109-001D-9EAE-9DBF8D3689DA}" dt="2025-07-09T14:30:25.869" v="84" actId="20577"/>
          <ac:spMkLst>
            <pc:docMk/>
            <pc:sldMk cId="246143406" sldId="2147482210"/>
            <ac:spMk id="6" creationId="{14AAA4A3-988B-FFE0-6B1F-C3D482C7D893}"/>
          </ac:spMkLst>
        </pc:spChg>
        <pc:spChg chg="add mod">
          <ac:chgData name="Kaytlin Faith Harrison" userId="S::omt3255@ads.northwestern.edu::3c157b3a-e72e-433b-bed5-e3ff3c40f3ed" providerId="AD" clId="Web-{E992725B-B109-001D-9EAE-9DBF8D3689DA}" dt="2025-07-09T14:43:48.973" v="289" actId="1076"/>
          <ac:spMkLst>
            <pc:docMk/>
            <pc:sldMk cId="246143406" sldId="2147482210"/>
            <ac:spMk id="9" creationId="{251B1635-9DE7-8026-EBA3-FB25217006B0}"/>
          </ac:spMkLst>
        </pc:spChg>
        <pc:spChg chg="mod">
          <ac:chgData name="Kaytlin Faith Harrison" userId="S::omt3255@ads.northwestern.edu::3c157b3a-e72e-433b-bed5-e3ff3c40f3ed" providerId="AD" clId="Web-{E992725B-B109-001D-9EAE-9DBF8D3689DA}" dt="2025-07-09T14:28:25.990" v="1" actId="20577"/>
          <ac:spMkLst>
            <pc:docMk/>
            <pc:sldMk cId="246143406" sldId="2147482210"/>
            <ac:spMk id="17" creationId="{A0D6F17B-C051-5F6B-4C7F-2B9A74DD55EA}"/>
          </ac:spMkLst>
        </pc:spChg>
        <pc:spChg chg="mod">
          <ac:chgData name="Kaytlin Faith Harrison" userId="S::omt3255@ads.northwestern.edu::3c157b3a-e72e-433b-bed5-e3ff3c40f3ed" providerId="AD" clId="Web-{E992725B-B109-001D-9EAE-9DBF8D3689DA}" dt="2025-07-09T14:42:45.596" v="269" actId="20577"/>
          <ac:spMkLst>
            <pc:docMk/>
            <pc:sldMk cId="246143406" sldId="2147482210"/>
            <ac:spMk id="18" creationId="{6189A901-C48D-9AC8-0DDB-E2F16A0E1AB3}"/>
          </ac:spMkLst>
        </pc:spChg>
      </pc:sldChg>
    </pc:docChg>
  </pc:docChgLst>
  <pc:docChgLst>
    <pc:chgData name="Kaytlin Faith Harrison" userId="S::omt3255@ads.northwestern.edu::3c157b3a-e72e-433b-bed5-e3ff3c40f3ed" providerId="AD" clId="Web-{8AB37990-1B3A-4A9A-DEEB-88A0BED0BE72}"/>
    <pc:docChg chg="addSld delSld modSld sldOrd">
      <pc:chgData name="Kaytlin Faith Harrison" userId="S::omt3255@ads.northwestern.edu::3c157b3a-e72e-433b-bed5-e3ff3c40f3ed" providerId="AD" clId="Web-{8AB37990-1B3A-4A9A-DEEB-88A0BED0BE72}" dt="2025-07-09T16:41:54.872" v="1053"/>
      <pc:docMkLst>
        <pc:docMk/>
      </pc:docMkLst>
      <pc:sldChg chg="addSp delSp modSp ord">
        <pc:chgData name="Kaytlin Faith Harrison" userId="S::omt3255@ads.northwestern.edu::3c157b3a-e72e-433b-bed5-e3ff3c40f3ed" providerId="AD" clId="Web-{8AB37990-1B3A-4A9A-DEEB-88A0BED0BE72}" dt="2025-07-09T15:31:59.092" v="463"/>
        <pc:sldMkLst>
          <pc:docMk/>
          <pc:sldMk cId="1507536464" sldId="257"/>
        </pc:sldMkLst>
        <pc:spChg chg="add del mod">
          <ac:chgData name="Kaytlin Faith Harrison" userId="S::omt3255@ads.northwestern.edu::3c157b3a-e72e-433b-bed5-e3ff3c40f3ed" providerId="AD" clId="Web-{8AB37990-1B3A-4A9A-DEEB-88A0BED0BE72}" dt="2025-07-09T15:31:54.404" v="462"/>
          <ac:spMkLst>
            <pc:docMk/>
            <pc:sldMk cId="1507536464" sldId="257"/>
            <ac:spMk id="3" creationId="{27DE28D0-1F5F-F68B-3E3B-A39480C872F0}"/>
          </ac:spMkLst>
        </pc:spChg>
      </pc:sldChg>
      <pc:sldChg chg="modNotes">
        <pc:chgData name="Kaytlin Faith Harrison" userId="S::omt3255@ads.northwestern.edu::3c157b3a-e72e-433b-bed5-e3ff3c40f3ed" providerId="AD" clId="Web-{8AB37990-1B3A-4A9A-DEEB-88A0BED0BE72}" dt="2025-07-09T16:41:40.996" v="1051"/>
        <pc:sldMkLst>
          <pc:docMk/>
          <pc:sldMk cId="917543501" sldId="261"/>
        </pc:sldMkLst>
      </pc:sldChg>
      <pc:sldChg chg="addAnim delAnim modAnim">
        <pc:chgData name="Kaytlin Faith Harrison" userId="S::omt3255@ads.northwestern.edu::3c157b3a-e72e-433b-bed5-e3ff3c40f3ed" providerId="AD" clId="Web-{8AB37990-1B3A-4A9A-DEEB-88A0BED0BE72}" dt="2025-07-09T16:02:43.311" v="519"/>
        <pc:sldMkLst>
          <pc:docMk/>
          <pc:sldMk cId="873890625" sldId="262"/>
        </pc:sldMkLst>
      </pc:sldChg>
      <pc:sldChg chg="ord">
        <pc:chgData name="Kaytlin Faith Harrison" userId="S::omt3255@ads.northwestern.edu::3c157b3a-e72e-433b-bed5-e3ff3c40f3ed" providerId="AD" clId="Web-{8AB37990-1B3A-4A9A-DEEB-88A0BED0BE72}" dt="2025-07-09T16:23:02.311" v="862"/>
        <pc:sldMkLst>
          <pc:docMk/>
          <pc:sldMk cId="803116407" sldId="263"/>
        </pc:sldMkLst>
      </pc:sldChg>
      <pc:sldChg chg="addSp modSp ord addAnim delAnim modAnim modNotes">
        <pc:chgData name="Kaytlin Faith Harrison" userId="S::omt3255@ads.northwestern.edu::3c157b3a-e72e-433b-bed5-e3ff3c40f3ed" providerId="AD" clId="Web-{8AB37990-1B3A-4A9A-DEEB-88A0BED0BE72}" dt="2025-07-09T16:27:01.286" v="1025"/>
        <pc:sldMkLst>
          <pc:docMk/>
          <pc:sldMk cId="2098371493" sldId="2147482205"/>
        </pc:sldMkLst>
        <pc:spChg chg="add mod">
          <ac:chgData name="Kaytlin Faith Harrison" userId="S::omt3255@ads.northwestern.edu::3c157b3a-e72e-433b-bed5-e3ff3c40f3ed" providerId="AD" clId="Web-{8AB37990-1B3A-4A9A-DEEB-88A0BED0BE72}" dt="2025-07-09T15:21:51.952" v="368"/>
          <ac:spMkLst>
            <pc:docMk/>
            <pc:sldMk cId="2098371493" sldId="2147482205"/>
            <ac:spMk id="2" creationId="{EA33BDC7-A94E-919D-4CDE-8FEC65B56A4F}"/>
          </ac:spMkLst>
        </pc:spChg>
        <pc:spChg chg="add mod">
          <ac:chgData name="Kaytlin Faith Harrison" userId="S::omt3255@ads.northwestern.edu::3c157b3a-e72e-433b-bed5-e3ff3c40f3ed" providerId="AD" clId="Web-{8AB37990-1B3A-4A9A-DEEB-88A0BED0BE72}" dt="2025-07-09T15:21:59.592" v="370" actId="1076"/>
          <ac:spMkLst>
            <pc:docMk/>
            <pc:sldMk cId="2098371493" sldId="2147482205"/>
            <ac:spMk id="3" creationId="{B4D8D81E-B3C6-FE2A-C2E4-7B1389BBDB12}"/>
          </ac:spMkLst>
        </pc:spChg>
        <pc:spChg chg="add mod">
          <ac:chgData name="Kaytlin Faith Harrison" userId="S::omt3255@ads.northwestern.edu::3c157b3a-e72e-433b-bed5-e3ff3c40f3ed" providerId="AD" clId="Web-{8AB37990-1B3A-4A9A-DEEB-88A0BED0BE72}" dt="2025-07-09T15:22:22.109" v="377" actId="1076"/>
          <ac:spMkLst>
            <pc:docMk/>
            <pc:sldMk cId="2098371493" sldId="2147482205"/>
            <ac:spMk id="4" creationId="{E01CD7D9-D6BD-40D7-7661-7F97EA45A1F3}"/>
          </ac:spMkLst>
        </pc:spChg>
        <pc:spChg chg="add mod">
          <ac:chgData name="Kaytlin Faith Harrison" userId="S::omt3255@ads.northwestern.edu::3c157b3a-e72e-433b-bed5-e3ff3c40f3ed" providerId="AD" clId="Web-{8AB37990-1B3A-4A9A-DEEB-88A0BED0BE72}" dt="2025-07-09T15:22:08.874" v="375" actId="1076"/>
          <ac:spMkLst>
            <pc:docMk/>
            <pc:sldMk cId="2098371493" sldId="2147482205"/>
            <ac:spMk id="42" creationId="{8FE08217-59AE-D633-3B0B-26312BACD664}"/>
          </ac:spMkLst>
        </pc:spChg>
        <pc:spChg chg="add mod">
          <ac:chgData name="Kaytlin Faith Harrison" userId="S::omt3255@ads.northwestern.edu::3c157b3a-e72e-433b-bed5-e3ff3c40f3ed" providerId="AD" clId="Web-{8AB37990-1B3A-4A9A-DEEB-88A0BED0BE72}" dt="2025-07-09T15:22:05.686" v="374" actId="1076"/>
          <ac:spMkLst>
            <pc:docMk/>
            <pc:sldMk cId="2098371493" sldId="2147482205"/>
            <ac:spMk id="43" creationId="{CB4EA253-FD16-FEEC-2C00-94C9AE7F5BE4}"/>
          </ac:spMkLst>
        </pc:spChg>
        <pc:spChg chg="add mod">
          <ac:chgData name="Kaytlin Faith Harrison" userId="S::omt3255@ads.northwestern.edu::3c157b3a-e72e-433b-bed5-e3ff3c40f3ed" providerId="AD" clId="Web-{8AB37990-1B3A-4A9A-DEEB-88A0BED0BE72}" dt="2025-07-09T15:22:49.984" v="382" actId="1076"/>
          <ac:spMkLst>
            <pc:docMk/>
            <pc:sldMk cId="2098371493" sldId="2147482205"/>
            <ac:spMk id="44" creationId="{BE6A5FEF-2C18-8014-234A-27B38835D9F8}"/>
          </ac:spMkLst>
        </pc:spChg>
        <pc:spChg chg="add mod">
          <ac:chgData name="Kaytlin Faith Harrison" userId="S::omt3255@ads.northwestern.edu::3c157b3a-e72e-433b-bed5-e3ff3c40f3ed" providerId="AD" clId="Web-{8AB37990-1B3A-4A9A-DEEB-88A0BED0BE72}" dt="2025-07-09T15:59:38.291" v="483" actId="1076"/>
          <ac:spMkLst>
            <pc:docMk/>
            <pc:sldMk cId="2098371493" sldId="2147482205"/>
            <ac:spMk id="45" creationId="{58FC29D2-D812-135D-A010-64DAED375D92}"/>
          </ac:spMkLst>
        </pc:spChg>
      </pc:sldChg>
      <pc:sldChg chg="delSp modSp">
        <pc:chgData name="Kaytlin Faith Harrison" userId="S::omt3255@ads.northwestern.edu::3c157b3a-e72e-433b-bed5-e3ff3c40f3ed" providerId="AD" clId="Web-{8AB37990-1B3A-4A9A-DEEB-88A0BED0BE72}" dt="2025-07-09T15:19:57.308" v="361" actId="20577"/>
        <pc:sldMkLst>
          <pc:docMk/>
          <pc:sldMk cId="359142546" sldId="2147482206"/>
        </pc:sldMkLst>
        <pc:spChg chg="mod">
          <ac:chgData name="Kaytlin Faith Harrison" userId="S::omt3255@ads.northwestern.edu::3c157b3a-e72e-433b-bed5-e3ff3c40f3ed" providerId="AD" clId="Web-{8AB37990-1B3A-4A9A-DEEB-88A0BED0BE72}" dt="2025-07-09T15:19:36.761" v="347" actId="20577"/>
          <ac:spMkLst>
            <pc:docMk/>
            <pc:sldMk cId="359142546" sldId="2147482206"/>
            <ac:spMk id="2" creationId="{DD6EC280-A1BD-F45B-B413-7CAE555F39CC}"/>
          </ac:spMkLst>
        </pc:spChg>
        <pc:spChg chg="del">
          <ac:chgData name="Kaytlin Faith Harrison" userId="S::omt3255@ads.northwestern.edu::3c157b3a-e72e-433b-bed5-e3ff3c40f3ed" providerId="AD" clId="Web-{8AB37990-1B3A-4A9A-DEEB-88A0BED0BE72}" dt="2025-07-09T15:05:23.926" v="152"/>
          <ac:spMkLst>
            <pc:docMk/>
            <pc:sldMk cId="359142546" sldId="2147482206"/>
            <ac:spMk id="3" creationId="{6E6A9728-D2EB-A063-D5D9-78C32B265DE3}"/>
          </ac:spMkLst>
        </pc:spChg>
        <pc:spChg chg="mod">
          <ac:chgData name="Kaytlin Faith Harrison" userId="S::omt3255@ads.northwestern.edu::3c157b3a-e72e-433b-bed5-e3ff3c40f3ed" providerId="AD" clId="Web-{8AB37990-1B3A-4A9A-DEEB-88A0BED0BE72}" dt="2025-07-09T15:19:57.308" v="361" actId="20577"/>
          <ac:spMkLst>
            <pc:docMk/>
            <pc:sldMk cId="359142546" sldId="2147482206"/>
            <ac:spMk id="4" creationId="{0DE88B85-F7B1-F0EE-1079-681AF86FC23C}"/>
          </ac:spMkLst>
        </pc:spChg>
        <pc:spChg chg="del">
          <ac:chgData name="Kaytlin Faith Harrison" userId="S::omt3255@ads.northwestern.edu::3c157b3a-e72e-433b-bed5-e3ff3c40f3ed" providerId="AD" clId="Web-{8AB37990-1B3A-4A9A-DEEB-88A0BED0BE72}" dt="2025-07-09T15:05:26.989" v="153"/>
          <ac:spMkLst>
            <pc:docMk/>
            <pc:sldMk cId="359142546" sldId="2147482206"/>
            <ac:spMk id="5" creationId="{EBD5FF64-8234-8BA2-54AB-0F0F4FFA402E}"/>
          </ac:spMkLst>
        </pc:spChg>
        <pc:spChg chg="del mod">
          <ac:chgData name="Kaytlin Faith Harrison" userId="S::omt3255@ads.northwestern.edu::3c157b3a-e72e-433b-bed5-e3ff3c40f3ed" providerId="AD" clId="Web-{8AB37990-1B3A-4A9A-DEEB-88A0BED0BE72}" dt="2025-07-09T15:05:31.786" v="156"/>
          <ac:spMkLst>
            <pc:docMk/>
            <pc:sldMk cId="359142546" sldId="2147482206"/>
            <ac:spMk id="6" creationId="{D7F95B8D-4409-B308-733C-E9A04B955E61}"/>
          </ac:spMkLst>
        </pc:spChg>
      </pc:sldChg>
      <pc:sldChg chg="addSp delSp modSp ord">
        <pc:chgData name="Kaytlin Faith Harrison" userId="S::omt3255@ads.northwestern.edu::3c157b3a-e72e-433b-bed5-e3ff3c40f3ed" providerId="AD" clId="Web-{8AB37990-1B3A-4A9A-DEEB-88A0BED0BE72}" dt="2025-07-09T15:29:06.322" v="460"/>
        <pc:sldMkLst>
          <pc:docMk/>
          <pc:sldMk cId="932505219" sldId="2147482207"/>
        </pc:sldMkLst>
        <pc:spChg chg="mod">
          <ac:chgData name="Kaytlin Faith Harrison" userId="S::omt3255@ads.northwestern.edu::3c157b3a-e72e-433b-bed5-e3ff3c40f3ed" providerId="AD" clId="Web-{8AB37990-1B3A-4A9A-DEEB-88A0BED0BE72}" dt="2025-07-09T15:00:01.246" v="37" actId="20577"/>
          <ac:spMkLst>
            <pc:docMk/>
            <pc:sldMk cId="932505219" sldId="2147482207"/>
            <ac:spMk id="2" creationId="{BA7D4252-360E-DEA8-FDB2-8603C856C32C}"/>
          </ac:spMkLst>
        </pc:spChg>
        <pc:picChg chg="add del mod modCrop">
          <ac:chgData name="Kaytlin Faith Harrison" userId="S::omt3255@ads.northwestern.edu::3c157b3a-e72e-433b-bed5-e3ff3c40f3ed" providerId="AD" clId="Web-{8AB37990-1B3A-4A9A-DEEB-88A0BED0BE72}" dt="2025-07-09T14:58:52.401" v="17"/>
          <ac:picMkLst>
            <pc:docMk/>
            <pc:sldMk cId="932505219" sldId="2147482207"/>
            <ac:picMk id="5" creationId="{29649C99-DF0D-75FF-E923-7B565FBC772E}"/>
          </ac:picMkLst>
        </pc:picChg>
        <pc:picChg chg="add del mod">
          <ac:chgData name="Kaytlin Faith Harrison" userId="S::omt3255@ads.northwestern.edu::3c157b3a-e72e-433b-bed5-e3ff3c40f3ed" providerId="AD" clId="Web-{8AB37990-1B3A-4A9A-DEEB-88A0BED0BE72}" dt="2025-07-09T14:59:31.105" v="25"/>
          <ac:picMkLst>
            <pc:docMk/>
            <pc:sldMk cId="932505219" sldId="2147482207"/>
            <ac:picMk id="6" creationId="{4EED8F1B-9427-84DE-8031-0AF41ABB1E5E}"/>
          </ac:picMkLst>
        </pc:picChg>
        <pc:picChg chg="add mod">
          <ac:chgData name="Kaytlin Faith Harrison" userId="S::omt3255@ads.northwestern.edu::3c157b3a-e72e-433b-bed5-e3ff3c40f3ed" providerId="AD" clId="Web-{8AB37990-1B3A-4A9A-DEEB-88A0BED0BE72}" dt="2025-07-09T14:59:35.964" v="26" actId="1076"/>
          <ac:picMkLst>
            <pc:docMk/>
            <pc:sldMk cId="932505219" sldId="2147482207"/>
            <ac:picMk id="7" creationId="{CFCE49BC-BC84-2EF9-74CF-5C259E17B72F}"/>
          </ac:picMkLst>
        </pc:picChg>
      </pc:sldChg>
      <pc:sldChg chg="ord modNotes">
        <pc:chgData name="Kaytlin Faith Harrison" userId="S::omt3255@ads.northwestern.edu::3c157b3a-e72e-433b-bed5-e3ff3c40f3ed" providerId="AD" clId="Web-{8AB37990-1B3A-4A9A-DEEB-88A0BED0BE72}" dt="2025-07-09T16:41:54.872" v="1053"/>
        <pc:sldMkLst>
          <pc:docMk/>
          <pc:sldMk cId="246143406" sldId="2147482210"/>
        </pc:sldMkLst>
      </pc:sldChg>
      <pc:sldChg chg="addSp delSp modSp new ord">
        <pc:chgData name="Kaytlin Faith Harrison" userId="S::omt3255@ads.northwestern.edu::3c157b3a-e72e-433b-bed5-e3ff3c40f3ed" providerId="AD" clId="Web-{8AB37990-1B3A-4A9A-DEEB-88A0BED0BE72}" dt="2025-07-09T15:29:14.510" v="461"/>
        <pc:sldMkLst>
          <pc:docMk/>
          <pc:sldMk cId="238030999" sldId="2147482211"/>
        </pc:sldMkLst>
        <pc:spChg chg="del">
          <ac:chgData name="Kaytlin Faith Harrison" userId="S::omt3255@ads.northwestern.edu::3c157b3a-e72e-433b-bed5-e3ff3c40f3ed" providerId="AD" clId="Web-{8AB37990-1B3A-4A9A-DEEB-88A0BED0BE72}" dt="2025-07-09T15:00:35.372" v="38"/>
          <ac:spMkLst>
            <pc:docMk/>
            <pc:sldMk cId="238030999" sldId="2147482211"/>
            <ac:spMk id="2" creationId="{6D553F4C-7E0F-2CE6-9D77-124B72D86BB1}"/>
          </ac:spMkLst>
        </pc:spChg>
        <pc:spChg chg="del">
          <ac:chgData name="Kaytlin Faith Harrison" userId="S::omt3255@ads.northwestern.edu::3c157b3a-e72e-433b-bed5-e3ff3c40f3ed" providerId="AD" clId="Web-{8AB37990-1B3A-4A9A-DEEB-88A0BED0BE72}" dt="2025-07-09T15:00:37.091" v="40"/>
          <ac:spMkLst>
            <pc:docMk/>
            <pc:sldMk cId="238030999" sldId="2147482211"/>
            <ac:spMk id="3" creationId="{A37619B2-6C77-5481-829F-AA8FA0607715}"/>
          </ac:spMkLst>
        </pc:spChg>
        <pc:picChg chg="add mod">
          <ac:chgData name="Kaytlin Faith Harrison" userId="S::omt3255@ads.northwestern.edu::3c157b3a-e72e-433b-bed5-e3ff3c40f3ed" providerId="AD" clId="Web-{8AB37990-1B3A-4A9A-DEEB-88A0BED0BE72}" dt="2025-07-09T15:00:37.997" v="42" actId="14100"/>
          <ac:picMkLst>
            <pc:docMk/>
            <pc:sldMk cId="238030999" sldId="2147482211"/>
            <ac:picMk id="6" creationId="{E8538C6C-BC2E-7FEF-B747-2E86747966E1}"/>
          </ac:picMkLst>
        </pc:picChg>
      </pc:sldChg>
      <pc:sldChg chg="delSp modSp add del ord replId delAnim">
        <pc:chgData name="Kaytlin Faith Harrison" userId="S::omt3255@ads.northwestern.edu::3c157b3a-e72e-433b-bed5-e3ff3c40f3ed" providerId="AD" clId="Web-{8AB37990-1B3A-4A9A-DEEB-88A0BED0BE72}" dt="2025-07-09T16:27:53.053" v="1036" actId="14100"/>
        <pc:sldMkLst>
          <pc:docMk/>
          <pc:sldMk cId="2736618466" sldId="2147482212"/>
        </pc:sldMkLst>
        <pc:spChg chg="del">
          <ac:chgData name="Kaytlin Faith Harrison" userId="S::omt3255@ads.northwestern.edu::3c157b3a-e72e-433b-bed5-e3ff3c40f3ed" providerId="AD" clId="Web-{8AB37990-1B3A-4A9A-DEEB-88A0BED0BE72}" dt="2025-07-09T15:39:38.260" v="466"/>
          <ac:spMkLst>
            <pc:docMk/>
            <pc:sldMk cId="2736618466" sldId="2147482212"/>
            <ac:spMk id="2" creationId="{AA243090-DACC-E2C4-D867-1C38981DFD2B}"/>
          </ac:spMkLst>
        </pc:spChg>
        <pc:spChg chg="del">
          <ac:chgData name="Kaytlin Faith Harrison" userId="S::omt3255@ads.northwestern.edu::3c157b3a-e72e-433b-bed5-e3ff3c40f3ed" providerId="AD" clId="Web-{8AB37990-1B3A-4A9A-DEEB-88A0BED0BE72}" dt="2025-07-09T15:39:39.041" v="467"/>
          <ac:spMkLst>
            <pc:docMk/>
            <pc:sldMk cId="2736618466" sldId="2147482212"/>
            <ac:spMk id="3" creationId="{A4280972-76E8-C345-1303-E1298CD59E4A}"/>
          </ac:spMkLst>
        </pc:spChg>
        <pc:spChg chg="del">
          <ac:chgData name="Kaytlin Faith Harrison" userId="S::omt3255@ads.northwestern.edu::3c157b3a-e72e-433b-bed5-e3ff3c40f3ed" providerId="AD" clId="Web-{8AB37990-1B3A-4A9A-DEEB-88A0BED0BE72}" dt="2025-07-09T15:39:42.823" v="470"/>
          <ac:spMkLst>
            <pc:docMk/>
            <pc:sldMk cId="2736618466" sldId="2147482212"/>
            <ac:spMk id="4" creationId="{29A55DC3-EEE4-4495-A8C1-36D409094AA1}"/>
          </ac:spMkLst>
        </pc:spChg>
        <pc:spChg chg="mod">
          <ac:chgData name="Kaytlin Faith Harrison" userId="S::omt3255@ads.northwestern.edu::3c157b3a-e72e-433b-bed5-e3ff3c40f3ed" providerId="AD" clId="Web-{8AB37990-1B3A-4A9A-DEEB-88A0BED0BE72}" dt="2025-07-09T16:27:53.053" v="1036" actId="14100"/>
          <ac:spMkLst>
            <pc:docMk/>
            <pc:sldMk cId="2736618466" sldId="2147482212"/>
            <ac:spMk id="34" creationId="{AA6E65D6-04D5-B840-C38C-E1790CDB6D61}"/>
          </ac:spMkLst>
        </pc:spChg>
        <pc:spChg chg="del mod">
          <ac:chgData name="Kaytlin Faith Harrison" userId="S::omt3255@ads.northwestern.edu::3c157b3a-e72e-433b-bed5-e3ff3c40f3ed" providerId="AD" clId="Web-{8AB37990-1B3A-4A9A-DEEB-88A0BED0BE72}" dt="2025-07-09T16:27:27.224" v="1027"/>
          <ac:spMkLst>
            <pc:docMk/>
            <pc:sldMk cId="2736618466" sldId="2147482212"/>
            <ac:spMk id="35" creationId="{22A56132-D8CB-AA02-DCCD-C686E685AF68}"/>
          </ac:spMkLst>
        </pc:spChg>
        <pc:spChg chg="del">
          <ac:chgData name="Kaytlin Faith Harrison" userId="S::omt3255@ads.northwestern.edu::3c157b3a-e72e-433b-bed5-e3ff3c40f3ed" providerId="AD" clId="Web-{8AB37990-1B3A-4A9A-DEEB-88A0BED0BE72}" dt="2025-07-09T16:27:31.990" v="1030"/>
          <ac:spMkLst>
            <pc:docMk/>
            <pc:sldMk cId="2736618466" sldId="2147482212"/>
            <ac:spMk id="36" creationId="{85DCBB73-E50D-2E49-4D7B-32A593ABE269}"/>
          </ac:spMkLst>
        </pc:spChg>
        <pc:spChg chg="del mod">
          <ac:chgData name="Kaytlin Faith Harrison" userId="S::omt3255@ads.northwestern.edu::3c157b3a-e72e-433b-bed5-e3ff3c40f3ed" providerId="AD" clId="Web-{8AB37990-1B3A-4A9A-DEEB-88A0BED0BE72}" dt="2025-07-09T16:27:31.053" v="1029"/>
          <ac:spMkLst>
            <pc:docMk/>
            <pc:sldMk cId="2736618466" sldId="2147482212"/>
            <ac:spMk id="37" creationId="{51135543-2E5D-87FB-C31C-E64DB722850C}"/>
          </ac:spMkLst>
        </pc:spChg>
        <pc:spChg chg="del">
          <ac:chgData name="Kaytlin Faith Harrison" userId="S::omt3255@ads.northwestern.edu::3c157b3a-e72e-433b-bed5-e3ff3c40f3ed" providerId="AD" clId="Web-{8AB37990-1B3A-4A9A-DEEB-88A0BED0BE72}" dt="2025-07-09T16:27:38.412" v="1033"/>
          <ac:spMkLst>
            <pc:docMk/>
            <pc:sldMk cId="2736618466" sldId="2147482212"/>
            <ac:spMk id="40" creationId="{B8B1CE38-0BB0-1429-89CE-A7A19D374E31}"/>
          </ac:spMkLst>
        </pc:spChg>
        <pc:spChg chg="del">
          <ac:chgData name="Kaytlin Faith Harrison" userId="S::omt3255@ads.northwestern.edu::3c157b3a-e72e-433b-bed5-e3ff3c40f3ed" providerId="AD" clId="Web-{8AB37990-1B3A-4A9A-DEEB-88A0BED0BE72}" dt="2025-07-09T16:27:36.256" v="1032"/>
          <ac:spMkLst>
            <pc:docMk/>
            <pc:sldMk cId="2736618466" sldId="2147482212"/>
            <ac:spMk id="41" creationId="{434DB4E3-4ABD-80F0-4689-00B968BAC05C}"/>
          </ac:spMkLst>
        </pc:spChg>
        <pc:spChg chg="del">
          <ac:chgData name="Kaytlin Faith Harrison" userId="S::omt3255@ads.northwestern.edu::3c157b3a-e72e-433b-bed5-e3ff3c40f3ed" providerId="AD" clId="Web-{8AB37990-1B3A-4A9A-DEEB-88A0BED0BE72}" dt="2025-07-09T15:39:42.088" v="469"/>
          <ac:spMkLst>
            <pc:docMk/>
            <pc:sldMk cId="2736618466" sldId="2147482212"/>
            <ac:spMk id="42" creationId="{2094A83A-2090-2FC4-B9C3-342DA64F740C}"/>
          </ac:spMkLst>
        </pc:spChg>
        <pc:spChg chg="del">
          <ac:chgData name="Kaytlin Faith Harrison" userId="S::omt3255@ads.northwestern.edu::3c157b3a-e72e-433b-bed5-e3ff3c40f3ed" providerId="AD" clId="Web-{8AB37990-1B3A-4A9A-DEEB-88A0BED0BE72}" dt="2025-07-09T15:39:40.526" v="468"/>
          <ac:spMkLst>
            <pc:docMk/>
            <pc:sldMk cId="2736618466" sldId="2147482212"/>
            <ac:spMk id="43" creationId="{E1C9BD90-7166-839B-531B-E1232D703F10}"/>
          </ac:spMkLst>
        </pc:spChg>
        <pc:spChg chg="del">
          <ac:chgData name="Kaytlin Faith Harrison" userId="S::omt3255@ads.northwestern.edu::3c157b3a-e72e-433b-bed5-e3ff3c40f3ed" providerId="AD" clId="Web-{8AB37990-1B3A-4A9A-DEEB-88A0BED0BE72}" dt="2025-07-09T15:39:45.463" v="472"/>
          <ac:spMkLst>
            <pc:docMk/>
            <pc:sldMk cId="2736618466" sldId="2147482212"/>
            <ac:spMk id="44" creationId="{A1E420E8-F33A-FF00-2314-3D8FEC4E07EB}"/>
          </ac:spMkLst>
        </pc:spChg>
        <pc:spChg chg="del">
          <ac:chgData name="Kaytlin Faith Harrison" userId="S::omt3255@ads.northwestern.edu::3c157b3a-e72e-433b-bed5-e3ff3c40f3ed" providerId="AD" clId="Web-{8AB37990-1B3A-4A9A-DEEB-88A0BED0BE72}" dt="2025-07-09T15:39:45.104" v="471"/>
          <ac:spMkLst>
            <pc:docMk/>
            <pc:sldMk cId="2736618466" sldId="2147482212"/>
            <ac:spMk id="45" creationId="{EA2A7D4E-1708-196E-8FDB-395294AE3715}"/>
          </ac:spMkLst>
        </pc:spChg>
        <pc:spChg chg="del">
          <ac:chgData name="Kaytlin Faith Harrison" userId="S::omt3255@ads.northwestern.edu::3c157b3a-e72e-433b-bed5-e3ff3c40f3ed" providerId="AD" clId="Web-{8AB37990-1B3A-4A9A-DEEB-88A0BED0BE72}" dt="2025-07-09T16:27:34.928" v="1031"/>
          <ac:spMkLst>
            <pc:docMk/>
            <pc:sldMk cId="2736618466" sldId="2147482212"/>
            <ac:spMk id="57" creationId="{EAB5B864-2914-7324-55D4-74F00515E680}"/>
          </ac:spMkLst>
        </pc:spChg>
      </pc:sldChg>
      <pc:sldChg chg="add del replId">
        <pc:chgData name="Kaytlin Faith Harrison" userId="S::omt3255@ads.northwestern.edu::3c157b3a-e72e-433b-bed5-e3ff3c40f3ed" providerId="AD" clId="Web-{8AB37990-1B3A-4A9A-DEEB-88A0BED0BE72}" dt="2025-07-09T15:00:58.607" v="43"/>
        <pc:sldMkLst>
          <pc:docMk/>
          <pc:sldMk cId="4172249774" sldId="2147482212"/>
        </pc:sldMkLst>
      </pc:sldChg>
      <pc:sldChg chg="addSp delSp modSp new mod modClrScheme chgLayout">
        <pc:chgData name="Kaytlin Faith Harrison" userId="S::omt3255@ads.northwestern.edu::3c157b3a-e72e-433b-bed5-e3ff3c40f3ed" providerId="AD" clId="Web-{8AB37990-1B3A-4A9A-DEEB-88A0BED0BE72}" dt="2025-07-09T16:08:24.992" v="660" actId="1076"/>
        <pc:sldMkLst>
          <pc:docMk/>
          <pc:sldMk cId="2299326270" sldId="2147482213"/>
        </pc:sldMkLst>
        <pc:spChg chg="del">
          <ac:chgData name="Kaytlin Faith Harrison" userId="S::omt3255@ads.northwestern.edu::3c157b3a-e72e-433b-bed5-e3ff3c40f3ed" providerId="AD" clId="Web-{8AB37990-1B3A-4A9A-DEEB-88A0BED0BE72}" dt="2025-07-09T16:03:59.298" v="521"/>
          <ac:spMkLst>
            <pc:docMk/>
            <pc:sldMk cId="2299326270" sldId="2147482213"/>
            <ac:spMk id="2" creationId="{20CD9E68-3CB5-58F9-A753-52389C128238}"/>
          </ac:spMkLst>
        </pc:spChg>
        <pc:spChg chg="del mod ord">
          <ac:chgData name="Kaytlin Faith Harrison" userId="S::omt3255@ads.northwestern.edu::3c157b3a-e72e-433b-bed5-e3ff3c40f3ed" providerId="AD" clId="Web-{8AB37990-1B3A-4A9A-DEEB-88A0BED0BE72}" dt="2025-07-09T16:04:01.985" v="522"/>
          <ac:spMkLst>
            <pc:docMk/>
            <pc:sldMk cId="2299326270" sldId="2147482213"/>
            <ac:spMk id="3" creationId="{788280A3-CE78-20E2-61D4-9D949843427F}"/>
          </ac:spMkLst>
        </pc:spChg>
        <pc:spChg chg="mod ord">
          <ac:chgData name="Kaytlin Faith Harrison" userId="S::omt3255@ads.northwestern.edu::3c157b3a-e72e-433b-bed5-e3ff3c40f3ed" providerId="AD" clId="Web-{8AB37990-1B3A-4A9A-DEEB-88A0BED0BE72}" dt="2025-07-09T16:03:59.298" v="521"/>
          <ac:spMkLst>
            <pc:docMk/>
            <pc:sldMk cId="2299326270" sldId="2147482213"/>
            <ac:spMk id="4" creationId="{117E3BB0-0F13-C245-9978-95A4FCC85232}"/>
          </ac:spMkLst>
        </pc:spChg>
        <pc:spChg chg="add mod">
          <ac:chgData name="Kaytlin Faith Harrison" userId="S::omt3255@ads.northwestern.edu::3c157b3a-e72e-433b-bed5-e3ff3c40f3ed" providerId="AD" clId="Web-{8AB37990-1B3A-4A9A-DEEB-88A0BED0BE72}" dt="2025-07-09T16:04:51.283" v="555" actId="1076"/>
          <ac:spMkLst>
            <pc:docMk/>
            <pc:sldMk cId="2299326270" sldId="2147482213"/>
            <ac:spMk id="5" creationId="{E2C039B9-4590-5C69-E5B9-784ADC6D61F6}"/>
          </ac:spMkLst>
        </pc:spChg>
        <pc:spChg chg="add mod">
          <ac:chgData name="Kaytlin Faith Harrison" userId="S::omt3255@ads.northwestern.edu::3c157b3a-e72e-433b-bed5-e3ff3c40f3ed" providerId="AD" clId="Web-{8AB37990-1B3A-4A9A-DEEB-88A0BED0BE72}" dt="2025-07-09T16:07:28.444" v="612" actId="20577"/>
          <ac:spMkLst>
            <pc:docMk/>
            <pc:sldMk cId="2299326270" sldId="2147482213"/>
            <ac:spMk id="7" creationId="{05F0A8A9-B14B-064F-4B89-E050CD9F4262}"/>
          </ac:spMkLst>
        </pc:spChg>
        <pc:spChg chg="add mod">
          <ac:chgData name="Kaytlin Faith Harrison" userId="S::omt3255@ads.northwestern.edu::3c157b3a-e72e-433b-bed5-e3ff3c40f3ed" providerId="AD" clId="Web-{8AB37990-1B3A-4A9A-DEEB-88A0BED0BE72}" dt="2025-07-09T16:08:24.992" v="660" actId="1076"/>
          <ac:spMkLst>
            <pc:docMk/>
            <pc:sldMk cId="2299326270" sldId="2147482213"/>
            <ac:spMk id="8" creationId="{5F785AAB-DDB2-B801-A133-5E6A2B2D226F}"/>
          </ac:spMkLst>
        </pc:spChg>
        <pc:picChg chg="add mod">
          <ac:chgData name="Kaytlin Faith Harrison" userId="S::omt3255@ads.northwestern.edu::3c157b3a-e72e-433b-bed5-e3ff3c40f3ed" providerId="AD" clId="Web-{8AB37990-1B3A-4A9A-DEEB-88A0BED0BE72}" dt="2025-07-09T16:06:34.880" v="558" actId="1076"/>
          <ac:picMkLst>
            <pc:docMk/>
            <pc:sldMk cId="2299326270" sldId="2147482213"/>
            <ac:picMk id="6" creationId="{3E88CAAF-C114-3B89-8E43-579BB3B39EBC}"/>
          </ac:picMkLst>
        </pc:picChg>
      </pc:sldChg>
      <pc:sldChg chg="new del">
        <pc:chgData name="Kaytlin Faith Harrison" userId="S::omt3255@ads.northwestern.edu::3c157b3a-e72e-433b-bed5-e3ff3c40f3ed" providerId="AD" clId="Web-{8AB37990-1B3A-4A9A-DEEB-88A0BED0BE72}" dt="2025-07-09T15:53:53.673" v="482"/>
        <pc:sldMkLst>
          <pc:docMk/>
          <pc:sldMk cId="3149766408" sldId="2147482213"/>
        </pc:sldMkLst>
      </pc:sldChg>
      <pc:sldChg chg="delSp modSp add ord replId">
        <pc:chgData name="Kaytlin Faith Harrison" userId="S::omt3255@ads.northwestern.edu::3c157b3a-e72e-433b-bed5-e3ff3c40f3ed" providerId="AD" clId="Web-{8AB37990-1B3A-4A9A-DEEB-88A0BED0BE72}" dt="2025-07-09T16:28:17.601" v="1040" actId="14100"/>
        <pc:sldMkLst>
          <pc:docMk/>
          <pc:sldMk cId="3745694829" sldId="2147482214"/>
        </pc:sldMkLst>
        <pc:spChg chg="mod">
          <ac:chgData name="Kaytlin Faith Harrison" userId="S::omt3255@ads.northwestern.edu::3c157b3a-e72e-433b-bed5-e3ff3c40f3ed" providerId="AD" clId="Web-{8AB37990-1B3A-4A9A-DEEB-88A0BED0BE72}" dt="2025-07-09T16:28:17.601" v="1040" actId="14100"/>
          <ac:spMkLst>
            <pc:docMk/>
            <pc:sldMk cId="3745694829" sldId="2147482214"/>
            <ac:spMk id="34" creationId="{E9F627C2-C222-50E3-0302-24F855C10359}"/>
          </ac:spMkLst>
        </pc:spChg>
        <pc:spChg chg="del">
          <ac:chgData name="Kaytlin Faith Harrison" userId="S::omt3255@ads.northwestern.edu::3c157b3a-e72e-433b-bed5-e3ff3c40f3ed" providerId="AD" clId="Web-{8AB37990-1B3A-4A9A-DEEB-88A0BED0BE72}" dt="2025-07-09T16:28:00.897" v="1038"/>
          <ac:spMkLst>
            <pc:docMk/>
            <pc:sldMk cId="3745694829" sldId="2147482214"/>
            <ac:spMk id="40" creationId="{E0697CEA-B9DE-5B5C-5371-06DE020580CA}"/>
          </ac:spMkLst>
        </pc:spChg>
        <pc:spChg chg="del">
          <ac:chgData name="Kaytlin Faith Harrison" userId="S::omt3255@ads.northwestern.edu::3c157b3a-e72e-433b-bed5-e3ff3c40f3ed" providerId="AD" clId="Web-{8AB37990-1B3A-4A9A-DEEB-88A0BED0BE72}" dt="2025-07-09T16:27:59.069" v="1037"/>
          <ac:spMkLst>
            <pc:docMk/>
            <pc:sldMk cId="3745694829" sldId="2147482214"/>
            <ac:spMk id="41" creationId="{649BDBEC-7F76-79CA-E34D-38C8493A2FF4}"/>
          </ac:spMkLst>
        </pc:spChg>
      </pc:sldChg>
      <pc:sldChg chg="addSp modSp add ord replId">
        <pc:chgData name="Kaytlin Faith Harrison" userId="S::omt3255@ads.northwestern.edu::3c157b3a-e72e-433b-bed5-e3ff3c40f3ed" providerId="AD" clId="Web-{8AB37990-1B3A-4A9A-DEEB-88A0BED0BE72}" dt="2025-07-09T16:29:12.930" v="1047" actId="14100"/>
        <pc:sldMkLst>
          <pc:docMk/>
          <pc:sldMk cId="893859155" sldId="2147482215"/>
        </pc:sldMkLst>
        <pc:spChg chg="add mod">
          <ac:chgData name="Kaytlin Faith Harrison" userId="S::omt3255@ads.northwestern.edu::3c157b3a-e72e-433b-bed5-e3ff3c40f3ed" providerId="AD" clId="Web-{8AB37990-1B3A-4A9A-DEEB-88A0BED0BE72}" dt="2025-07-09T16:29:12.930" v="1047" actId="14100"/>
          <ac:spMkLst>
            <pc:docMk/>
            <pc:sldMk cId="893859155" sldId="2147482215"/>
            <ac:spMk id="2" creationId="{A1CDCBE1-3AD5-4632-972F-5D91029688F6}"/>
          </ac:spMkLst>
        </pc:spChg>
      </pc:sldChg>
    </pc:docChg>
  </pc:docChgLst>
  <pc:docChgLst>
    <pc:chgData name="Kaytlin Faith Harrison" userId="S::omt3255@ads.northwestern.edu::3c157b3a-e72e-433b-bed5-e3ff3c40f3ed" providerId="AD" clId="Web-{BEA35F65-FA1D-C4BE-7EEA-944D2D28E948}"/>
    <pc:docChg chg="addSld delSld modSld sldOrd addMainMaster">
      <pc:chgData name="Kaytlin Faith Harrison" userId="S::omt3255@ads.northwestern.edu::3c157b3a-e72e-433b-bed5-e3ff3c40f3ed" providerId="AD" clId="Web-{BEA35F65-FA1D-C4BE-7EEA-944D2D28E948}" dt="2025-07-09T14:27:58.980" v="830" actId="20577"/>
      <pc:docMkLst>
        <pc:docMk/>
      </pc:docMkLst>
      <pc:sldChg chg="modSp modNotes">
        <pc:chgData name="Kaytlin Faith Harrison" userId="S::omt3255@ads.northwestern.edu::3c157b3a-e72e-433b-bed5-e3ff3c40f3ed" providerId="AD" clId="Web-{BEA35F65-FA1D-C4BE-7EEA-944D2D28E948}" dt="2025-07-09T14:10:24.834" v="575" actId="20577"/>
        <pc:sldMkLst>
          <pc:docMk/>
          <pc:sldMk cId="109857222" sldId="256"/>
        </pc:sldMkLst>
        <pc:spChg chg="mod">
          <ac:chgData name="Kaytlin Faith Harrison" userId="S::omt3255@ads.northwestern.edu::3c157b3a-e72e-433b-bed5-e3ff3c40f3ed" providerId="AD" clId="Web-{BEA35F65-FA1D-C4BE-7EEA-944D2D28E948}" dt="2025-07-09T14:10:19.256" v="572" actId="20577"/>
          <ac:spMkLst>
            <pc:docMk/>
            <pc:sldMk cId="109857222" sldId="256"/>
            <ac:spMk id="2" creationId="{00000000-0000-0000-0000-000000000000}"/>
          </ac:spMkLst>
        </pc:spChg>
        <pc:spChg chg="mod">
          <ac:chgData name="Kaytlin Faith Harrison" userId="S::omt3255@ads.northwestern.edu::3c157b3a-e72e-433b-bed5-e3ff3c40f3ed" providerId="AD" clId="Web-{BEA35F65-FA1D-C4BE-7EEA-944D2D28E948}" dt="2025-07-09T14:10:24.834" v="575" actId="20577"/>
          <ac:spMkLst>
            <pc:docMk/>
            <pc:sldMk cId="109857222" sldId="256"/>
            <ac:spMk id="3" creationId="{00000000-0000-0000-0000-000000000000}"/>
          </ac:spMkLst>
        </pc:spChg>
      </pc:sldChg>
      <pc:sldChg chg="delSp modSp ord">
        <pc:chgData name="Kaytlin Faith Harrison" userId="S::omt3255@ads.northwestern.edu::3c157b3a-e72e-433b-bed5-e3ff3c40f3ed" providerId="AD" clId="Web-{BEA35F65-FA1D-C4BE-7EEA-944D2D28E948}" dt="2025-07-09T14:05:07.808" v="530"/>
        <pc:sldMkLst>
          <pc:docMk/>
          <pc:sldMk cId="1507536464" sldId="257"/>
        </pc:sldMkLst>
        <pc:spChg chg="del mod">
          <ac:chgData name="Kaytlin Faith Harrison" userId="S::omt3255@ads.northwestern.edu::3c157b3a-e72e-433b-bed5-e3ff3c40f3ed" providerId="AD" clId="Web-{BEA35F65-FA1D-C4BE-7EEA-944D2D28E948}" dt="2025-07-09T14:05:07.808" v="530"/>
          <ac:spMkLst>
            <pc:docMk/>
            <pc:sldMk cId="1507536464" sldId="257"/>
            <ac:spMk id="14" creationId="{9F6C15E7-EF56-FCB8-4000-E77924ACC28C}"/>
          </ac:spMkLst>
        </pc:spChg>
      </pc:sldChg>
      <pc:sldChg chg="modSp">
        <pc:chgData name="Kaytlin Faith Harrison" userId="S::omt3255@ads.northwestern.edu::3c157b3a-e72e-433b-bed5-e3ff3c40f3ed" providerId="AD" clId="Web-{BEA35F65-FA1D-C4BE-7EEA-944D2D28E948}" dt="2025-07-09T14:15:51.002" v="643"/>
        <pc:sldMkLst>
          <pc:docMk/>
          <pc:sldMk cId="444951922" sldId="259"/>
        </pc:sldMkLst>
        <pc:graphicFrameChg chg="mod modGraphic">
          <ac:chgData name="Kaytlin Faith Harrison" userId="S::omt3255@ads.northwestern.edu::3c157b3a-e72e-433b-bed5-e3ff3c40f3ed" providerId="AD" clId="Web-{BEA35F65-FA1D-C4BE-7EEA-944D2D28E948}" dt="2025-07-09T14:15:51.002" v="643"/>
          <ac:graphicFrameMkLst>
            <pc:docMk/>
            <pc:sldMk cId="444951922" sldId="259"/>
            <ac:graphicFrameMk id="346" creationId="{42B4C6D2-C382-29C3-8FA2-9D9D0DD2BDA6}"/>
          </ac:graphicFrameMkLst>
        </pc:graphicFrameChg>
      </pc:sldChg>
      <pc:sldChg chg="addSp delSp modSp modNotes">
        <pc:chgData name="Kaytlin Faith Harrison" userId="S::omt3255@ads.northwestern.edu::3c157b3a-e72e-433b-bed5-e3ff3c40f3ed" providerId="AD" clId="Web-{BEA35F65-FA1D-C4BE-7EEA-944D2D28E948}" dt="2025-07-09T14:19:44.557" v="712"/>
        <pc:sldMkLst>
          <pc:docMk/>
          <pc:sldMk cId="917543501" sldId="261"/>
        </pc:sldMkLst>
        <pc:spChg chg="add del">
          <ac:chgData name="Kaytlin Faith Harrison" userId="S::omt3255@ads.northwestern.edu::3c157b3a-e72e-433b-bed5-e3ff3c40f3ed" providerId="AD" clId="Web-{BEA35F65-FA1D-C4BE-7EEA-944D2D28E948}" dt="2025-07-09T13:36:27.357" v="69"/>
          <ac:spMkLst>
            <pc:docMk/>
            <pc:sldMk cId="917543501" sldId="261"/>
            <ac:spMk id="12" creationId="{99935B48-E976-56DF-E9F0-A77CA27C14D6}"/>
          </ac:spMkLst>
        </pc:spChg>
        <pc:spChg chg="add mod">
          <ac:chgData name="Kaytlin Faith Harrison" userId="S::omt3255@ads.northwestern.edu::3c157b3a-e72e-433b-bed5-e3ff3c40f3ed" providerId="AD" clId="Web-{BEA35F65-FA1D-C4BE-7EEA-944D2D28E948}" dt="2025-07-09T13:36:39.264" v="76" actId="20577"/>
          <ac:spMkLst>
            <pc:docMk/>
            <pc:sldMk cId="917543501" sldId="261"/>
            <ac:spMk id="14" creationId="{017BC689-A017-9A51-DDF3-A6B059296218}"/>
          </ac:spMkLst>
        </pc:spChg>
        <pc:graphicFrameChg chg="modGraphic">
          <ac:chgData name="Kaytlin Faith Harrison" userId="S::omt3255@ads.northwestern.edu::3c157b3a-e72e-433b-bed5-e3ff3c40f3ed" providerId="AD" clId="Web-{BEA35F65-FA1D-C4BE-7EEA-944D2D28E948}" dt="2025-07-09T14:19:30.744" v="697" actId="20577"/>
          <ac:graphicFrameMkLst>
            <pc:docMk/>
            <pc:sldMk cId="917543501" sldId="261"/>
            <ac:graphicFrameMk id="10" creationId="{3609F44D-1F66-9E5A-B377-7EE3E3678FA9}"/>
          </ac:graphicFrameMkLst>
        </pc:graphicFrameChg>
      </pc:sldChg>
      <pc:sldChg chg="addSp delSp modSp">
        <pc:chgData name="Kaytlin Faith Harrison" userId="S::omt3255@ads.northwestern.edu::3c157b3a-e72e-433b-bed5-e3ff3c40f3ed" providerId="AD" clId="Web-{BEA35F65-FA1D-C4BE-7EEA-944D2D28E948}" dt="2025-07-09T14:20:07.073" v="713"/>
        <pc:sldMkLst>
          <pc:docMk/>
          <pc:sldMk cId="873890625" sldId="262"/>
        </pc:sldMkLst>
        <pc:spChg chg="mod">
          <ac:chgData name="Kaytlin Faith Harrison" userId="S::omt3255@ads.northwestern.edu::3c157b3a-e72e-433b-bed5-e3ff3c40f3ed" providerId="AD" clId="Web-{BEA35F65-FA1D-C4BE-7EEA-944D2D28E948}" dt="2025-07-09T13:49:29.166" v="155" actId="20577"/>
          <ac:spMkLst>
            <pc:docMk/>
            <pc:sldMk cId="873890625" sldId="262"/>
            <ac:spMk id="2" creationId="{9A7291F9-46B9-2491-112C-1696FAE3DD8F}"/>
          </ac:spMkLst>
        </pc:spChg>
        <pc:spChg chg="add mod">
          <ac:chgData name="Kaytlin Faith Harrison" userId="S::omt3255@ads.northwestern.edu::3c157b3a-e72e-433b-bed5-e3ff3c40f3ed" providerId="AD" clId="Web-{BEA35F65-FA1D-C4BE-7EEA-944D2D28E948}" dt="2025-07-09T13:34:06.056" v="64" actId="1076"/>
          <ac:spMkLst>
            <pc:docMk/>
            <pc:sldMk cId="873890625" sldId="262"/>
            <ac:spMk id="3" creationId="{1CF55041-54BC-3730-2370-8DC1F6C5AD05}"/>
          </ac:spMkLst>
        </pc:spChg>
        <pc:spChg chg="del mod">
          <ac:chgData name="Kaytlin Faith Harrison" userId="S::omt3255@ads.northwestern.edu::3c157b3a-e72e-433b-bed5-e3ff3c40f3ed" providerId="AD" clId="Web-{BEA35F65-FA1D-C4BE-7EEA-944D2D28E948}" dt="2025-07-09T13:28:37.122" v="2"/>
          <ac:spMkLst>
            <pc:docMk/>
            <pc:sldMk cId="873890625" sldId="262"/>
            <ac:spMk id="4" creationId="{32AC6B16-4B89-FEDF-DF7E-A757569233AF}"/>
          </ac:spMkLst>
        </pc:spChg>
        <pc:spChg chg="add mod">
          <ac:chgData name="Kaytlin Faith Harrison" userId="S::omt3255@ads.northwestern.edu::3c157b3a-e72e-433b-bed5-e3ff3c40f3ed" providerId="AD" clId="Web-{BEA35F65-FA1D-C4BE-7EEA-944D2D28E948}" dt="2025-07-09T13:34:06.056" v="65" actId="1076"/>
          <ac:spMkLst>
            <pc:docMk/>
            <pc:sldMk cId="873890625" sldId="262"/>
            <ac:spMk id="6" creationId="{E0D1082F-5CAC-B19F-EBAE-41123C0B901C}"/>
          </ac:spMkLst>
        </pc:spChg>
        <pc:picChg chg="mod">
          <ac:chgData name="Kaytlin Faith Harrison" userId="S::omt3255@ads.northwestern.edu::3c157b3a-e72e-433b-bed5-e3ff3c40f3ed" providerId="AD" clId="Web-{BEA35F65-FA1D-C4BE-7EEA-944D2D28E948}" dt="2025-07-09T14:20:07.073" v="713"/>
          <ac:picMkLst>
            <pc:docMk/>
            <pc:sldMk cId="873890625" sldId="262"/>
            <ac:picMk id="5" creationId="{74556B17-F0EB-A9D7-8F88-505A4A9A8208}"/>
          </ac:picMkLst>
        </pc:picChg>
        <pc:cxnChg chg="add mod">
          <ac:chgData name="Kaytlin Faith Harrison" userId="S::omt3255@ads.northwestern.edu::3c157b3a-e72e-433b-bed5-e3ff3c40f3ed" providerId="AD" clId="Web-{BEA35F65-FA1D-C4BE-7EEA-944D2D28E948}" dt="2025-07-09T13:34:06.056" v="66" actId="1076"/>
          <ac:cxnSpMkLst>
            <pc:docMk/>
            <pc:sldMk cId="873890625" sldId="262"/>
            <ac:cxnSpMk id="7" creationId="{DD9DAFD7-5F9E-119E-8FC1-62884EDE4A64}"/>
          </ac:cxnSpMkLst>
        </pc:cxnChg>
        <pc:cxnChg chg="add mod">
          <ac:chgData name="Kaytlin Faith Harrison" userId="S::omt3255@ads.northwestern.edu::3c157b3a-e72e-433b-bed5-e3ff3c40f3ed" providerId="AD" clId="Web-{BEA35F65-FA1D-C4BE-7EEA-944D2D28E948}" dt="2025-07-09T13:34:06.056" v="67" actId="1076"/>
          <ac:cxnSpMkLst>
            <pc:docMk/>
            <pc:sldMk cId="873890625" sldId="262"/>
            <ac:cxnSpMk id="8" creationId="{F26300F4-DD12-38F0-960F-17C49EF9EC69}"/>
          </ac:cxnSpMkLst>
        </pc:cxnChg>
      </pc:sldChg>
      <pc:sldChg chg="modSp">
        <pc:chgData name="Kaytlin Faith Harrison" userId="S::omt3255@ads.northwestern.edu::3c157b3a-e72e-433b-bed5-e3ff3c40f3ed" providerId="AD" clId="Web-{BEA35F65-FA1D-C4BE-7EEA-944D2D28E948}" dt="2025-07-09T14:19:09.509" v="693" actId="1076"/>
        <pc:sldMkLst>
          <pc:docMk/>
          <pc:sldMk cId="803116407" sldId="263"/>
        </pc:sldMkLst>
        <pc:spChg chg="mod">
          <ac:chgData name="Kaytlin Faith Harrison" userId="S::omt3255@ads.northwestern.edu::3c157b3a-e72e-433b-bed5-e3ff3c40f3ed" providerId="AD" clId="Web-{BEA35F65-FA1D-C4BE-7EEA-944D2D28E948}" dt="2025-07-09T14:15:13.344" v="639" actId="20577"/>
          <ac:spMkLst>
            <pc:docMk/>
            <pc:sldMk cId="803116407" sldId="263"/>
            <ac:spMk id="2" creationId="{36F21790-E13D-9162-D9A3-311F9B348890}"/>
          </ac:spMkLst>
        </pc:spChg>
        <pc:spChg chg="mod">
          <ac:chgData name="Kaytlin Faith Harrison" userId="S::omt3255@ads.northwestern.edu::3c157b3a-e72e-433b-bed5-e3ff3c40f3ed" providerId="AD" clId="Web-{BEA35F65-FA1D-C4BE-7EEA-944D2D28E948}" dt="2025-07-09T14:19:09.509" v="693" actId="1076"/>
          <ac:spMkLst>
            <pc:docMk/>
            <pc:sldMk cId="803116407" sldId="263"/>
            <ac:spMk id="12" creationId="{E22F53FD-7EE3-12BF-BC05-36460DAE1591}"/>
          </ac:spMkLst>
        </pc:spChg>
        <pc:graphicFrameChg chg="modGraphic">
          <ac:chgData name="Kaytlin Faith Harrison" userId="S::omt3255@ads.northwestern.edu::3c157b3a-e72e-433b-bed5-e3ff3c40f3ed" providerId="AD" clId="Web-{BEA35F65-FA1D-C4BE-7EEA-944D2D28E948}" dt="2025-07-09T14:18:23.663" v="682" actId="20577"/>
          <ac:graphicFrameMkLst>
            <pc:docMk/>
            <pc:sldMk cId="803116407" sldId="263"/>
            <ac:graphicFrameMk id="6" creationId="{9BBB900C-C349-4F28-1E0E-D06AF80D686B}"/>
          </ac:graphicFrameMkLst>
        </pc:graphicFrameChg>
      </pc:sldChg>
      <pc:sldChg chg="addSp delSp modSp mod ord modShow">
        <pc:chgData name="Kaytlin Faith Harrison" userId="S::omt3255@ads.northwestern.edu::3c157b3a-e72e-433b-bed5-e3ff3c40f3ed" providerId="AD" clId="Web-{BEA35F65-FA1D-C4BE-7EEA-944D2D28E948}" dt="2025-07-09T14:00:46.127" v="512"/>
        <pc:sldMkLst>
          <pc:docMk/>
          <pc:sldMk cId="2931065779" sldId="264"/>
        </pc:sldMkLst>
        <pc:spChg chg="add del">
          <ac:chgData name="Kaytlin Faith Harrison" userId="S::omt3255@ads.northwestern.edu::3c157b3a-e72e-433b-bed5-e3ff3c40f3ed" providerId="AD" clId="Web-{BEA35F65-FA1D-C4BE-7EEA-944D2D28E948}" dt="2025-07-09T13:52:10.468" v="174"/>
          <ac:spMkLst>
            <pc:docMk/>
            <pc:sldMk cId="2931065779" sldId="264"/>
            <ac:spMk id="10" creationId="{42A4FC2C-047E-45A5-965D-8E1E3BF09BC6}"/>
          </ac:spMkLst>
        </pc:spChg>
        <pc:spChg chg="add del">
          <ac:chgData name="Kaytlin Faith Harrison" userId="S::omt3255@ads.northwestern.edu::3c157b3a-e72e-433b-bed5-e3ff3c40f3ed" providerId="AD" clId="Web-{BEA35F65-FA1D-C4BE-7EEA-944D2D28E948}" dt="2025-07-09T13:52:10.468" v="174"/>
          <ac:spMkLst>
            <pc:docMk/>
            <pc:sldMk cId="2931065779" sldId="264"/>
            <ac:spMk id="15" creationId="{6EE0B6E2-7CE8-4D86-87FC-4B58A7D8E759}"/>
          </ac:spMkLst>
        </pc:spChg>
        <pc:picChg chg="mod">
          <ac:chgData name="Kaytlin Faith Harrison" userId="S::omt3255@ads.northwestern.edu::3c157b3a-e72e-433b-bed5-e3ff3c40f3ed" providerId="AD" clId="Web-{BEA35F65-FA1D-C4BE-7EEA-944D2D28E948}" dt="2025-07-09T13:52:10.468" v="174"/>
          <ac:picMkLst>
            <pc:docMk/>
            <pc:sldMk cId="2931065779" sldId="264"/>
            <ac:picMk id="2" creationId="{A7BF41C7-887F-390C-B5E9-260341C11C70}"/>
          </ac:picMkLst>
        </pc:picChg>
        <pc:picChg chg="add del mod">
          <ac:chgData name="Kaytlin Faith Harrison" userId="S::omt3255@ads.northwestern.edu::3c157b3a-e72e-433b-bed5-e3ff3c40f3ed" providerId="AD" clId="Web-{BEA35F65-FA1D-C4BE-7EEA-944D2D28E948}" dt="2025-07-09T13:56:23.727" v="176"/>
          <ac:picMkLst>
            <pc:docMk/>
            <pc:sldMk cId="2931065779" sldId="264"/>
            <ac:picMk id="3" creationId="{0A1F156D-808E-3EC5-A7E1-F5B520E908F0}"/>
          </ac:picMkLst>
        </pc:picChg>
      </pc:sldChg>
      <pc:sldChg chg="delSp modSp new mod modClrScheme chgLayout">
        <pc:chgData name="Kaytlin Faith Harrison" userId="S::omt3255@ads.northwestern.edu::3c157b3a-e72e-433b-bed5-e3ff3c40f3ed" providerId="AD" clId="Web-{BEA35F65-FA1D-C4BE-7EEA-944D2D28E948}" dt="2025-07-09T14:04:55.792" v="528" actId="20577"/>
        <pc:sldMkLst>
          <pc:docMk/>
          <pc:sldMk cId="400469279" sldId="265"/>
        </pc:sldMkLst>
        <pc:spChg chg="mod ord">
          <ac:chgData name="Kaytlin Faith Harrison" userId="S::omt3255@ads.northwestern.edu::3c157b3a-e72e-433b-bed5-e3ff3c40f3ed" providerId="AD" clId="Web-{BEA35F65-FA1D-C4BE-7EEA-944D2D28E948}" dt="2025-07-09T14:04:55.792" v="528" actId="20577"/>
          <ac:spMkLst>
            <pc:docMk/>
            <pc:sldMk cId="400469279" sldId="265"/>
            <ac:spMk id="2" creationId="{DC76BCD3-00B2-8699-C5B3-F72066A8E340}"/>
          </ac:spMkLst>
        </pc:spChg>
        <pc:spChg chg="del">
          <ac:chgData name="Kaytlin Faith Harrison" userId="S::omt3255@ads.northwestern.edu::3c157b3a-e72e-433b-bed5-e3ff3c40f3ed" providerId="AD" clId="Web-{BEA35F65-FA1D-C4BE-7EEA-944D2D28E948}" dt="2025-07-09T13:50:37.027" v="158"/>
          <ac:spMkLst>
            <pc:docMk/>
            <pc:sldMk cId="400469279" sldId="265"/>
            <ac:spMk id="3" creationId="{794258E9-55A4-74F6-3412-DA534D02E1FC}"/>
          </ac:spMkLst>
        </pc:spChg>
        <pc:spChg chg="del">
          <ac:chgData name="Kaytlin Faith Harrison" userId="S::omt3255@ads.northwestern.edu::3c157b3a-e72e-433b-bed5-e3ff3c40f3ed" providerId="AD" clId="Web-{BEA35F65-FA1D-C4BE-7EEA-944D2D28E948}" dt="2025-07-09T13:50:37.027" v="158"/>
          <ac:spMkLst>
            <pc:docMk/>
            <pc:sldMk cId="400469279" sldId="265"/>
            <ac:spMk id="4" creationId="{CE4DC09B-00BE-F2F7-B729-33208D833BF1}"/>
          </ac:spMkLst>
        </pc:spChg>
      </pc:sldChg>
      <pc:sldChg chg="delSp modSp new del mod modClrScheme chgLayout">
        <pc:chgData name="Kaytlin Faith Harrison" userId="S::omt3255@ads.northwestern.edu::3c157b3a-e72e-433b-bed5-e3ff3c40f3ed" providerId="AD" clId="Web-{BEA35F65-FA1D-C4BE-7EEA-944D2D28E948}" dt="2025-07-09T14:00:50.971" v="513"/>
        <pc:sldMkLst>
          <pc:docMk/>
          <pc:sldMk cId="3831310444" sldId="266"/>
        </pc:sldMkLst>
        <pc:spChg chg="mod ord">
          <ac:chgData name="Kaytlin Faith Harrison" userId="S::omt3255@ads.northwestern.edu::3c157b3a-e72e-433b-bed5-e3ff3c40f3ed" providerId="AD" clId="Web-{BEA35F65-FA1D-C4BE-7EEA-944D2D28E948}" dt="2025-07-09T13:56:34.102" v="178"/>
          <ac:spMkLst>
            <pc:docMk/>
            <pc:sldMk cId="3831310444" sldId="266"/>
            <ac:spMk id="2" creationId="{A443E0B7-FA75-7AC4-828C-3C52BE7C2D98}"/>
          </ac:spMkLst>
        </pc:spChg>
        <pc:spChg chg="del">
          <ac:chgData name="Kaytlin Faith Harrison" userId="S::omt3255@ads.northwestern.edu::3c157b3a-e72e-433b-bed5-e3ff3c40f3ed" providerId="AD" clId="Web-{BEA35F65-FA1D-C4BE-7EEA-944D2D28E948}" dt="2025-07-09T13:56:34.102" v="178"/>
          <ac:spMkLst>
            <pc:docMk/>
            <pc:sldMk cId="3831310444" sldId="266"/>
            <ac:spMk id="3" creationId="{809EE44A-A62D-7BE1-AC6D-3C14C4FBC0C0}"/>
          </ac:spMkLst>
        </pc:spChg>
        <pc:spChg chg="del">
          <ac:chgData name="Kaytlin Faith Harrison" userId="S::omt3255@ads.northwestern.edu::3c157b3a-e72e-433b-bed5-e3ff3c40f3ed" providerId="AD" clId="Web-{BEA35F65-FA1D-C4BE-7EEA-944D2D28E948}" dt="2025-07-09T13:56:34.102" v="178"/>
          <ac:spMkLst>
            <pc:docMk/>
            <pc:sldMk cId="3831310444" sldId="266"/>
            <ac:spMk id="4" creationId="{E6F1B926-9C62-304C-6BD2-17964CB08070}"/>
          </ac:spMkLst>
        </pc:spChg>
      </pc:sldChg>
      <pc:sldChg chg="add mod ord modShow">
        <pc:chgData name="Kaytlin Faith Harrison" userId="S::omt3255@ads.northwestern.edu::3c157b3a-e72e-433b-bed5-e3ff3c40f3ed" providerId="AD" clId="Web-{BEA35F65-FA1D-C4BE-7EEA-944D2D28E948}" dt="2025-07-09T14:00:32.626" v="511"/>
        <pc:sldMkLst>
          <pc:docMk/>
          <pc:sldMk cId="2161717595" sldId="2147482204"/>
        </pc:sldMkLst>
      </pc:sldChg>
      <pc:sldChg chg="add del">
        <pc:chgData name="Kaytlin Faith Harrison" userId="S::omt3255@ads.northwestern.edu::3c157b3a-e72e-433b-bed5-e3ff3c40f3ed" providerId="AD" clId="Web-{BEA35F65-FA1D-C4BE-7EEA-944D2D28E948}" dt="2025-07-09T13:57:34.682" v="182"/>
        <pc:sldMkLst>
          <pc:docMk/>
          <pc:sldMk cId="352303616" sldId="2147482205"/>
        </pc:sldMkLst>
      </pc:sldChg>
      <pc:sldChg chg="addSp delSp modSp add">
        <pc:chgData name="Kaytlin Faith Harrison" userId="S::omt3255@ads.northwestern.edu::3c157b3a-e72e-433b-bed5-e3ff3c40f3ed" providerId="AD" clId="Web-{BEA35F65-FA1D-C4BE-7EEA-944D2D28E948}" dt="2025-07-09T14:13:01.027" v="579"/>
        <pc:sldMkLst>
          <pc:docMk/>
          <pc:sldMk cId="2098371493" sldId="2147482205"/>
        </pc:sldMkLst>
        <pc:spChg chg="mod">
          <ac:chgData name="Kaytlin Faith Harrison" userId="S::omt3255@ads.northwestern.edu::3c157b3a-e72e-433b-bed5-e3ff3c40f3ed" providerId="AD" clId="Web-{BEA35F65-FA1D-C4BE-7EEA-944D2D28E948}" dt="2025-07-09T13:59:51.765" v="499"/>
          <ac:spMkLst>
            <pc:docMk/>
            <pc:sldMk cId="2098371493" sldId="2147482205"/>
            <ac:spMk id="5" creationId="{EE8FCE02-0399-7D39-4576-02619CE30EAC}"/>
          </ac:spMkLst>
        </pc:spChg>
        <pc:spChg chg="mod">
          <ac:chgData name="Kaytlin Faith Harrison" userId="S::omt3255@ads.northwestern.edu::3c157b3a-e72e-433b-bed5-e3ff3c40f3ed" providerId="AD" clId="Web-{BEA35F65-FA1D-C4BE-7EEA-944D2D28E948}" dt="2025-07-09T13:59:51.781" v="507"/>
          <ac:spMkLst>
            <pc:docMk/>
            <pc:sldMk cId="2098371493" sldId="2147482205"/>
            <ac:spMk id="6" creationId="{46BE585B-DF8A-BC1C-2B75-1A2AD717EB69}"/>
          </ac:spMkLst>
        </pc:spChg>
        <pc:spChg chg="mod">
          <ac:chgData name="Kaytlin Faith Harrison" userId="S::omt3255@ads.northwestern.edu::3c157b3a-e72e-433b-bed5-e3ff3c40f3ed" providerId="AD" clId="Web-{BEA35F65-FA1D-C4BE-7EEA-944D2D28E948}" dt="2025-07-09T13:59:51.781" v="506"/>
          <ac:spMkLst>
            <pc:docMk/>
            <pc:sldMk cId="2098371493" sldId="2147482205"/>
            <ac:spMk id="7" creationId="{2293F458-B428-B470-1280-22DA3E393281}"/>
          </ac:spMkLst>
        </pc:spChg>
        <pc:spChg chg="mod">
          <ac:chgData name="Kaytlin Faith Harrison" userId="S::omt3255@ads.northwestern.edu::3c157b3a-e72e-433b-bed5-e3ff3c40f3ed" providerId="AD" clId="Web-{BEA35F65-FA1D-C4BE-7EEA-944D2D28E948}" dt="2025-07-09T13:59:51.781" v="505"/>
          <ac:spMkLst>
            <pc:docMk/>
            <pc:sldMk cId="2098371493" sldId="2147482205"/>
            <ac:spMk id="8" creationId="{00C05666-449A-8A17-3A13-283F143BEECE}"/>
          </ac:spMkLst>
        </pc:spChg>
        <pc:spChg chg="mod">
          <ac:chgData name="Kaytlin Faith Harrison" userId="S::omt3255@ads.northwestern.edu::3c157b3a-e72e-433b-bed5-e3ff3c40f3ed" providerId="AD" clId="Web-{BEA35F65-FA1D-C4BE-7EEA-944D2D28E948}" dt="2025-07-09T13:59:51.781" v="504"/>
          <ac:spMkLst>
            <pc:docMk/>
            <pc:sldMk cId="2098371493" sldId="2147482205"/>
            <ac:spMk id="9" creationId="{228E76BE-EB8C-D219-B7A7-F358F3C2BBA4}"/>
          </ac:spMkLst>
        </pc:spChg>
        <pc:spChg chg="mod">
          <ac:chgData name="Kaytlin Faith Harrison" userId="S::omt3255@ads.northwestern.edu::3c157b3a-e72e-433b-bed5-e3ff3c40f3ed" providerId="AD" clId="Web-{BEA35F65-FA1D-C4BE-7EEA-944D2D28E948}" dt="2025-07-09T13:59:51.765" v="503"/>
          <ac:spMkLst>
            <pc:docMk/>
            <pc:sldMk cId="2098371493" sldId="2147482205"/>
            <ac:spMk id="10" creationId="{FFEC6E9F-1443-5630-CE5E-3FB1C714C6B6}"/>
          </ac:spMkLst>
        </pc:spChg>
        <pc:spChg chg="mod">
          <ac:chgData name="Kaytlin Faith Harrison" userId="S::omt3255@ads.northwestern.edu::3c157b3a-e72e-433b-bed5-e3ff3c40f3ed" providerId="AD" clId="Web-{BEA35F65-FA1D-C4BE-7EEA-944D2D28E948}" dt="2025-07-09T13:59:47.078" v="487"/>
          <ac:spMkLst>
            <pc:docMk/>
            <pc:sldMk cId="2098371493" sldId="2147482205"/>
            <ac:spMk id="11" creationId="{DE679778-01AF-26A2-A9CE-738B85174B4B}"/>
          </ac:spMkLst>
        </pc:spChg>
        <pc:spChg chg="mod">
          <ac:chgData name="Kaytlin Faith Harrison" userId="S::omt3255@ads.northwestern.edu::3c157b3a-e72e-433b-bed5-e3ff3c40f3ed" providerId="AD" clId="Web-{BEA35F65-FA1D-C4BE-7EEA-944D2D28E948}" dt="2025-07-09T13:59:51.765" v="502"/>
          <ac:spMkLst>
            <pc:docMk/>
            <pc:sldMk cId="2098371493" sldId="2147482205"/>
            <ac:spMk id="14" creationId="{D2406F27-6864-5F1D-3A77-6002B5C67584}"/>
          </ac:spMkLst>
        </pc:spChg>
        <pc:spChg chg="mod">
          <ac:chgData name="Kaytlin Faith Harrison" userId="S::omt3255@ads.northwestern.edu::3c157b3a-e72e-433b-bed5-e3ff3c40f3ed" providerId="AD" clId="Web-{BEA35F65-FA1D-C4BE-7EEA-944D2D28E948}" dt="2025-07-09T13:59:51.765" v="501"/>
          <ac:spMkLst>
            <pc:docMk/>
            <pc:sldMk cId="2098371493" sldId="2147482205"/>
            <ac:spMk id="15" creationId="{47FB206D-749F-7375-1364-EE1682E1006B}"/>
          </ac:spMkLst>
        </pc:spChg>
        <pc:spChg chg="mod">
          <ac:chgData name="Kaytlin Faith Harrison" userId="S::omt3255@ads.northwestern.edu::3c157b3a-e72e-433b-bed5-e3ff3c40f3ed" providerId="AD" clId="Web-{BEA35F65-FA1D-C4BE-7EEA-944D2D28E948}" dt="2025-07-09T13:59:51.765" v="500"/>
          <ac:spMkLst>
            <pc:docMk/>
            <pc:sldMk cId="2098371493" sldId="2147482205"/>
            <ac:spMk id="16" creationId="{1019AA86-1F90-0C85-1C87-7B49B41AC671}"/>
          </ac:spMkLst>
        </pc:spChg>
        <pc:spChg chg="mod">
          <ac:chgData name="Kaytlin Faith Harrison" userId="S::omt3255@ads.northwestern.edu::3c157b3a-e72e-433b-bed5-e3ff3c40f3ed" providerId="AD" clId="Web-{BEA35F65-FA1D-C4BE-7EEA-944D2D28E948}" dt="2025-07-09T13:59:51.765" v="498"/>
          <ac:spMkLst>
            <pc:docMk/>
            <pc:sldMk cId="2098371493" sldId="2147482205"/>
            <ac:spMk id="28" creationId="{6EC4529E-48D1-76A8-BD24-132DDE685342}"/>
          </ac:spMkLst>
        </pc:spChg>
        <pc:spChg chg="mod">
          <ac:chgData name="Kaytlin Faith Harrison" userId="S::omt3255@ads.northwestern.edu::3c157b3a-e72e-433b-bed5-e3ff3c40f3ed" providerId="AD" clId="Web-{BEA35F65-FA1D-C4BE-7EEA-944D2D28E948}" dt="2025-07-09T13:59:51.765" v="497"/>
          <ac:spMkLst>
            <pc:docMk/>
            <pc:sldMk cId="2098371493" sldId="2147482205"/>
            <ac:spMk id="29" creationId="{13479BF9-8562-12C5-8D89-27E1195845FB}"/>
          </ac:spMkLst>
        </pc:spChg>
        <pc:spChg chg="mod">
          <ac:chgData name="Kaytlin Faith Harrison" userId="S::omt3255@ads.northwestern.edu::3c157b3a-e72e-433b-bed5-e3ff3c40f3ed" providerId="AD" clId="Web-{BEA35F65-FA1D-C4BE-7EEA-944D2D28E948}" dt="2025-07-09T13:59:51.765" v="496"/>
          <ac:spMkLst>
            <pc:docMk/>
            <pc:sldMk cId="2098371493" sldId="2147482205"/>
            <ac:spMk id="30" creationId="{55D45980-524D-04B3-9683-E17EC0EE41E2}"/>
          </ac:spMkLst>
        </pc:spChg>
        <pc:spChg chg="mod">
          <ac:chgData name="Kaytlin Faith Harrison" userId="S::omt3255@ads.northwestern.edu::3c157b3a-e72e-433b-bed5-e3ff3c40f3ed" providerId="AD" clId="Web-{BEA35F65-FA1D-C4BE-7EEA-944D2D28E948}" dt="2025-07-09T13:59:51.765" v="495"/>
          <ac:spMkLst>
            <pc:docMk/>
            <pc:sldMk cId="2098371493" sldId="2147482205"/>
            <ac:spMk id="31" creationId="{56CBA475-6088-4323-BA65-421D89DD9EE5}"/>
          </ac:spMkLst>
        </pc:spChg>
        <pc:spChg chg="mod">
          <ac:chgData name="Kaytlin Faith Harrison" userId="S::omt3255@ads.northwestern.edu::3c157b3a-e72e-433b-bed5-e3ff3c40f3ed" providerId="AD" clId="Web-{BEA35F65-FA1D-C4BE-7EEA-944D2D28E948}" dt="2025-07-09T13:58:22.122" v="394"/>
          <ac:spMkLst>
            <pc:docMk/>
            <pc:sldMk cId="2098371493" sldId="2147482205"/>
            <ac:spMk id="32" creationId="{09A38C59-93B7-C87D-347D-2276D01C09A4}"/>
          </ac:spMkLst>
        </pc:spChg>
        <pc:spChg chg="mod">
          <ac:chgData name="Kaytlin Faith Harrison" userId="S::omt3255@ads.northwestern.edu::3c157b3a-e72e-433b-bed5-e3ff3c40f3ed" providerId="AD" clId="Web-{BEA35F65-FA1D-C4BE-7EEA-944D2D28E948}" dt="2025-07-09T13:58:24.294" v="419" actId="14100"/>
          <ac:spMkLst>
            <pc:docMk/>
            <pc:sldMk cId="2098371493" sldId="2147482205"/>
            <ac:spMk id="33" creationId="{98F784CB-23E3-E391-A74B-0F31385B0104}"/>
          </ac:spMkLst>
        </pc:spChg>
        <pc:spChg chg="mod">
          <ac:chgData name="Kaytlin Faith Harrison" userId="S::omt3255@ads.northwestern.edu::3c157b3a-e72e-433b-bed5-e3ff3c40f3ed" providerId="AD" clId="Web-{BEA35F65-FA1D-C4BE-7EEA-944D2D28E948}" dt="2025-07-09T13:58:22.122" v="392"/>
          <ac:spMkLst>
            <pc:docMk/>
            <pc:sldMk cId="2098371493" sldId="2147482205"/>
            <ac:spMk id="34" creationId="{2D971E3C-348E-8374-5143-A62EE43D038C}"/>
          </ac:spMkLst>
        </pc:spChg>
        <pc:spChg chg="mod">
          <ac:chgData name="Kaytlin Faith Harrison" userId="S::omt3255@ads.northwestern.edu::3c157b3a-e72e-433b-bed5-e3ff3c40f3ed" providerId="AD" clId="Web-{BEA35F65-FA1D-C4BE-7EEA-944D2D28E948}" dt="2025-07-09T13:58:22.122" v="391"/>
          <ac:spMkLst>
            <pc:docMk/>
            <pc:sldMk cId="2098371493" sldId="2147482205"/>
            <ac:spMk id="35" creationId="{20054EF5-6080-3BED-EE03-B10476EB20AA}"/>
          </ac:spMkLst>
        </pc:spChg>
        <pc:spChg chg="mod">
          <ac:chgData name="Kaytlin Faith Harrison" userId="S::omt3255@ads.northwestern.edu::3c157b3a-e72e-433b-bed5-e3ff3c40f3ed" providerId="AD" clId="Web-{BEA35F65-FA1D-C4BE-7EEA-944D2D28E948}" dt="2025-07-09T13:58:22.122" v="390"/>
          <ac:spMkLst>
            <pc:docMk/>
            <pc:sldMk cId="2098371493" sldId="2147482205"/>
            <ac:spMk id="36" creationId="{D014A2B0-B5A9-B6D5-4A3D-040DAACA84F9}"/>
          </ac:spMkLst>
        </pc:spChg>
        <pc:spChg chg="mod">
          <ac:chgData name="Kaytlin Faith Harrison" userId="S::omt3255@ads.northwestern.edu::3c157b3a-e72e-433b-bed5-e3ff3c40f3ed" providerId="AD" clId="Web-{BEA35F65-FA1D-C4BE-7EEA-944D2D28E948}" dt="2025-07-09T13:58:22.122" v="389"/>
          <ac:spMkLst>
            <pc:docMk/>
            <pc:sldMk cId="2098371493" sldId="2147482205"/>
            <ac:spMk id="37" creationId="{67639AF2-EBBE-0D10-2573-8BD76E46E4DB}"/>
          </ac:spMkLst>
        </pc:spChg>
        <pc:spChg chg="mod">
          <ac:chgData name="Kaytlin Faith Harrison" userId="S::omt3255@ads.northwestern.edu::3c157b3a-e72e-433b-bed5-e3ff3c40f3ed" providerId="AD" clId="Web-{BEA35F65-FA1D-C4BE-7EEA-944D2D28E948}" dt="2025-07-09T13:58:22.122" v="388"/>
          <ac:spMkLst>
            <pc:docMk/>
            <pc:sldMk cId="2098371493" sldId="2147482205"/>
            <ac:spMk id="38" creationId="{C9CB02AF-6674-2001-940A-D4D3A9FFC6D2}"/>
          </ac:spMkLst>
        </pc:spChg>
        <pc:spChg chg="mod">
          <ac:chgData name="Kaytlin Faith Harrison" userId="S::omt3255@ads.northwestern.edu::3c157b3a-e72e-433b-bed5-e3ff3c40f3ed" providerId="AD" clId="Web-{BEA35F65-FA1D-C4BE-7EEA-944D2D28E948}" dt="2025-07-09T13:58:22.122" v="387"/>
          <ac:spMkLst>
            <pc:docMk/>
            <pc:sldMk cId="2098371493" sldId="2147482205"/>
            <ac:spMk id="39" creationId="{7A1487DB-82BA-AF2D-3505-01E130BCFE84}"/>
          </ac:spMkLst>
        </pc:spChg>
        <pc:spChg chg="mod">
          <ac:chgData name="Kaytlin Faith Harrison" userId="S::omt3255@ads.northwestern.edu::3c157b3a-e72e-433b-bed5-e3ff3c40f3ed" providerId="AD" clId="Web-{BEA35F65-FA1D-C4BE-7EEA-944D2D28E948}" dt="2025-07-09T13:58:22.122" v="386"/>
          <ac:spMkLst>
            <pc:docMk/>
            <pc:sldMk cId="2098371493" sldId="2147482205"/>
            <ac:spMk id="40" creationId="{906D74BA-5D46-2AE7-2527-BC2680C83D75}"/>
          </ac:spMkLst>
        </pc:spChg>
        <pc:spChg chg="mod">
          <ac:chgData name="Kaytlin Faith Harrison" userId="S::omt3255@ads.northwestern.edu::3c157b3a-e72e-433b-bed5-e3ff3c40f3ed" providerId="AD" clId="Web-{BEA35F65-FA1D-C4BE-7EEA-944D2D28E948}" dt="2025-07-09T13:58:22.122" v="385"/>
          <ac:spMkLst>
            <pc:docMk/>
            <pc:sldMk cId="2098371493" sldId="2147482205"/>
            <ac:spMk id="41" creationId="{9FA9173A-80EE-75BE-084F-3543910FCDA2}"/>
          </ac:spMkLst>
        </pc:spChg>
        <pc:spChg chg="mod">
          <ac:chgData name="Kaytlin Faith Harrison" userId="S::omt3255@ads.northwestern.edu::3c157b3a-e72e-433b-bed5-e3ff3c40f3ed" providerId="AD" clId="Web-{BEA35F65-FA1D-C4BE-7EEA-944D2D28E948}" dt="2025-07-09T13:58:22.122" v="384"/>
          <ac:spMkLst>
            <pc:docMk/>
            <pc:sldMk cId="2098371493" sldId="2147482205"/>
            <ac:spMk id="57" creationId="{9C35B362-26DD-D780-48AE-6609659ADC9F}"/>
          </ac:spMkLst>
        </pc:spChg>
        <pc:spChg chg="mod">
          <ac:chgData name="Kaytlin Faith Harrison" userId="S::omt3255@ads.northwestern.edu::3c157b3a-e72e-433b-bed5-e3ff3c40f3ed" providerId="AD" clId="Web-{BEA35F65-FA1D-C4BE-7EEA-944D2D28E948}" dt="2025-07-09T13:58:22.106" v="383"/>
          <ac:spMkLst>
            <pc:docMk/>
            <pc:sldMk cId="2098371493" sldId="2147482205"/>
            <ac:spMk id="64" creationId="{25BC2E27-1EB7-3A4C-73AB-BEAA01D44231}"/>
          </ac:spMkLst>
        </pc:spChg>
        <pc:spChg chg="mod">
          <ac:chgData name="Kaytlin Faith Harrison" userId="S::omt3255@ads.northwestern.edu::3c157b3a-e72e-433b-bed5-e3ff3c40f3ed" providerId="AD" clId="Web-{BEA35F65-FA1D-C4BE-7EEA-944D2D28E948}" dt="2025-07-09T13:58:22.106" v="382"/>
          <ac:spMkLst>
            <pc:docMk/>
            <pc:sldMk cId="2098371493" sldId="2147482205"/>
            <ac:spMk id="66" creationId="{37BA3BB0-48DA-F25D-C09D-0D18FD45D8B4}"/>
          </ac:spMkLst>
        </pc:spChg>
        <pc:spChg chg="mod">
          <ac:chgData name="Kaytlin Faith Harrison" userId="S::omt3255@ads.northwestern.edu::3c157b3a-e72e-433b-bed5-e3ff3c40f3ed" providerId="AD" clId="Web-{BEA35F65-FA1D-C4BE-7EEA-944D2D28E948}" dt="2025-07-09T13:59:51.765" v="494"/>
          <ac:spMkLst>
            <pc:docMk/>
            <pc:sldMk cId="2098371493" sldId="2147482205"/>
            <ac:spMk id="71" creationId="{72EF52BB-F78B-EEF0-203F-50A950254828}"/>
          </ac:spMkLst>
        </pc:spChg>
        <pc:spChg chg="mod">
          <ac:chgData name="Kaytlin Faith Harrison" userId="S::omt3255@ads.northwestern.edu::3c157b3a-e72e-433b-bed5-e3ff3c40f3ed" providerId="AD" clId="Web-{BEA35F65-FA1D-C4BE-7EEA-944D2D28E948}" dt="2025-07-09T13:59:51.765" v="493"/>
          <ac:spMkLst>
            <pc:docMk/>
            <pc:sldMk cId="2098371493" sldId="2147482205"/>
            <ac:spMk id="72" creationId="{83B58974-17CF-1C7D-F70D-93A0A0525DAC}"/>
          </ac:spMkLst>
        </pc:spChg>
        <pc:grpChg chg="mod">
          <ac:chgData name="Kaytlin Faith Harrison" userId="S::omt3255@ads.northwestern.edu::3c157b3a-e72e-433b-bed5-e3ff3c40f3ed" providerId="AD" clId="Web-{BEA35F65-FA1D-C4BE-7EEA-944D2D28E948}" dt="2025-07-09T14:00:05.547" v="509" actId="1076"/>
          <ac:grpSpMkLst>
            <pc:docMk/>
            <pc:sldMk cId="2098371493" sldId="2147482205"/>
            <ac:grpSpMk id="27" creationId="{D8E5E6B0-E88D-C7D1-48FA-814CCABAA072}"/>
          </ac:grpSpMkLst>
        </pc:grpChg>
        <pc:picChg chg="add del mod">
          <ac:chgData name="Kaytlin Faith Harrison" userId="S::omt3255@ads.northwestern.edu::3c157b3a-e72e-433b-bed5-e3ff3c40f3ed" providerId="AD" clId="Web-{BEA35F65-FA1D-C4BE-7EEA-944D2D28E948}" dt="2025-07-09T14:13:01.027" v="579"/>
          <ac:picMkLst>
            <pc:docMk/>
            <pc:sldMk cId="2098371493" sldId="2147482205"/>
            <ac:picMk id="2" creationId="{78493C42-AFE3-A033-84A3-E121DE635674}"/>
          </ac:picMkLst>
        </pc:picChg>
        <pc:picChg chg="add del mod">
          <ac:chgData name="Kaytlin Faith Harrison" userId="S::omt3255@ads.northwestern.edu::3c157b3a-e72e-433b-bed5-e3ff3c40f3ed" providerId="AD" clId="Web-{BEA35F65-FA1D-C4BE-7EEA-944D2D28E948}" dt="2025-07-09T14:12:59.590" v="578"/>
          <ac:picMkLst>
            <pc:docMk/>
            <pc:sldMk cId="2098371493" sldId="2147482205"/>
            <ac:picMk id="3" creationId="{16638681-A7D4-5F07-1313-5636300A4B91}"/>
          </ac:picMkLst>
        </pc:picChg>
        <pc:cxnChg chg="mod">
          <ac:chgData name="Kaytlin Faith Harrison" userId="S::omt3255@ads.northwestern.edu::3c157b3a-e72e-433b-bed5-e3ff3c40f3ed" providerId="AD" clId="Web-{BEA35F65-FA1D-C4BE-7EEA-944D2D28E948}" dt="2025-07-09T13:58:22.122" v="412"/>
          <ac:cxnSpMkLst>
            <pc:docMk/>
            <pc:sldMk cId="2098371493" sldId="2147482205"/>
            <ac:cxnSpMk id="17" creationId="{A26DC6A4-EFC9-49EA-D5BC-9D5ADAFFA6F2}"/>
          </ac:cxnSpMkLst>
        </pc:cxnChg>
        <pc:cxnChg chg="mod">
          <ac:chgData name="Kaytlin Faith Harrison" userId="S::omt3255@ads.northwestern.edu::3c157b3a-e72e-433b-bed5-e3ff3c40f3ed" providerId="AD" clId="Web-{BEA35F65-FA1D-C4BE-7EEA-944D2D28E948}" dt="2025-07-09T13:58:22.122" v="411"/>
          <ac:cxnSpMkLst>
            <pc:docMk/>
            <pc:sldMk cId="2098371493" sldId="2147482205"/>
            <ac:cxnSpMk id="18" creationId="{B791B144-2CC9-C5B5-D3D6-985A2E638EA3}"/>
          </ac:cxnSpMkLst>
        </pc:cxnChg>
        <pc:cxnChg chg="mod">
          <ac:chgData name="Kaytlin Faith Harrison" userId="S::omt3255@ads.northwestern.edu::3c157b3a-e72e-433b-bed5-e3ff3c40f3ed" providerId="AD" clId="Web-{BEA35F65-FA1D-C4BE-7EEA-944D2D28E948}" dt="2025-07-09T13:58:22.122" v="410"/>
          <ac:cxnSpMkLst>
            <pc:docMk/>
            <pc:sldMk cId="2098371493" sldId="2147482205"/>
            <ac:cxnSpMk id="19" creationId="{CF26C91E-24A0-1186-971E-580D2457F2BF}"/>
          </ac:cxnSpMkLst>
        </pc:cxnChg>
        <pc:cxnChg chg="mod">
          <ac:chgData name="Kaytlin Faith Harrison" userId="S::omt3255@ads.northwestern.edu::3c157b3a-e72e-433b-bed5-e3ff3c40f3ed" providerId="AD" clId="Web-{BEA35F65-FA1D-C4BE-7EEA-944D2D28E948}" dt="2025-07-09T13:58:22.122" v="409"/>
          <ac:cxnSpMkLst>
            <pc:docMk/>
            <pc:sldMk cId="2098371493" sldId="2147482205"/>
            <ac:cxnSpMk id="20" creationId="{226572DC-1B8E-FC6D-03B6-B4E4261C9655}"/>
          </ac:cxnSpMkLst>
        </pc:cxnChg>
        <pc:cxnChg chg="mod">
          <ac:chgData name="Kaytlin Faith Harrison" userId="S::omt3255@ads.northwestern.edu::3c157b3a-e72e-433b-bed5-e3ff3c40f3ed" providerId="AD" clId="Web-{BEA35F65-FA1D-C4BE-7EEA-944D2D28E948}" dt="2025-07-09T13:58:22.122" v="408"/>
          <ac:cxnSpMkLst>
            <pc:docMk/>
            <pc:sldMk cId="2098371493" sldId="2147482205"/>
            <ac:cxnSpMk id="21" creationId="{D29E9ACF-5157-DD6D-B85A-2580C4B45919}"/>
          </ac:cxnSpMkLst>
        </pc:cxnChg>
        <pc:cxnChg chg="mod">
          <ac:chgData name="Kaytlin Faith Harrison" userId="S::omt3255@ads.northwestern.edu::3c157b3a-e72e-433b-bed5-e3ff3c40f3ed" providerId="AD" clId="Web-{BEA35F65-FA1D-C4BE-7EEA-944D2D28E948}" dt="2025-07-09T13:58:22.122" v="407"/>
          <ac:cxnSpMkLst>
            <pc:docMk/>
            <pc:sldMk cId="2098371493" sldId="2147482205"/>
            <ac:cxnSpMk id="22" creationId="{7273BE1A-905A-701D-8116-2D082C46B8CB}"/>
          </ac:cxnSpMkLst>
        </pc:cxnChg>
        <pc:cxnChg chg="mod">
          <ac:chgData name="Kaytlin Faith Harrison" userId="S::omt3255@ads.northwestern.edu::3c157b3a-e72e-433b-bed5-e3ff3c40f3ed" providerId="AD" clId="Web-{BEA35F65-FA1D-C4BE-7EEA-944D2D28E948}" dt="2025-07-09T13:58:22.122" v="406"/>
          <ac:cxnSpMkLst>
            <pc:docMk/>
            <pc:sldMk cId="2098371493" sldId="2147482205"/>
            <ac:cxnSpMk id="23" creationId="{262287A2-A970-E9AC-B5AF-50DEA5616176}"/>
          </ac:cxnSpMkLst>
        </pc:cxnChg>
        <pc:cxnChg chg="mod">
          <ac:chgData name="Kaytlin Faith Harrison" userId="S::omt3255@ads.northwestern.edu::3c157b3a-e72e-433b-bed5-e3ff3c40f3ed" providerId="AD" clId="Web-{BEA35F65-FA1D-C4BE-7EEA-944D2D28E948}" dt="2025-07-09T13:58:22.122" v="405"/>
          <ac:cxnSpMkLst>
            <pc:docMk/>
            <pc:sldMk cId="2098371493" sldId="2147482205"/>
            <ac:cxnSpMk id="24" creationId="{C036589D-7CB8-434A-9923-BD3716A49AD5}"/>
          </ac:cxnSpMkLst>
        </pc:cxnChg>
        <pc:cxnChg chg="mod">
          <ac:chgData name="Kaytlin Faith Harrison" userId="S::omt3255@ads.northwestern.edu::3c157b3a-e72e-433b-bed5-e3ff3c40f3ed" providerId="AD" clId="Web-{BEA35F65-FA1D-C4BE-7EEA-944D2D28E948}" dt="2025-07-09T13:58:22.122" v="404"/>
          <ac:cxnSpMkLst>
            <pc:docMk/>
            <pc:sldMk cId="2098371493" sldId="2147482205"/>
            <ac:cxnSpMk id="25" creationId="{EEB6E107-CC79-78B4-3959-D8B513A5DFF7}"/>
          </ac:cxnSpMkLst>
        </pc:cxnChg>
        <pc:cxnChg chg="mod">
          <ac:chgData name="Kaytlin Faith Harrison" userId="S::omt3255@ads.northwestern.edu::3c157b3a-e72e-433b-bed5-e3ff3c40f3ed" providerId="AD" clId="Web-{BEA35F65-FA1D-C4BE-7EEA-944D2D28E948}" dt="2025-07-09T13:58:22.122" v="403"/>
          <ac:cxnSpMkLst>
            <pc:docMk/>
            <pc:sldMk cId="2098371493" sldId="2147482205"/>
            <ac:cxnSpMk id="26" creationId="{4D2916EC-F787-34E0-5272-95198F16BD88}"/>
          </ac:cxnSpMkLst>
        </pc:cxnChg>
      </pc:sldChg>
      <pc:sldChg chg="addSp modSp new mod modClrScheme chgLayout">
        <pc:chgData name="Kaytlin Faith Harrison" userId="S::omt3255@ads.northwestern.edu::3c157b3a-e72e-433b-bed5-e3ff3c40f3ed" providerId="AD" clId="Web-{BEA35F65-FA1D-C4BE-7EEA-944D2D28E948}" dt="2025-07-09T14:08:02.173" v="554" actId="20577"/>
        <pc:sldMkLst>
          <pc:docMk/>
          <pc:sldMk cId="359142546" sldId="2147482206"/>
        </pc:sldMkLst>
        <pc:spChg chg="add mod">
          <ac:chgData name="Kaytlin Faith Harrison" userId="S::omt3255@ads.northwestern.edu::3c157b3a-e72e-433b-bed5-e3ff3c40f3ed" providerId="AD" clId="Web-{BEA35F65-FA1D-C4BE-7EEA-944D2D28E948}" dt="2025-07-09T14:08:02.173" v="554" actId="20577"/>
          <ac:spMkLst>
            <pc:docMk/>
            <pc:sldMk cId="359142546" sldId="2147482206"/>
            <ac:spMk id="2" creationId="{DD6EC280-A1BD-F45B-B413-7CAE555F39CC}"/>
          </ac:spMkLst>
        </pc:spChg>
        <pc:spChg chg="add mod">
          <ac:chgData name="Kaytlin Faith Harrison" userId="S::omt3255@ads.northwestern.edu::3c157b3a-e72e-433b-bed5-e3ff3c40f3ed" providerId="AD" clId="Web-{BEA35F65-FA1D-C4BE-7EEA-944D2D28E948}" dt="2025-07-09T14:05:48.262" v="532"/>
          <ac:spMkLst>
            <pc:docMk/>
            <pc:sldMk cId="359142546" sldId="2147482206"/>
            <ac:spMk id="3" creationId="{6E6A9728-D2EB-A063-D5D9-78C32B265DE3}"/>
          </ac:spMkLst>
        </pc:spChg>
        <pc:spChg chg="add mod">
          <ac:chgData name="Kaytlin Faith Harrison" userId="S::omt3255@ads.northwestern.edu::3c157b3a-e72e-433b-bed5-e3ff3c40f3ed" providerId="AD" clId="Web-{BEA35F65-FA1D-C4BE-7EEA-944D2D28E948}" dt="2025-07-09T14:05:48.262" v="532"/>
          <ac:spMkLst>
            <pc:docMk/>
            <pc:sldMk cId="359142546" sldId="2147482206"/>
            <ac:spMk id="4" creationId="{0DE88B85-F7B1-F0EE-1079-681AF86FC23C}"/>
          </ac:spMkLst>
        </pc:spChg>
        <pc:spChg chg="add mod">
          <ac:chgData name="Kaytlin Faith Harrison" userId="S::omt3255@ads.northwestern.edu::3c157b3a-e72e-433b-bed5-e3ff3c40f3ed" providerId="AD" clId="Web-{BEA35F65-FA1D-C4BE-7EEA-944D2D28E948}" dt="2025-07-09T14:05:48.262" v="532"/>
          <ac:spMkLst>
            <pc:docMk/>
            <pc:sldMk cId="359142546" sldId="2147482206"/>
            <ac:spMk id="5" creationId="{EBD5FF64-8234-8BA2-54AB-0F0F4FFA402E}"/>
          </ac:spMkLst>
        </pc:spChg>
        <pc:spChg chg="add mod">
          <ac:chgData name="Kaytlin Faith Harrison" userId="S::omt3255@ads.northwestern.edu::3c157b3a-e72e-433b-bed5-e3ff3c40f3ed" providerId="AD" clId="Web-{BEA35F65-FA1D-C4BE-7EEA-944D2D28E948}" dt="2025-07-09T14:05:48.262" v="532"/>
          <ac:spMkLst>
            <pc:docMk/>
            <pc:sldMk cId="359142546" sldId="2147482206"/>
            <ac:spMk id="6" creationId="{D7F95B8D-4409-B308-733C-E9A04B955E61}"/>
          </ac:spMkLst>
        </pc:spChg>
      </pc:sldChg>
      <pc:sldChg chg="new">
        <pc:chgData name="Kaytlin Faith Harrison" userId="S::omt3255@ads.northwestern.edu::3c157b3a-e72e-433b-bed5-e3ff3c40f3ed" providerId="AD" clId="Web-{BEA35F65-FA1D-C4BE-7EEA-944D2D28E948}" dt="2025-07-09T14:08:10.439" v="555"/>
        <pc:sldMkLst>
          <pc:docMk/>
          <pc:sldMk cId="932505219" sldId="2147482207"/>
        </pc:sldMkLst>
      </pc:sldChg>
      <pc:sldChg chg="modSp add">
        <pc:chgData name="Kaytlin Faith Harrison" userId="S::omt3255@ads.northwestern.edu::3c157b3a-e72e-433b-bed5-e3ff3c40f3ed" providerId="AD" clId="Web-{BEA35F65-FA1D-C4BE-7EEA-944D2D28E948}" dt="2025-07-09T14:27:58.980" v="830" actId="20577"/>
        <pc:sldMkLst>
          <pc:docMk/>
          <pc:sldMk cId="246143406" sldId="2147482210"/>
        </pc:sldMkLst>
        <pc:spChg chg="mod">
          <ac:chgData name="Kaytlin Faith Harrison" userId="S::omt3255@ads.northwestern.edu::3c157b3a-e72e-433b-bed5-e3ff3c40f3ed" providerId="AD" clId="Web-{BEA35F65-FA1D-C4BE-7EEA-944D2D28E948}" dt="2025-07-09T14:21:14.372" v="743" actId="20577"/>
          <ac:spMkLst>
            <pc:docMk/>
            <pc:sldMk cId="246143406" sldId="2147482210"/>
            <ac:spMk id="3" creationId="{0D0EDACF-500F-D665-57C1-41D564DD1033}"/>
          </ac:spMkLst>
        </pc:spChg>
        <pc:spChg chg="mod">
          <ac:chgData name="Kaytlin Faith Harrison" userId="S::omt3255@ads.northwestern.edu::3c157b3a-e72e-433b-bed5-e3ff3c40f3ed" providerId="AD" clId="Web-{BEA35F65-FA1D-C4BE-7EEA-944D2D28E948}" dt="2025-07-09T14:23:37.252" v="787" actId="20577"/>
          <ac:spMkLst>
            <pc:docMk/>
            <pc:sldMk cId="246143406" sldId="2147482210"/>
            <ac:spMk id="5" creationId="{B6F7AC54-5668-2BC9-6B7F-32C3D4FE814A}"/>
          </ac:spMkLst>
        </pc:spChg>
        <pc:spChg chg="mod">
          <ac:chgData name="Kaytlin Faith Harrison" userId="S::omt3255@ads.northwestern.edu::3c157b3a-e72e-433b-bed5-e3ff3c40f3ed" providerId="AD" clId="Web-{BEA35F65-FA1D-C4BE-7EEA-944D2D28E948}" dt="2025-07-09T14:27:41.214" v="829" actId="20577"/>
          <ac:spMkLst>
            <pc:docMk/>
            <pc:sldMk cId="246143406" sldId="2147482210"/>
            <ac:spMk id="6" creationId="{14AAA4A3-988B-FFE0-6B1F-C3D482C7D893}"/>
          </ac:spMkLst>
        </pc:spChg>
        <pc:spChg chg="mod">
          <ac:chgData name="Kaytlin Faith Harrison" userId="S::omt3255@ads.northwestern.edu::3c157b3a-e72e-433b-bed5-e3ff3c40f3ed" providerId="AD" clId="Web-{BEA35F65-FA1D-C4BE-7EEA-944D2D28E948}" dt="2025-07-09T14:27:58.980" v="830" actId="20577"/>
          <ac:spMkLst>
            <pc:docMk/>
            <pc:sldMk cId="246143406" sldId="2147482210"/>
            <ac:spMk id="17" creationId="{A0D6F17B-C051-5F6B-4C7F-2B9A74DD55EA}"/>
          </ac:spMkLst>
        </pc:spChg>
        <pc:spChg chg="mod">
          <ac:chgData name="Kaytlin Faith Harrison" userId="S::omt3255@ads.northwestern.edu::3c157b3a-e72e-433b-bed5-e3ff3c40f3ed" providerId="AD" clId="Web-{BEA35F65-FA1D-C4BE-7EEA-944D2D28E948}" dt="2025-07-09T14:14:46.968" v="633" actId="20577"/>
          <ac:spMkLst>
            <pc:docMk/>
            <pc:sldMk cId="246143406" sldId="2147482210"/>
            <ac:spMk id="18" creationId="{6189A901-C48D-9AC8-0DDB-E2F16A0E1AB3}"/>
          </ac:spMkLst>
        </pc:spChg>
        <pc:spChg chg="mod">
          <ac:chgData name="Kaytlin Faith Harrison" userId="S::omt3255@ads.northwestern.edu::3c157b3a-e72e-433b-bed5-e3ff3c40f3ed" providerId="AD" clId="Web-{BEA35F65-FA1D-C4BE-7EEA-944D2D28E948}" dt="2025-07-09T14:13:54.295" v="604" actId="20577"/>
          <ac:spMkLst>
            <pc:docMk/>
            <pc:sldMk cId="246143406" sldId="2147482210"/>
            <ac:spMk id="19" creationId="{2F0D3037-D83F-C8F5-2211-D2317B68DE71}"/>
          </ac:spMkLst>
        </pc:spChg>
        <pc:spChg chg="mod">
          <ac:chgData name="Kaytlin Faith Harrison" userId="S::omt3255@ads.northwestern.edu::3c157b3a-e72e-433b-bed5-e3ff3c40f3ed" providerId="AD" clId="Web-{BEA35F65-FA1D-C4BE-7EEA-944D2D28E948}" dt="2025-07-09T14:15:00.609" v="637" actId="20577"/>
          <ac:spMkLst>
            <pc:docMk/>
            <pc:sldMk cId="246143406" sldId="2147482210"/>
            <ac:spMk id="20" creationId="{B0D37ACC-4BE2-5E50-95C2-DE70097CD113}"/>
          </ac:spMkLst>
        </pc:spChg>
        <pc:picChg chg="mod">
          <ac:chgData name="Kaytlin Faith Harrison" userId="S::omt3255@ads.northwestern.edu::3c157b3a-e72e-433b-bed5-e3ff3c40f3ed" providerId="AD" clId="Web-{BEA35F65-FA1D-C4BE-7EEA-944D2D28E948}" dt="2025-07-09T14:25:57.101" v="793"/>
          <ac:picMkLst>
            <pc:docMk/>
            <pc:sldMk cId="246143406" sldId="2147482210"/>
            <ac:picMk id="14" creationId="{0DACBB37-0464-F33C-EF91-D67691E1397C}"/>
          </ac:picMkLst>
        </pc:picChg>
        <pc:picChg chg="mod">
          <ac:chgData name="Kaytlin Faith Harrison" userId="S::omt3255@ads.northwestern.edu::3c157b3a-e72e-433b-bed5-e3ff3c40f3ed" providerId="AD" clId="Web-{BEA35F65-FA1D-C4BE-7EEA-944D2D28E948}" dt="2025-07-09T14:25:24.287" v="792" actId="1076"/>
          <ac:picMkLst>
            <pc:docMk/>
            <pc:sldMk cId="246143406" sldId="2147482210"/>
            <ac:picMk id="15" creationId="{60B3A441-5E9D-A3FC-47D9-7DF508B3DC3C}"/>
          </ac:picMkLst>
        </pc:picChg>
        <pc:picChg chg="mod">
          <ac:chgData name="Kaytlin Faith Harrison" userId="S::omt3255@ads.northwestern.edu::3c157b3a-e72e-433b-bed5-e3ff3c40f3ed" providerId="AD" clId="Web-{BEA35F65-FA1D-C4BE-7EEA-944D2D28E948}" dt="2025-07-09T14:24:56.255" v="788"/>
          <ac:picMkLst>
            <pc:docMk/>
            <pc:sldMk cId="246143406" sldId="2147482210"/>
            <ac:picMk id="16" creationId="{BDD2746D-7718-950B-4179-ACA4D70831EA}"/>
          </ac:picMkLst>
        </pc:picChg>
      </pc:sldChg>
      <pc:sldMasterChg chg="addSldLayout">
        <pc:chgData name="Kaytlin Faith Harrison" userId="S::omt3255@ads.northwestern.edu::3c157b3a-e72e-433b-bed5-e3ff3c40f3ed" providerId="AD" clId="Web-{BEA35F65-FA1D-C4BE-7EEA-944D2D28E948}" dt="2025-07-09T13:56:38.102" v="179"/>
        <pc:sldMasterMkLst>
          <pc:docMk/>
          <pc:sldMasterMk cId="2460954070" sldId="2147483660"/>
        </pc:sldMasterMkLst>
        <pc:sldLayoutChg chg="add">
          <pc:chgData name="Kaytlin Faith Harrison" userId="S::omt3255@ads.northwestern.edu::3c157b3a-e72e-433b-bed5-e3ff3c40f3ed" providerId="AD" clId="Web-{BEA35F65-FA1D-C4BE-7EEA-944D2D28E948}" dt="2025-07-09T13:56:38.102" v="179"/>
          <pc:sldLayoutMkLst>
            <pc:docMk/>
            <pc:sldMasterMk cId="2460954070" sldId="2147483660"/>
            <pc:sldLayoutMk cId="995844130" sldId="2147483672"/>
          </pc:sldLayoutMkLst>
        </pc:sldLayoutChg>
      </pc:sldMasterChg>
      <pc:sldMasterChg chg="add addSldLayout">
        <pc:chgData name="Kaytlin Faith Harrison" userId="S::omt3255@ads.northwestern.edu::3c157b3a-e72e-433b-bed5-e3ff3c40f3ed" providerId="AD" clId="Web-{BEA35F65-FA1D-C4BE-7EEA-944D2D28E948}" dt="2025-07-09T13:57:35.182" v="183"/>
        <pc:sldMasterMkLst>
          <pc:docMk/>
          <pc:sldMasterMk cId="3669031262" sldId="2147483962"/>
        </pc:sldMasterMkLst>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340209367" sldId="2147483692"/>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4152614004" sldId="2147483901"/>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224878651" sldId="2147483904"/>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817174950" sldId="2147483905"/>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314303940" sldId="2147483906"/>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572839104" sldId="2147483907"/>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42206079" sldId="2147483908"/>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471603199" sldId="2147483909"/>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201808370" sldId="2147483910"/>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447478196" sldId="2147483912"/>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656111609" sldId="2147483913"/>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083368050" sldId="2147483914"/>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774764434" sldId="2147483915"/>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380496384" sldId="2147483916"/>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261313497" sldId="2147483917"/>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599707034" sldId="2147483919"/>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553649678" sldId="2147483920"/>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4133412524" sldId="2147483921"/>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70433241" sldId="2147483922"/>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457828484" sldId="2147483923"/>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156056091" sldId="2147483924"/>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784512172" sldId="2147483925"/>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654205542" sldId="2147483926"/>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77170831" sldId="2147483927"/>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559821703" sldId="2147483928"/>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595899409" sldId="2147483929"/>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874945124" sldId="2147483930"/>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830154425" sldId="2147483932"/>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327768506" sldId="2147483934"/>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4066270910" sldId="2147483935"/>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7694905" sldId="2147483936"/>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224836230" sldId="2147483937"/>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936719277" sldId="2147483938"/>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88229029" sldId="2147483939"/>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186187956" sldId="2147483940"/>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4195384914" sldId="2147483941"/>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3152310234" sldId="2147483942"/>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09605039" sldId="2147483943"/>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4196795180" sldId="2147483944"/>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698670438" sldId="2147483945"/>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204956051" sldId="2147483948"/>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629240754" sldId="2147483950"/>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891810613" sldId="2147483953"/>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2954362297" sldId="2147483956"/>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71212167" sldId="2147483959"/>
          </pc:sldLayoutMkLst>
        </pc:sldLayoutChg>
        <pc:sldLayoutChg chg="add">
          <pc:chgData name="Kaytlin Faith Harrison" userId="S::omt3255@ads.northwestern.edu::3c157b3a-e72e-433b-bed5-e3ff3c40f3ed" providerId="AD" clId="Web-{BEA35F65-FA1D-C4BE-7EEA-944D2D28E948}" dt="2025-07-09T13:57:35.182" v="183"/>
          <pc:sldLayoutMkLst>
            <pc:docMk/>
            <pc:sldMasterMk cId="3669031262" sldId="2147483962"/>
            <pc:sldLayoutMk cId="19196161" sldId="2147483960"/>
          </pc:sldLayoutMkLst>
        </pc:sldLayoutChg>
      </pc:sldMasterChg>
    </pc:docChg>
  </pc:docChgLst>
  <pc:docChgLst>
    <pc:chgData name="Kaytlin Faith Harrison" userId="S::omt3255@ads.northwestern.edu::3c157b3a-e72e-433b-bed5-e3ff3c40f3ed" providerId="AD" clId="Web-{B52CCF87-2303-3342-56E1-CD64C54C11A5}"/>
    <pc:docChg chg="modSld">
      <pc:chgData name="Kaytlin Faith Harrison" userId="S::omt3255@ads.northwestern.edu::3c157b3a-e72e-433b-bed5-e3ff3c40f3ed" providerId="AD" clId="Web-{B52CCF87-2303-3342-56E1-CD64C54C11A5}" dt="2025-07-09T02:03:11.383" v="33" actId="1076"/>
      <pc:docMkLst>
        <pc:docMk/>
      </pc:docMkLst>
      <pc:sldChg chg="addSp delSp modSp">
        <pc:chgData name="Kaytlin Faith Harrison" userId="S::omt3255@ads.northwestern.edu::3c157b3a-e72e-433b-bed5-e3ff3c40f3ed" providerId="AD" clId="Web-{B52CCF87-2303-3342-56E1-CD64C54C11A5}" dt="2025-07-09T02:03:11.383" v="33" actId="1076"/>
        <pc:sldMkLst>
          <pc:docMk/>
          <pc:sldMk cId="1507536464" sldId="257"/>
        </pc:sldMkLst>
        <pc:spChg chg="mod">
          <ac:chgData name="Kaytlin Faith Harrison" userId="S::omt3255@ads.northwestern.edu::3c157b3a-e72e-433b-bed5-e3ff3c40f3ed" providerId="AD" clId="Web-{B52CCF87-2303-3342-56E1-CD64C54C11A5}" dt="2025-07-09T02:00:50.661" v="9" actId="1076"/>
          <ac:spMkLst>
            <pc:docMk/>
            <pc:sldMk cId="1507536464" sldId="257"/>
            <ac:spMk id="11" creationId="{468746D1-69B9-0BFD-12DC-5C347A547584}"/>
          </ac:spMkLst>
        </pc:spChg>
        <pc:spChg chg="mod">
          <ac:chgData name="Kaytlin Faith Harrison" userId="S::omt3255@ads.northwestern.edu::3c157b3a-e72e-433b-bed5-e3ff3c40f3ed" providerId="AD" clId="Web-{B52CCF87-2303-3342-56E1-CD64C54C11A5}" dt="2025-07-09T02:03:05.274" v="32" actId="1076"/>
          <ac:spMkLst>
            <pc:docMk/>
            <pc:sldMk cId="1507536464" sldId="257"/>
            <ac:spMk id="12" creationId="{FD159C6F-FD83-47BA-E41D-1DD638A88F26}"/>
          </ac:spMkLst>
        </pc:spChg>
        <pc:picChg chg="add mod">
          <ac:chgData name="Kaytlin Faith Harrison" userId="S::omt3255@ads.northwestern.edu::3c157b3a-e72e-433b-bed5-e3ff3c40f3ed" providerId="AD" clId="Web-{B52CCF87-2303-3342-56E1-CD64C54C11A5}" dt="2025-07-09T02:00:43.802" v="8" actId="1076"/>
          <ac:picMkLst>
            <pc:docMk/>
            <pc:sldMk cId="1507536464" sldId="257"/>
            <ac:picMk id="2" creationId="{9889D6EE-F569-5F6C-71E6-A0411D1231EB}"/>
          </ac:picMkLst>
        </pc:picChg>
        <pc:picChg chg="del">
          <ac:chgData name="Kaytlin Faith Harrison" userId="S::omt3255@ads.northwestern.edu::3c157b3a-e72e-433b-bed5-e3ff3c40f3ed" providerId="AD" clId="Web-{B52CCF87-2303-3342-56E1-CD64C54C11A5}" dt="2025-07-09T02:00:08.519" v="3"/>
          <ac:picMkLst>
            <pc:docMk/>
            <pc:sldMk cId="1507536464" sldId="257"/>
            <ac:picMk id="7" creationId="{7BAA3206-6A25-9262-94E5-DA43DCE7177D}"/>
          </ac:picMkLst>
        </pc:picChg>
        <pc:picChg chg="mod">
          <ac:chgData name="Kaytlin Faith Harrison" userId="S::omt3255@ads.northwestern.edu::3c157b3a-e72e-433b-bed5-e3ff3c40f3ed" providerId="AD" clId="Web-{B52CCF87-2303-3342-56E1-CD64C54C11A5}" dt="2025-07-09T02:03:11.383" v="33" actId="1076"/>
          <ac:picMkLst>
            <pc:docMk/>
            <pc:sldMk cId="1507536464" sldId="257"/>
            <ac:picMk id="8" creationId="{69E6AA8B-0D13-D8EE-D5E3-36638B7BE212}"/>
          </ac:picMkLst>
        </pc:picChg>
      </pc:sldChg>
    </pc:docChg>
  </pc:docChgLst>
  <pc:docChgLst>
    <pc:chgData name="Kaytlin Faith Harrison" userId="S::omt3255@ads.northwestern.edu::3c157b3a-e72e-433b-bed5-e3ff3c40f3ed" providerId="AD" clId="Web-{478E63A6-DDC6-0DB2-3019-EAEFDD9B6715}"/>
    <pc:docChg chg="addSld delSld modSld">
      <pc:chgData name="Kaytlin Faith Harrison" userId="S::omt3255@ads.northwestern.edu::3c157b3a-e72e-433b-bed5-e3ff3c40f3ed" providerId="AD" clId="Web-{478E63A6-DDC6-0DB2-3019-EAEFDD9B6715}" dt="2025-07-09T11:57:08.559" v="551" actId="20577"/>
      <pc:docMkLst>
        <pc:docMk/>
      </pc:docMkLst>
      <pc:sldChg chg="modSp">
        <pc:chgData name="Kaytlin Faith Harrison" userId="S::omt3255@ads.northwestern.edu::3c157b3a-e72e-433b-bed5-e3ff3c40f3ed" providerId="AD" clId="Web-{478E63A6-DDC6-0DB2-3019-EAEFDD9B6715}" dt="2025-07-09T03:25:56.352" v="0" actId="20577"/>
        <pc:sldMkLst>
          <pc:docMk/>
          <pc:sldMk cId="109857222" sldId="256"/>
        </pc:sldMkLst>
        <pc:spChg chg="mod">
          <ac:chgData name="Kaytlin Faith Harrison" userId="S::omt3255@ads.northwestern.edu::3c157b3a-e72e-433b-bed5-e3ff3c40f3ed" providerId="AD" clId="Web-{478E63A6-DDC6-0DB2-3019-EAEFDD9B6715}" dt="2025-07-09T03:25:56.352" v="0" actId="20577"/>
          <ac:spMkLst>
            <pc:docMk/>
            <pc:sldMk cId="109857222" sldId="256"/>
            <ac:spMk id="3" creationId="{00000000-0000-0000-0000-000000000000}"/>
          </ac:spMkLst>
        </pc:spChg>
      </pc:sldChg>
      <pc:sldChg chg="addSp delSp modSp del mod setBg modNotes">
        <pc:chgData name="Kaytlin Faith Harrison" userId="S::omt3255@ads.northwestern.edu::3c157b3a-e72e-433b-bed5-e3ff3c40f3ed" providerId="AD" clId="Web-{478E63A6-DDC6-0DB2-3019-EAEFDD9B6715}" dt="2025-07-09T11:46:17.252" v="384"/>
        <pc:sldMkLst>
          <pc:docMk/>
          <pc:sldMk cId="156747793" sldId="258"/>
        </pc:sldMkLst>
        <pc:spChg chg="add del mod">
          <ac:chgData name="Kaytlin Faith Harrison" userId="S::omt3255@ads.northwestern.edu::3c157b3a-e72e-433b-bed5-e3ff3c40f3ed" providerId="AD" clId="Web-{478E63A6-DDC6-0DB2-3019-EAEFDD9B6715}" dt="2025-07-09T03:37:28.140" v="287"/>
          <ac:spMkLst>
            <pc:docMk/>
            <pc:sldMk cId="156747793" sldId="258"/>
            <ac:spMk id="2" creationId="{F6532C35-00FF-8736-3954-59F6AC3927FD}"/>
          </ac:spMkLst>
        </pc:spChg>
        <pc:spChg chg="mod">
          <ac:chgData name="Kaytlin Faith Harrison" userId="S::omt3255@ads.northwestern.edu::3c157b3a-e72e-433b-bed5-e3ff3c40f3ed" providerId="AD" clId="Web-{478E63A6-DDC6-0DB2-3019-EAEFDD9B6715}" dt="2025-07-09T03:42:57.931" v="356" actId="20577"/>
          <ac:spMkLst>
            <pc:docMk/>
            <pc:sldMk cId="156747793" sldId="258"/>
            <ac:spMk id="2168" creationId="{5E245BBB-61B8-26E6-69A3-3AD800D5D71B}"/>
          </ac:spMkLst>
        </pc:spChg>
        <pc:spChg chg="add del">
          <ac:chgData name="Kaytlin Faith Harrison" userId="S::omt3255@ads.northwestern.edu::3c157b3a-e72e-433b-bed5-e3ff3c40f3ed" providerId="AD" clId="Web-{478E63A6-DDC6-0DB2-3019-EAEFDD9B6715}" dt="2025-07-09T03:39:57.675" v="350"/>
          <ac:spMkLst>
            <pc:docMk/>
            <pc:sldMk cId="156747793" sldId="258"/>
            <ac:spMk id="2173" creationId="{01A22726-DA03-BCB0-F12E-98258FB7E5C0}"/>
          </ac:spMkLst>
        </pc:spChg>
        <pc:spChg chg="add del">
          <ac:chgData name="Kaytlin Faith Harrison" userId="S::omt3255@ads.northwestern.edu::3c157b3a-e72e-433b-bed5-e3ff3c40f3ed" providerId="AD" clId="Web-{478E63A6-DDC6-0DB2-3019-EAEFDD9B6715}" dt="2025-07-09T03:40:17.410" v="352"/>
          <ac:spMkLst>
            <pc:docMk/>
            <pc:sldMk cId="156747793" sldId="258"/>
            <ac:spMk id="2175" creationId="{600DC1B0-7E1A-BD02-3F93-19E6B1B75075}"/>
          </ac:spMkLst>
        </pc:spChg>
        <pc:graphicFrameChg chg="add mod modGraphic">
          <ac:chgData name="Kaytlin Faith Harrison" userId="S::omt3255@ads.northwestern.edu::3c157b3a-e72e-433b-bed5-e3ff3c40f3ed" providerId="AD" clId="Web-{478E63A6-DDC6-0DB2-3019-EAEFDD9B6715}" dt="2025-07-09T03:40:17.410" v="352"/>
          <ac:graphicFrameMkLst>
            <pc:docMk/>
            <pc:sldMk cId="156747793" sldId="258"/>
            <ac:graphicFrameMk id="3" creationId="{750BA2BA-C8C0-6DCA-3C03-A77BA04DA01D}"/>
          </ac:graphicFrameMkLst>
        </pc:graphicFrameChg>
      </pc:sldChg>
      <pc:sldChg chg="addSp modSp">
        <pc:chgData name="Kaytlin Faith Harrison" userId="S::omt3255@ads.northwestern.edu::3c157b3a-e72e-433b-bed5-e3ff3c40f3ed" providerId="AD" clId="Web-{478E63A6-DDC6-0DB2-3019-EAEFDD9B6715}" dt="2025-07-09T11:57:08.559" v="551" actId="20577"/>
        <pc:sldMkLst>
          <pc:docMk/>
          <pc:sldMk cId="444951922" sldId="259"/>
        </pc:sldMkLst>
        <pc:spChg chg="mod">
          <ac:chgData name="Kaytlin Faith Harrison" userId="S::omt3255@ads.northwestern.edu::3c157b3a-e72e-433b-bed5-e3ff3c40f3ed" providerId="AD" clId="Web-{478E63A6-DDC6-0DB2-3019-EAEFDD9B6715}" dt="2025-07-09T11:57:08.559" v="551" actId="20577"/>
          <ac:spMkLst>
            <pc:docMk/>
            <pc:sldMk cId="444951922" sldId="259"/>
            <ac:spMk id="2" creationId="{10FA37C9-C3E7-6D84-BB4A-2444F1601E5C}"/>
          </ac:spMkLst>
        </pc:spChg>
        <pc:spChg chg="add mod">
          <ac:chgData name="Kaytlin Faith Harrison" userId="S::omt3255@ads.northwestern.edu::3c157b3a-e72e-433b-bed5-e3ff3c40f3ed" providerId="AD" clId="Web-{478E63A6-DDC6-0DB2-3019-EAEFDD9B6715}" dt="2025-07-09T11:53:28.233" v="431" actId="1076"/>
          <ac:spMkLst>
            <pc:docMk/>
            <pc:sldMk cId="444951922" sldId="259"/>
            <ac:spMk id="10" creationId="{EE8D2F4A-CE65-3A2C-98AB-C7EC6C533BAA}"/>
          </ac:spMkLst>
        </pc:spChg>
        <pc:graphicFrameChg chg="modGraphic">
          <ac:chgData name="Kaytlin Faith Harrison" userId="S::omt3255@ads.northwestern.edu::3c157b3a-e72e-433b-bed5-e3ff3c40f3ed" providerId="AD" clId="Web-{478E63A6-DDC6-0DB2-3019-EAEFDD9B6715}" dt="2025-07-09T03:26:30.321" v="1"/>
          <ac:graphicFrameMkLst>
            <pc:docMk/>
            <pc:sldMk cId="444951922" sldId="259"/>
            <ac:graphicFrameMk id="6" creationId="{382EC616-FEA3-F678-CC32-7F638D94E665}"/>
          </ac:graphicFrameMkLst>
        </pc:graphicFrameChg>
      </pc:sldChg>
      <pc:sldChg chg="del">
        <pc:chgData name="Kaytlin Faith Harrison" userId="S::omt3255@ads.northwestern.edu::3c157b3a-e72e-433b-bed5-e3ff3c40f3ed" providerId="AD" clId="Web-{478E63A6-DDC6-0DB2-3019-EAEFDD9B6715}" dt="2025-07-09T11:49:20.733" v="391"/>
        <pc:sldMkLst>
          <pc:docMk/>
          <pc:sldMk cId="4278419913" sldId="260"/>
        </pc:sldMkLst>
      </pc:sldChg>
      <pc:sldChg chg="addSp delSp modSp mod setBg">
        <pc:chgData name="Kaytlin Faith Harrison" userId="S::omt3255@ads.northwestern.edu::3c157b3a-e72e-433b-bed5-e3ff3c40f3ed" providerId="AD" clId="Web-{478E63A6-DDC6-0DB2-3019-EAEFDD9B6715}" dt="2025-07-09T11:57:05.028" v="550"/>
        <pc:sldMkLst>
          <pc:docMk/>
          <pc:sldMk cId="917543501" sldId="261"/>
        </pc:sldMkLst>
        <pc:spChg chg="del mod">
          <ac:chgData name="Kaytlin Faith Harrison" userId="S::omt3255@ads.northwestern.edu::3c157b3a-e72e-433b-bed5-e3ff3c40f3ed" providerId="AD" clId="Web-{478E63A6-DDC6-0DB2-3019-EAEFDD9B6715}" dt="2025-07-09T11:57:05.028" v="550"/>
          <ac:spMkLst>
            <pc:docMk/>
            <pc:sldMk cId="917543501" sldId="261"/>
            <ac:spMk id="2" creationId="{87F21CA7-1505-7210-A50A-3B53283B28A5}"/>
          </ac:spMkLst>
        </pc:spChg>
        <pc:spChg chg="add del mod">
          <ac:chgData name="Kaytlin Faith Harrison" userId="S::omt3255@ads.northwestern.edu::3c157b3a-e72e-433b-bed5-e3ff3c40f3ed" providerId="AD" clId="Web-{478E63A6-DDC6-0DB2-3019-EAEFDD9B6715}" dt="2025-07-09T11:55:28.834" v="525"/>
          <ac:spMkLst>
            <pc:docMk/>
            <pc:sldMk cId="917543501" sldId="261"/>
            <ac:spMk id="3" creationId="{D4FEB66C-53EF-BD90-261D-2B7F349C09A8}"/>
          </ac:spMkLst>
        </pc:spChg>
        <pc:spChg chg="del">
          <ac:chgData name="Kaytlin Faith Harrison" userId="S::omt3255@ads.northwestern.edu::3c157b3a-e72e-433b-bed5-e3ff3c40f3ed" providerId="AD" clId="Web-{478E63A6-DDC6-0DB2-3019-EAEFDD9B6715}" dt="2025-07-09T11:55:09.145" v="522"/>
          <ac:spMkLst>
            <pc:docMk/>
            <pc:sldMk cId="917543501" sldId="261"/>
            <ac:spMk id="4" creationId="{0EFB7CD2-A3CE-CE77-792C-29E81C6B0505}"/>
          </ac:spMkLst>
        </pc:spChg>
        <pc:spChg chg="add del">
          <ac:chgData name="Kaytlin Faith Harrison" userId="S::omt3255@ads.northwestern.edu::3c157b3a-e72e-433b-bed5-e3ff3c40f3ed" providerId="AD" clId="Web-{478E63A6-DDC6-0DB2-3019-EAEFDD9B6715}" dt="2025-07-09T11:56:04.196" v="531"/>
          <ac:spMkLst>
            <pc:docMk/>
            <pc:sldMk cId="917543501" sldId="261"/>
            <ac:spMk id="7" creationId="{D4FEB66C-53EF-BD90-261D-2B7F349C09A8}"/>
          </ac:spMkLst>
        </pc:spChg>
        <pc:spChg chg="add del">
          <ac:chgData name="Kaytlin Faith Harrison" userId="S::omt3255@ads.northwestern.edu::3c157b3a-e72e-433b-bed5-e3ff3c40f3ed" providerId="AD" clId="Web-{478E63A6-DDC6-0DB2-3019-EAEFDD9B6715}" dt="2025-07-09T11:56:04.196" v="531"/>
          <ac:spMkLst>
            <pc:docMk/>
            <pc:sldMk cId="917543501" sldId="261"/>
            <ac:spMk id="8" creationId="{604B8143-3907-5396-F19C-4EDBFE8DED3F}"/>
          </ac:spMkLst>
        </pc:spChg>
        <pc:spChg chg="add del">
          <ac:chgData name="Kaytlin Faith Harrison" userId="S::omt3255@ads.northwestern.edu::3c157b3a-e72e-433b-bed5-e3ff3c40f3ed" providerId="AD" clId="Web-{478E63A6-DDC6-0DB2-3019-EAEFDD9B6715}" dt="2025-07-09T11:57:03.184" v="549"/>
          <ac:spMkLst>
            <pc:docMk/>
            <pc:sldMk cId="917543501" sldId="261"/>
            <ac:spMk id="14" creationId="{01A22726-DA03-BCB0-F12E-98258FB7E5C0}"/>
          </ac:spMkLst>
        </pc:spChg>
        <pc:spChg chg="add mod">
          <ac:chgData name="Kaytlin Faith Harrison" userId="S::omt3255@ads.northwestern.edu::3c157b3a-e72e-433b-bed5-e3ff3c40f3ed" providerId="AD" clId="Web-{478E63A6-DDC6-0DB2-3019-EAEFDD9B6715}" dt="2025-07-09T11:57:00.168" v="547" actId="20577"/>
          <ac:spMkLst>
            <pc:docMk/>
            <pc:sldMk cId="917543501" sldId="261"/>
            <ac:spMk id="127" creationId="{36ABC797-326A-3771-7A5E-5B96AEEB98BC}"/>
          </ac:spMkLst>
        </pc:spChg>
        <pc:spChg chg="add mod">
          <ac:chgData name="Kaytlin Faith Harrison" userId="S::omt3255@ads.northwestern.edu::3c157b3a-e72e-433b-bed5-e3ff3c40f3ed" providerId="AD" clId="Web-{478E63A6-DDC6-0DB2-3019-EAEFDD9B6715}" dt="2025-07-09T11:57:05.028" v="550"/>
          <ac:spMkLst>
            <pc:docMk/>
            <pc:sldMk cId="917543501" sldId="261"/>
            <ac:spMk id="129" creationId="{ED734C2B-2D76-D1F1-1FFF-157A3431957C}"/>
          </ac:spMkLst>
        </pc:spChg>
        <pc:graphicFrameChg chg="add del">
          <ac:chgData name="Kaytlin Faith Harrison" userId="S::omt3255@ads.northwestern.edu::3c157b3a-e72e-433b-bed5-e3ff3c40f3ed" providerId="AD" clId="Web-{478E63A6-DDC6-0DB2-3019-EAEFDD9B6715}" dt="2025-07-09T11:55:28.819" v="524"/>
          <ac:graphicFrameMkLst>
            <pc:docMk/>
            <pc:sldMk cId="917543501" sldId="261"/>
            <ac:graphicFrameMk id="5" creationId="{487D915C-F009-476B-4616-3F6F8AD89C6E}"/>
          </ac:graphicFrameMkLst>
        </pc:graphicFrameChg>
        <pc:graphicFrameChg chg="add modGraphic">
          <ac:chgData name="Kaytlin Faith Harrison" userId="S::omt3255@ads.northwestern.edu::3c157b3a-e72e-433b-bed5-e3ff3c40f3ed" providerId="AD" clId="Web-{478E63A6-DDC6-0DB2-3019-EAEFDD9B6715}" dt="2025-07-09T11:56:40.823" v="541" actId="20577"/>
          <ac:graphicFrameMkLst>
            <pc:docMk/>
            <pc:sldMk cId="917543501" sldId="261"/>
            <ac:graphicFrameMk id="10" creationId="{3609F44D-1F66-9E5A-B377-7EE3E3678FA9}"/>
          </ac:graphicFrameMkLst>
        </pc:graphicFrameChg>
        <pc:graphicFrameChg chg="add del modGraphic">
          <ac:chgData name="Kaytlin Faith Harrison" userId="S::omt3255@ads.northwestern.edu::3c157b3a-e72e-433b-bed5-e3ff3c40f3ed" providerId="AD" clId="Web-{478E63A6-DDC6-0DB2-3019-EAEFDD9B6715}" dt="2025-07-09T11:56:00.805" v="530"/>
          <ac:graphicFrameMkLst>
            <pc:docMk/>
            <pc:sldMk cId="917543501" sldId="261"/>
            <ac:graphicFrameMk id="12" creationId="{FF324A29-0B7C-6537-971A-193F330F0E1D}"/>
          </ac:graphicFrameMkLst>
        </pc:graphicFrameChg>
      </pc:sldChg>
      <pc:sldChg chg="addSp modSp">
        <pc:chgData name="Kaytlin Faith Harrison" userId="S::omt3255@ads.northwestern.edu::3c157b3a-e72e-433b-bed5-e3ff3c40f3ed" providerId="AD" clId="Web-{478E63A6-DDC6-0DB2-3019-EAEFDD9B6715}" dt="2025-07-09T11:52:38.433" v="413" actId="14100"/>
        <pc:sldMkLst>
          <pc:docMk/>
          <pc:sldMk cId="803116407" sldId="263"/>
        </pc:sldMkLst>
        <pc:spChg chg="add mod">
          <ac:chgData name="Kaytlin Faith Harrison" userId="S::omt3255@ads.northwestern.edu::3c157b3a-e72e-433b-bed5-e3ff3c40f3ed" providerId="AD" clId="Web-{478E63A6-DDC6-0DB2-3019-EAEFDD9B6715}" dt="2025-07-09T11:52:38.433" v="413" actId="14100"/>
          <ac:spMkLst>
            <pc:docMk/>
            <pc:sldMk cId="803116407" sldId="263"/>
            <ac:spMk id="12" creationId="{E22F53FD-7EE3-12BF-BC05-36460DAE1591}"/>
          </ac:spMkLst>
        </pc:spChg>
      </pc:sldChg>
      <pc:sldChg chg="del">
        <pc:chgData name="Kaytlin Faith Harrison" userId="S::omt3255@ads.northwestern.edu::3c157b3a-e72e-433b-bed5-e3ff3c40f3ed" providerId="AD" clId="Web-{478E63A6-DDC6-0DB2-3019-EAEFDD9B6715}" dt="2025-07-09T03:28:50.826" v="2"/>
        <pc:sldMkLst>
          <pc:docMk/>
          <pc:sldMk cId="1479532004" sldId="264"/>
        </pc:sldMkLst>
      </pc:sldChg>
      <pc:sldChg chg="addSp delSp modSp new mod setBg addAnim delAnim modAnim">
        <pc:chgData name="Kaytlin Faith Harrison" userId="S::omt3255@ads.northwestern.edu::3c157b3a-e72e-433b-bed5-e3ff3c40f3ed" providerId="AD" clId="Web-{478E63A6-DDC6-0DB2-3019-EAEFDD9B6715}" dt="2025-07-09T11:47:01.317" v="390"/>
        <pc:sldMkLst>
          <pc:docMk/>
          <pc:sldMk cId="2931065779" sldId="264"/>
        </pc:sldMkLst>
        <pc:spChg chg="del">
          <ac:chgData name="Kaytlin Faith Harrison" userId="S::omt3255@ads.northwestern.edu::3c157b3a-e72e-433b-bed5-e3ff3c40f3ed" providerId="AD" clId="Web-{478E63A6-DDC6-0DB2-3019-EAEFDD9B6715}" dt="2025-07-09T03:49:45.896" v="368"/>
          <ac:spMkLst>
            <pc:docMk/>
            <pc:sldMk cId="2931065779" sldId="264"/>
            <ac:spMk id="2" creationId="{0AC37C0C-2D0B-43D6-9DC1-7D74465D111E}"/>
          </ac:spMkLst>
        </pc:spChg>
        <pc:spChg chg="del mod">
          <ac:chgData name="Kaytlin Faith Harrison" userId="S::omt3255@ads.northwestern.edu::3c157b3a-e72e-433b-bed5-e3ff3c40f3ed" providerId="AD" clId="Web-{478E63A6-DDC6-0DB2-3019-EAEFDD9B6715}" dt="2025-07-09T03:43:07.494" v="360"/>
          <ac:spMkLst>
            <pc:docMk/>
            <pc:sldMk cId="2931065779" sldId="264"/>
            <ac:spMk id="3" creationId="{16FA0CD7-4C65-5876-9823-3C682F401529}"/>
          </ac:spMkLst>
        </pc:spChg>
        <pc:spChg chg="del">
          <ac:chgData name="Kaytlin Faith Harrison" userId="S::omt3255@ads.northwestern.edu::3c157b3a-e72e-433b-bed5-e3ff3c40f3ed" providerId="AD" clId="Web-{478E63A6-DDC6-0DB2-3019-EAEFDD9B6715}" dt="2025-07-09T03:43:09.275" v="361"/>
          <ac:spMkLst>
            <pc:docMk/>
            <pc:sldMk cId="2931065779" sldId="264"/>
            <ac:spMk id="4" creationId="{5974922B-D3FA-DD81-5E3F-13C0AAFFB7B4}"/>
          </ac:spMkLst>
        </pc:spChg>
        <pc:spChg chg="add del mod">
          <ac:chgData name="Kaytlin Faith Harrison" userId="S::omt3255@ads.northwestern.edu::3c157b3a-e72e-433b-bed5-e3ff3c40f3ed" providerId="AD" clId="Web-{478E63A6-DDC6-0DB2-3019-EAEFDD9B6715}" dt="2025-07-09T03:45:42.827" v="365"/>
          <ac:spMkLst>
            <pc:docMk/>
            <pc:sldMk cId="2931065779" sldId="264"/>
            <ac:spMk id="5" creationId="{12FA0115-48DB-1DEF-7DC5-B932F25371E4}"/>
          </ac:spMkLst>
        </pc:spChg>
        <pc:spChg chg="add">
          <ac:chgData name="Kaytlin Faith Harrison" userId="S::omt3255@ads.northwestern.edu::3c157b3a-e72e-433b-bed5-e3ff3c40f3ed" providerId="AD" clId="Web-{478E63A6-DDC6-0DB2-3019-EAEFDD9B6715}" dt="2025-07-09T11:45:50.250" v="383"/>
          <ac:spMkLst>
            <pc:docMk/>
            <pc:sldMk cId="2931065779" sldId="264"/>
            <ac:spMk id="10" creationId="{42A4FC2C-047E-45A5-965D-8E1E3BF09BC6}"/>
          </ac:spMkLst>
        </pc:spChg>
        <pc:picChg chg="add mod">
          <ac:chgData name="Kaytlin Faith Harrison" userId="S::omt3255@ads.northwestern.edu::3c157b3a-e72e-433b-bed5-e3ff3c40f3ed" providerId="AD" clId="Web-{478E63A6-DDC6-0DB2-3019-EAEFDD9B6715}" dt="2025-07-09T11:45:50.250" v="383"/>
          <ac:picMkLst>
            <pc:docMk/>
            <pc:sldMk cId="2931065779" sldId="264"/>
            <ac:picMk id="2" creationId="{A7BF41C7-887F-390C-B5E9-260341C11C70}"/>
          </ac:picMkLst>
        </pc:picChg>
        <pc:picChg chg="add del mod">
          <ac:chgData name="Kaytlin Faith Harrison" userId="S::omt3255@ads.northwestern.edu::3c157b3a-e72e-433b-bed5-e3ff3c40f3ed" providerId="AD" clId="Web-{478E63A6-DDC6-0DB2-3019-EAEFDD9B6715}" dt="2025-07-09T03:50:24.226" v="371"/>
          <ac:picMkLst>
            <pc:docMk/>
            <pc:sldMk cId="2931065779" sldId="264"/>
            <ac:picMk id="6" creationId="{140AEE75-AFE2-FA3F-21E0-FDADD80E966C}"/>
          </ac:picMkLst>
        </pc:picChg>
        <pc:picChg chg="add del mod">
          <ac:chgData name="Kaytlin Faith Harrison" userId="S::omt3255@ads.northwestern.edu::3c157b3a-e72e-433b-bed5-e3ff3c40f3ed" providerId="AD" clId="Web-{478E63A6-DDC6-0DB2-3019-EAEFDD9B6715}" dt="2025-07-09T03:50:41.054" v="373"/>
          <ac:picMkLst>
            <pc:docMk/>
            <pc:sldMk cId="2931065779" sldId="264"/>
            <ac:picMk id="7" creationId="{FAB0CB28-9E75-486E-A53C-0BBCE7144238}"/>
          </ac:picMkLst>
        </pc:picChg>
        <pc:picChg chg="add del mod">
          <ac:chgData name="Kaytlin Faith Harrison" userId="S::omt3255@ads.northwestern.edu::3c157b3a-e72e-433b-bed5-e3ff3c40f3ed" providerId="AD" clId="Web-{478E63A6-DDC6-0DB2-3019-EAEFDD9B6715}" dt="2025-07-09T11:45:37.078" v="381"/>
          <ac:picMkLst>
            <pc:docMk/>
            <pc:sldMk cId="2931065779" sldId="264"/>
            <ac:picMk id="8" creationId="{7A8C0F26-3757-4ADA-06F0-0270ADA286C0}"/>
          </ac:picMkLst>
        </pc:picChg>
        <pc:picChg chg="add del mod">
          <ac:chgData name="Kaytlin Faith Harrison" userId="S::omt3255@ads.northwestern.edu::3c157b3a-e72e-433b-bed5-e3ff3c40f3ed" providerId="AD" clId="Web-{478E63A6-DDC6-0DB2-3019-EAEFDD9B6715}" dt="2025-07-09T11:45:34.218" v="380"/>
          <ac:picMkLst>
            <pc:docMk/>
            <pc:sldMk cId="2931065779" sldId="264"/>
            <ac:picMk id="9" creationId="{8CB93D3B-FCED-3510-EBA4-A15F52E564E2}"/>
          </ac:picMkLst>
        </pc:picChg>
      </pc:sldChg>
      <pc:sldChg chg="addSp delSp modSp new del">
        <pc:chgData name="Kaytlin Faith Harrison" userId="S::omt3255@ads.northwestern.edu::3c157b3a-e72e-433b-bed5-e3ff3c40f3ed" providerId="AD" clId="Web-{478E63A6-DDC6-0DB2-3019-EAEFDD9B6715}" dt="2025-07-09T11:46:23.831" v="385"/>
        <pc:sldMkLst>
          <pc:docMk/>
          <pc:sldMk cId="346088513" sldId="265"/>
        </pc:sldMkLst>
        <pc:spChg chg="del">
          <ac:chgData name="Kaytlin Faith Harrison" userId="S::omt3255@ads.northwestern.edu::3c157b3a-e72e-433b-bed5-e3ff3c40f3ed" providerId="AD" clId="Web-{478E63A6-DDC6-0DB2-3019-EAEFDD9B6715}" dt="2025-07-09T03:52:03.447" v="377"/>
          <ac:spMkLst>
            <pc:docMk/>
            <pc:sldMk cId="346088513" sldId="265"/>
            <ac:spMk id="3" creationId="{F3231CE1-CA23-58CA-A74C-E5E46B1E08BF}"/>
          </ac:spMkLst>
        </pc:spChg>
        <pc:picChg chg="add mod ord">
          <ac:chgData name="Kaytlin Faith Harrison" userId="S::omt3255@ads.northwestern.edu::3c157b3a-e72e-433b-bed5-e3ff3c40f3ed" providerId="AD" clId="Web-{478E63A6-DDC6-0DB2-3019-EAEFDD9B6715}" dt="2025-07-09T03:52:03.447" v="377"/>
          <ac:picMkLst>
            <pc:docMk/>
            <pc:sldMk cId="346088513" sldId="265"/>
            <ac:picMk id="5" creationId="{2B145395-DBCE-0386-44EE-43D010C6831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F7DA22-FA7B-42A3-89E7-B074A89BA51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205709D-4917-4D64-BEB4-32182F290CEE}">
      <dgm:prSet phldr="0"/>
      <dgm:spPr/>
      <dgm:t>
        <a:bodyPr/>
        <a:lstStyle/>
        <a:p>
          <a:pPr rtl="0"/>
          <a:r>
            <a:rPr lang="en-US" b="1" dirty="0">
              <a:latin typeface="Aptos"/>
            </a:rPr>
            <a:t>Choose</a:t>
          </a:r>
          <a:r>
            <a:rPr lang="en-US" dirty="0">
              <a:latin typeface="Aptos"/>
            </a:rPr>
            <a:t> projects that progress the goal</a:t>
          </a:r>
        </a:p>
      </dgm:t>
    </dgm:pt>
    <dgm:pt modelId="{F21F4345-A258-4289-BC14-D0D959116953}" type="parTrans" cxnId="{A94B3A34-361F-4261-82DF-5D2944A368A9}">
      <dgm:prSet/>
      <dgm:spPr/>
      <dgm:t>
        <a:bodyPr/>
        <a:lstStyle/>
        <a:p>
          <a:endParaRPr lang="en-US"/>
        </a:p>
      </dgm:t>
    </dgm:pt>
    <dgm:pt modelId="{864FA116-D533-43A2-9278-F9B994C94FEA}" type="sibTrans" cxnId="{A94B3A34-361F-4261-82DF-5D2944A368A9}">
      <dgm:prSet/>
      <dgm:spPr/>
      <dgm:t>
        <a:bodyPr/>
        <a:lstStyle/>
        <a:p>
          <a:endParaRPr lang="en-US"/>
        </a:p>
      </dgm:t>
    </dgm:pt>
    <dgm:pt modelId="{BE763CD4-0629-4436-A76D-281FB772FB0C}">
      <dgm:prSet/>
      <dgm:spPr/>
      <dgm:t>
        <a:bodyPr/>
        <a:lstStyle/>
        <a:p>
          <a:pPr rtl="0"/>
          <a:r>
            <a:rPr lang="en-US" b="1" dirty="0">
              <a:latin typeface="Aptos"/>
            </a:rPr>
            <a:t>Search</a:t>
          </a:r>
          <a:r>
            <a:rPr lang="en-US" dirty="0">
              <a:latin typeface="Aptos"/>
            </a:rPr>
            <a:t> for accessible opportunities</a:t>
          </a:r>
        </a:p>
      </dgm:t>
    </dgm:pt>
    <dgm:pt modelId="{785E0E49-3578-4861-91A7-75262C3BD5A7}" type="parTrans" cxnId="{0D4CF44B-B9DE-4AEF-BF07-B25662DDB05D}">
      <dgm:prSet/>
      <dgm:spPr/>
      <dgm:t>
        <a:bodyPr/>
        <a:lstStyle/>
        <a:p>
          <a:endParaRPr lang="en-US"/>
        </a:p>
      </dgm:t>
    </dgm:pt>
    <dgm:pt modelId="{36057048-10F6-45D0-8756-263085F1537F}" type="sibTrans" cxnId="{0D4CF44B-B9DE-4AEF-BF07-B25662DDB05D}">
      <dgm:prSet/>
      <dgm:spPr/>
      <dgm:t>
        <a:bodyPr/>
        <a:lstStyle/>
        <a:p>
          <a:endParaRPr lang="en-US"/>
        </a:p>
      </dgm:t>
    </dgm:pt>
    <dgm:pt modelId="{BD105D7E-8783-45B2-A412-9CDB0BED9692}">
      <dgm:prSet/>
      <dgm:spPr/>
      <dgm:t>
        <a:bodyPr/>
        <a:lstStyle/>
        <a:p>
          <a:pPr rtl="0"/>
          <a:r>
            <a:rPr lang="en-US" dirty="0">
              <a:latin typeface="Aptos"/>
            </a:rPr>
            <a:t> </a:t>
          </a:r>
          <a:r>
            <a:rPr lang="en-US" b="1" dirty="0">
              <a:latin typeface="Aptos"/>
            </a:rPr>
            <a:t>Look</a:t>
          </a:r>
          <a:r>
            <a:rPr lang="en-US" dirty="0">
              <a:latin typeface="Aptos"/>
            </a:rPr>
            <a:t> to be challenged, not overwhelmed</a:t>
          </a:r>
        </a:p>
      </dgm:t>
    </dgm:pt>
    <dgm:pt modelId="{F1771C18-D4D6-4A58-909C-27EE6F02B881}" type="parTrans" cxnId="{9D32A4C1-EAB9-48E5-A28D-EDEEA2FC7AAB}">
      <dgm:prSet/>
      <dgm:spPr/>
      <dgm:t>
        <a:bodyPr/>
        <a:lstStyle/>
        <a:p>
          <a:endParaRPr lang="en-US"/>
        </a:p>
      </dgm:t>
    </dgm:pt>
    <dgm:pt modelId="{A8105A0F-A076-417F-BB15-53A3671EB91C}" type="sibTrans" cxnId="{9D32A4C1-EAB9-48E5-A28D-EDEEA2FC7AAB}">
      <dgm:prSet/>
      <dgm:spPr/>
      <dgm:t>
        <a:bodyPr/>
        <a:lstStyle/>
        <a:p>
          <a:endParaRPr lang="en-US"/>
        </a:p>
      </dgm:t>
    </dgm:pt>
    <dgm:pt modelId="{474DFB95-9D40-465E-9D07-23A47A7A3CCF}" type="pres">
      <dgm:prSet presAssocID="{6AF7DA22-FA7B-42A3-89E7-B074A89BA51C}" presName="hierChild1" presStyleCnt="0">
        <dgm:presLayoutVars>
          <dgm:chPref val="1"/>
          <dgm:dir/>
          <dgm:animOne val="branch"/>
          <dgm:animLvl val="lvl"/>
          <dgm:resizeHandles/>
        </dgm:presLayoutVars>
      </dgm:prSet>
      <dgm:spPr/>
    </dgm:pt>
    <dgm:pt modelId="{696096E2-24E5-4157-8FA2-F768B4FEDEEB}" type="pres">
      <dgm:prSet presAssocID="{3205709D-4917-4D64-BEB4-32182F290CEE}" presName="hierRoot1" presStyleCnt="0"/>
      <dgm:spPr/>
    </dgm:pt>
    <dgm:pt modelId="{3A5BA85D-D80A-49FC-883B-E9B276676BFC}" type="pres">
      <dgm:prSet presAssocID="{3205709D-4917-4D64-BEB4-32182F290CEE}" presName="composite" presStyleCnt="0"/>
      <dgm:spPr/>
    </dgm:pt>
    <dgm:pt modelId="{220A4FD2-B64B-48EF-AD7B-95F1050586C7}" type="pres">
      <dgm:prSet presAssocID="{3205709D-4917-4D64-BEB4-32182F290CEE}" presName="background" presStyleLbl="node0" presStyleIdx="0" presStyleCnt="3"/>
      <dgm:spPr/>
    </dgm:pt>
    <dgm:pt modelId="{A6FA1C3A-61B9-4E38-B018-E3DEEA2BAB2C}" type="pres">
      <dgm:prSet presAssocID="{3205709D-4917-4D64-BEB4-32182F290CEE}" presName="text" presStyleLbl="fgAcc0" presStyleIdx="0" presStyleCnt="3">
        <dgm:presLayoutVars>
          <dgm:chPref val="3"/>
        </dgm:presLayoutVars>
      </dgm:prSet>
      <dgm:spPr/>
    </dgm:pt>
    <dgm:pt modelId="{2D42DDCB-A15B-4841-9301-8E15AB6E8E56}" type="pres">
      <dgm:prSet presAssocID="{3205709D-4917-4D64-BEB4-32182F290CEE}" presName="hierChild2" presStyleCnt="0"/>
      <dgm:spPr/>
    </dgm:pt>
    <dgm:pt modelId="{815BA213-0562-43D4-947C-1AF22AFC022A}" type="pres">
      <dgm:prSet presAssocID="{BE763CD4-0629-4436-A76D-281FB772FB0C}" presName="hierRoot1" presStyleCnt="0"/>
      <dgm:spPr/>
    </dgm:pt>
    <dgm:pt modelId="{621D0C8F-974D-48A3-8990-3CBDA4C1A76F}" type="pres">
      <dgm:prSet presAssocID="{BE763CD4-0629-4436-A76D-281FB772FB0C}" presName="composite" presStyleCnt="0"/>
      <dgm:spPr/>
    </dgm:pt>
    <dgm:pt modelId="{A147B5EC-F0C3-4993-886B-CA3237C9F384}" type="pres">
      <dgm:prSet presAssocID="{BE763CD4-0629-4436-A76D-281FB772FB0C}" presName="background" presStyleLbl="node0" presStyleIdx="1" presStyleCnt="3"/>
      <dgm:spPr/>
    </dgm:pt>
    <dgm:pt modelId="{F3524DA0-6203-4FF7-A22C-896B5E8AD9ED}" type="pres">
      <dgm:prSet presAssocID="{BE763CD4-0629-4436-A76D-281FB772FB0C}" presName="text" presStyleLbl="fgAcc0" presStyleIdx="1" presStyleCnt="3">
        <dgm:presLayoutVars>
          <dgm:chPref val="3"/>
        </dgm:presLayoutVars>
      </dgm:prSet>
      <dgm:spPr/>
    </dgm:pt>
    <dgm:pt modelId="{C4E30B7D-2D9A-4B7D-A383-B5FE83E62996}" type="pres">
      <dgm:prSet presAssocID="{BE763CD4-0629-4436-A76D-281FB772FB0C}" presName="hierChild2" presStyleCnt="0"/>
      <dgm:spPr/>
    </dgm:pt>
    <dgm:pt modelId="{A110FDF9-2BED-4401-BB99-61D6B680ADCD}" type="pres">
      <dgm:prSet presAssocID="{BD105D7E-8783-45B2-A412-9CDB0BED9692}" presName="hierRoot1" presStyleCnt="0"/>
      <dgm:spPr/>
    </dgm:pt>
    <dgm:pt modelId="{16C57E2D-F898-494E-8813-9D69DFC7D51B}" type="pres">
      <dgm:prSet presAssocID="{BD105D7E-8783-45B2-A412-9CDB0BED9692}" presName="composite" presStyleCnt="0"/>
      <dgm:spPr/>
    </dgm:pt>
    <dgm:pt modelId="{C14CE37D-D76F-41DB-ADF9-EE3F6D71DD9C}" type="pres">
      <dgm:prSet presAssocID="{BD105D7E-8783-45B2-A412-9CDB0BED9692}" presName="background" presStyleLbl="node0" presStyleIdx="2" presStyleCnt="3"/>
      <dgm:spPr/>
    </dgm:pt>
    <dgm:pt modelId="{0917DDA1-DBF3-47AB-9783-10BB651E7A25}" type="pres">
      <dgm:prSet presAssocID="{BD105D7E-8783-45B2-A412-9CDB0BED9692}" presName="text" presStyleLbl="fgAcc0" presStyleIdx="2" presStyleCnt="3">
        <dgm:presLayoutVars>
          <dgm:chPref val="3"/>
        </dgm:presLayoutVars>
      </dgm:prSet>
      <dgm:spPr/>
    </dgm:pt>
    <dgm:pt modelId="{2AC0DD96-6C77-4F73-89DA-1136509B081B}" type="pres">
      <dgm:prSet presAssocID="{BD105D7E-8783-45B2-A412-9CDB0BED9692}" presName="hierChild2" presStyleCnt="0"/>
      <dgm:spPr/>
    </dgm:pt>
  </dgm:ptLst>
  <dgm:cxnLst>
    <dgm:cxn modelId="{A94B3A34-361F-4261-82DF-5D2944A368A9}" srcId="{6AF7DA22-FA7B-42A3-89E7-B074A89BA51C}" destId="{3205709D-4917-4D64-BEB4-32182F290CEE}" srcOrd="0" destOrd="0" parTransId="{F21F4345-A258-4289-BC14-D0D959116953}" sibTransId="{864FA116-D533-43A2-9278-F9B994C94FEA}"/>
    <dgm:cxn modelId="{0D4CF44B-B9DE-4AEF-BF07-B25662DDB05D}" srcId="{6AF7DA22-FA7B-42A3-89E7-B074A89BA51C}" destId="{BE763CD4-0629-4436-A76D-281FB772FB0C}" srcOrd="1" destOrd="0" parTransId="{785E0E49-3578-4861-91A7-75262C3BD5A7}" sibTransId="{36057048-10F6-45D0-8756-263085F1537F}"/>
    <dgm:cxn modelId="{2AE7CA5A-82B6-4DDD-99A3-525A899EDD80}" type="presOf" srcId="{BD105D7E-8783-45B2-A412-9CDB0BED9692}" destId="{0917DDA1-DBF3-47AB-9783-10BB651E7A25}" srcOrd="0" destOrd="0" presId="urn:microsoft.com/office/officeart/2005/8/layout/hierarchy1"/>
    <dgm:cxn modelId="{5484AB5D-4B8D-4F3E-9E6D-092C8990EF9F}" type="presOf" srcId="{6AF7DA22-FA7B-42A3-89E7-B074A89BA51C}" destId="{474DFB95-9D40-465E-9D07-23A47A7A3CCF}" srcOrd="0" destOrd="0" presId="urn:microsoft.com/office/officeart/2005/8/layout/hierarchy1"/>
    <dgm:cxn modelId="{9D32A4C1-EAB9-48E5-A28D-EDEEA2FC7AAB}" srcId="{6AF7DA22-FA7B-42A3-89E7-B074A89BA51C}" destId="{BD105D7E-8783-45B2-A412-9CDB0BED9692}" srcOrd="2" destOrd="0" parTransId="{F1771C18-D4D6-4A58-909C-27EE6F02B881}" sibTransId="{A8105A0F-A076-417F-BB15-53A3671EB91C}"/>
    <dgm:cxn modelId="{F5FF4EC8-439D-455D-9AE6-9FC5930B8C16}" type="presOf" srcId="{BE763CD4-0629-4436-A76D-281FB772FB0C}" destId="{F3524DA0-6203-4FF7-A22C-896B5E8AD9ED}" srcOrd="0" destOrd="0" presId="urn:microsoft.com/office/officeart/2005/8/layout/hierarchy1"/>
    <dgm:cxn modelId="{EF619CF6-4232-4131-B9C3-18EFAE8F06EC}" type="presOf" srcId="{3205709D-4917-4D64-BEB4-32182F290CEE}" destId="{A6FA1C3A-61B9-4E38-B018-E3DEEA2BAB2C}" srcOrd="0" destOrd="0" presId="urn:microsoft.com/office/officeart/2005/8/layout/hierarchy1"/>
    <dgm:cxn modelId="{6EC5DD8D-D66D-4A8B-9A09-0F43BFAA545B}" type="presParOf" srcId="{474DFB95-9D40-465E-9D07-23A47A7A3CCF}" destId="{696096E2-24E5-4157-8FA2-F768B4FEDEEB}" srcOrd="0" destOrd="0" presId="urn:microsoft.com/office/officeart/2005/8/layout/hierarchy1"/>
    <dgm:cxn modelId="{6D94F416-B586-472C-ABFF-652FD0DACF68}" type="presParOf" srcId="{696096E2-24E5-4157-8FA2-F768B4FEDEEB}" destId="{3A5BA85D-D80A-49FC-883B-E9B276676BFC}" srcOrd="0" destOrd="0" presId="urn:microsoft.com/office/officeart/2005/8/layout/hierarchy1"/>
    <dgm:cxn modelId="{8E13DCBB-914F-4E1E-9F78-BB0FD6E709EA}" type="presParOf" srcId="{3A5BA85D-D80A-49FC-883B-E9B276676BFC}" destId="{220A4FD2-B64B-48EF-AD7B-95F1050586C7}" srcOrd="0" destOrd="0" presId="urn:microsoft.com/office/officeart/2005/8/layout/hierarchy1"/>
    <dgm:cxn modelId="{D4B5CD4E-0DA2-4741-8571-4FDCEC5ACD56}" type="presParOf" srcId="{3A5BA85D-D80A-49FC-883B-E9B276676BFC}" destId="{A6FA1C3A-61B9-4E38-B018-E3DEEA2BAB2C}" srcOrd="1" destOrd="0" presId="urn:microsoft.com/office/officeart/2005/8/layout/hierarchy1"/>
    <dgm:cxn modelId="{6DFFB72C-8CA5-479D-96D8-FC3B06DFB348}" type="presParOf" srcId="{696096E2-24E5-4157-8FA2-F768B4FEDEEB}" destId="{2D42DDCB-A15B-4841-9301-8E15AB6E8E56}" srcOrd="1" destOrd="0" presId="urn:microsoft.com/office/officeart/2005/8/layout/hierarchy1"/>
    <dgm:cxn modelId="{E79D1C6B-4C43-4922-AD7D-68132D4E5881}" type="presParOf" srcId="{474DFB95-9D40-465E-9D07-23A47A7A3CCF}" destId="{815BA213-0562-43D4-947C-1AF22AFC022A}" srcOrd="1" destOrd="0" presId="urn:microsoft.com/office/officeart/2005/8/layout/hierarchy1"/>
    <dgm:cxn modelId="{F6D22C10-E09D-4F7B-BF62-BE60679E0E52}" type="presParOf" srcId="{815BA213-0562-43D4-947C-1AF22AFC022A}" destId="{621D0C8F-974D-48A3-8990-3CBDA4C1A76F}" srcOrd="0" destOrd="0" presId="urn:microsoft.com/office/officeart/2005/8/layout/hierarchy1"/>
    <dgm:cxn modelId="{6F0021F3-A044-4DB4-A058-6DC9124BD85D}" type="presParOf" srcId="{621D0C8F-974D-48A3-8990-3CBDA4C1A76F}" destId="{A147B5EC-F0C3-4993-886B-CA3237C9F384}" srcOrd="0" destOrd="0" presId="urn:microsoft.com/office/officeart/2005/8/layout/hierarchy1"/>
    <dgm:cxn modelId="{4697BFC6-4E6D-4CCB-8C80-508AAFB2B2D0}" type="presParOf" srcId="{621D0C8F-974D-48A3-8990-3CBDA4C1A76F}" destId="{F3524DA0-6203-4FF7-A22C-896B5E8AD9ED}" srcOrd="1" destOrd="0" presId="urn:microsoft.com/office/officeart/2005/8/layout/hierarchy1"/>
    <dgm:cxn modelId="{D68464D2-9679-46F6-8143-97357CEBD64A}" type="presParOf" srcId="{815BA213-0562-43D4-947C-1AF22AFC022A}" destId="{C4E30B7D-2D9A-4B7D-A383-B5FE83E62996}" srcOrd="1" destOrd="0" presId="urn:microsoft.com/office/officeart/2005/8/layout/hierarchy1"/>
    <dgm:cxn modelId="{1FA7939C-074C-450F-82EB-934EEBF85D3F}" type="presParOf" srcId="{474DFB95-9D40-465E-9D07-23A47A7A3CCF}" destId="{A110FDF9-2BED-4401-BB99-61D6B680ADCD}" srcOrd="2" destOrd="0" presId="urn:microsoft.com/office/officeart/2005/8/layout/hierarchy1"/>
    <dgm:cxn modelId="{1B8C4B96-C4B9-450D-96C8-C4C483E03D2A}" type="presParOf" srcId="{A110FDF9-2BED-4401-BB99-61D6B680ADCD}" destId="{16C57E2D-F898-494E-8813-9D69DFC7D51B}" srcOrd="0" destOrd="0" presId="urn:microsoft.com/office/officeart/2005/8/layout/hierarchy1"/>
    <dgm:cxn modelId="{1E71A174-DFC7-42B4-9F40-D5DB29AFFA32}" type="presParOf" srcId="{16C57E2D-F898-494E-8813-9D69DFC7D51B}" destId="{C14CE37D-D76F-41DB-ADF9-EE3F6D71DD9C}" srcOrd="0" destOrd="0" presId="urn:microsoft.com/office/officeart/2005/8/layout/hierarchy1"/>
    <dgm:cxn modelId="{E627E982-047C-4683-AF33-EA099ECB8C2D}" type="presParOf" srcId="{16C57E2D-F898-494E-8813-9D69DFC7D51B}" destId="{0917DDA1-DBF3-47AB-9783-10BB651E7A25}" srcOrd="1" destOrd="0" presId="urn:microsoft.com/office/officeart/2005/8/layout/hierarchy1"/>
    <dgm:cxn modelId="{2C743A7D-F5EF-422F-A279-38B5FEE8D060}" type="presParOf" srcId="{A110FDF9-2BED-4401-BB99-61D6B680ADCD}" destId="{2AC0DD96-6C77-4F73-89DA-1136509B081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F7DA22-FA7B-42A3-89E7-B074A89BA51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205709D-4917-4D64-BEB4-32182F290CEE}">
      <dgm:prSet/>
      <dgm:spPr/>
      <dgm:t>
        <a:bodyPr/>
        <a:lstStyle/>
        <a:p>
          <a:pPr algn="l" rtl="0">
            <a:lnSpc>
              <a:spcPct val="90000"/>
            </a:lnSpc>
          </a:pPr>
          <a:r>
            <a:rPr lang="en-US" b="1" dirty="0">
              <a:latin typeface="Aptos"/>
            </a:rPr>
            <a:t>Be proactive</a:t>
          </a:r>
          <a:r>
            <a:rPr lang="en-US" dirty="0">
              <a:latin typeface="Aptos"/>
            </a:rPr>
            <a:t>; find people who will help you </a:t>
          </a:r>
        </a:p>
      </dgm:t>
    </dgm:pt>
    <dgm:pt modelId="{F21F4345-A258-4289-BC14-D0D959116953}" type="parTrans" cxnId="{A94B3A34-361F-4261-82DF-5D2944A368A9}">
      <dgm:prSet/>
      <dgm:spPr/>
      <dgm:t>
        <a:bodyPr/>
        <a:lstStyle/>
        <a:p>
          <a:endParaRPr lang="en-US"/>
        </a:p>
      </dgm:t>
    </dgm:pt>
    <dgm:pt modelId="{864FA116-D533-43A2-9278-F9B994C94FEA}" type="sibTrans" cxnId="{A94B3A34-361F-4261-82DF-5D2944A368A9}">
      <dgm:prSet/>
      <dgm:spPr/>
      <dgm:t>
        <a:bodyPr/>
        <a:lstStyle/>
        <a:p>
          <a:endParaRPr lang="en-US"/>
        </a:p>
      </dgm:t>
    </dgm:pt>
    <dgm:pt modelId="{BD105D7E-8783-45B2-A412-9CDB0BED9692}">
      <dgm:prSet/>
      <dgm:spPr/>
      <dgm:t>
        <a:bodyPr/>
        <a:lstStyle/>
        <a:p>
          <a:pPr algn="l" rtl="0">
            <a:lnSpc>
              <a:spcPct val="90000"/>
            </a:lnSpc>
          </a:pPr>
          <a:r>
            <a:rPr lang="en-US" b="1" dirty="0">
              <a:latin typeface="Aptos"/>
            </a:rPr>
            <a:t>Own up </a:t>
          </a:r>
          <a:r>
            <a:rPr lang="en-US" b="0" dirty="0">
              <a:latin typeface="Aptos"/>
            </a:rPr>
            <a:t>if you don't understand;</a:t>
          </a:r>
          <a:r>
            <a:rPr lang="en-US" dirty="0">
              <a:latin typeface="Aptos"/>
            </a:rPr>
            <a:t> people who act smart get less help</a:t>
          </a:r>
        </a:p>
      </dgm:t>
    </dgm:pt>
    <dgm:pt modelId="{F1771C18-D4D6-4A58-909C-27EE6F02B881}" type="parTrans" cxnId="{9D32A4C1-EAB9-48E5-A28D-EDEEA2FC7AAB}">
      <dgm:prSet/>
      <dgm:spPr/>
      <dgm:t>
        <a:bodyPr/>
        <a:lstStyle/>
        <a:p>
          <a:endParaRPr lang="en-US"/>
        </a:p>
      </dgm:t>
    </dgm:pt>
    <dgm:pt modelId="{A8105A0F-A076-417F-BB15-53A3671EB91C}" type="sibTrans" cxnId="{9D32A4C1-EAB9-48E5-A28D-EDEEA2FC7AAB}">
      <dgm:prSet/>
      <dgm:spPr/>
      <dgm:t>
        <a:bodyPr/>
        <a:lstStyle/>
        <a:p>
          <a:endParaRPr lang="en-US"/>
        </a:p>
      </dgm:t>
    </dgm:pt>
    <dgm:pt modelId="{9AF556A3-512B-4069-8C3D-F0765BB71D57}" type="pres">
      <dgm:prSet presAssocID="{6AF7DA22-FA7B-42A3-89E7-B074A89BA51C}" presName="hierChild1" presStyleCnt="0">
        <dgm:presLayoutVars>
          <dgm:chPref val="1"/>
          <dgm:dir/>
          <dgm:animOne val="branch"/>
          <dgm:animLvl val="lvl"/>
          <dgm:resizeHandles/>
        </dgm:presLayoutVars>
      </dgm:prSet>
      <dgm:spPr/>
    </dgm:pt>
    <dgm:pt modelId="{78E33FBC-16F7-48BD-A527-FB191ACFC1AD}" type="pres">
      <dgm:prSet presAssocID="{3205709D-4917-4D64-BEB4-32182F290CEE}" presName="hierRoot1" presStyleCnt="0"/>
      <dgm:spPr/>
    </dgm:pt>
    <dgm:pt modelId="{C9839700-E2CD-42F5-B7BE-48F140D7AC5A}" type="pres">
      <dgm:prSet presAssocID="{3205709D-4917-4D64-BEB4-32182F290CEE}" presName="composite" presStyleCnt="0"/>
      <dgm:spPr/>
    </dgm:pt>
    <dgm:pt modelId="{AD47BFD4-A3F9-4BF6-99FB-2AA02DBCF656}" type="pres">
      <dgm:prSet presAssocID="{3205709D-4917-4D64-BEB4-32182F290CEE}" presName="background" presStyleLbl="node0" presStyleIdx="0" presStyleCnt="2"/>
      <dgm:spPr/>
    </dgm:pt>
    <dgm:pt modelId="{1635EDA2-22BB-47E7-8510-DB221A2A87E8}" type="pres">
      <dgm:prSet presAssocID="{3205709D-4917-4D64-BEB4-32182F290CEE}" presName="text" presStyleLbl="fgAcc0" presStyleIdx="0" presStyleCnt="2">
        <dgm:presLayoutVars>
          <dgm:chPref val="3"/>
        </dgm:presLayoutVars>
      </dgm:prSet>
      <dgm:spPr/>
    </dgm:pt>
    <dgm:pt modelId="{12BD78A8-67E6-4F8B-80C9-977C7CD84631}" type="pres">
      <dgm:prSet presAssocID="{3205709D-4917-4D64-BEB4-32182F290CEE}" presName="hierChild2" presStyleCnt="0"/>
      <dgm:spPr/>
    </dgm:pt>
    <dgm:pt modelId="{D5F05D0E-5E20-4788-93D5-1C7FA8210D2F}" type="pres">
      <dgm:prSet presAssocID="{BD105D7E-8783-45B2-A412-9CDB0BED9692}" presName="hierRoot1" presStyleCnt="0"/>
      <dgm:spPr/>
    </dgm:pt>
    <dgm:pt modelId="{FA9BFE04-0BE2-4077-BF12-FEEBC9323B65}" type="pres">
      <dgm:prSet presAssocID="{BD105D7E-8783-45B2-A412-9CDB0BED9692}" presName="composite" presStyleCnt="0"/>
      <dgm:spPr/>
    </dgm:pt>
    <dgm:pt modelId="{5DF6C975-DFAF-432F-8D46-78560A29ACA8}" type="pres">
      <dgm:prSet presAssocID="{BD105D7E-8783-45B2-A412-9CDB0BED9692}" presName="background" presStyleLbl="node0" presStyleIdx="1" presStyleCnt="2"/>
      <dgm:spPr/>
    </dgm:pt>
    <dgm:pt modelId="{6859634C-E0B1-4D87-BBD8-61D8F7BCA0E7}" type="pres">
      <dgm:prSet presAssocID="{BD105D7E-8783-45B2-A412-9CDB0BED9692}" presName="text" presStyleLbl="fgAcc0" presStyleIdx="1" presStyleCnt="2">
        <dgm:presLayoutVars>
          <dgm:chPref val="3"/>
        </dgm:presLayoutVars>
      </dgm:prSet>
      <dgm:spPr/>
    </dgm:pt>
    <dgm:pt modelId="{2C0EA091-7E1F-43EC-80AF-26C48F74C67B}" type="pres">
      <dgm:prSet presAssocID="{BD105D7E-8783-45B2-A412-9CDB0BED9692}" presName="hierChild2" presStyleCnt="0"/>
      <dgm:spPr/>
    </dgm:pt>
  </dgm:ptLst>
  <dgm:cxnLst>
    <dgm:cxn modelId="{CA04CE1D-354D-4950-92C4-665A85588412}" type="presOf" srcId="{BD105D7E-8783-45B2-A412-9CDB0BED9692}" destId="{6859634C-E0B1-4D87-BBD8-61D8F7BCA0E7}" srcOrd="0" destOrd="0" presId="urn:microsoft.com/office/officeart/2005/8/layout/hierarchy1"/>
    <dgm:cxn modelId="{A94B3A34-361F-4261-82DF-5D2944A368A9}" srcId="{6AF7DA22-FA7B-42A3-89E7-B074A89BA51C}" destId="{3205709D-4917-4D64-BEB4-32182F290CEE}" srcOrd="0" destOrd="0" parTransId="{F21F4345-A258-4289-BC14-D0D959116953}" sibTransId="{864FA116-D533-43A2-9278-F9B994C94FEA}"/>
    <dgm:cxn modelId="{2CAB8069-1579-4D3A-B97F-1C557FB3C2A1}" type="presOf" srcId="{6AF7DA22-FA7B-42A3-89E7-B074A89BA51C}" destId="{9AF556A3-512B-4069-8C3D-F0765BB71D57}" srcOrd="0" destOrd="0" presId="urn:microsoft.com/office/officeart/2005/8/layout/hierarchy1"/>
    <dgm:cxn modelId="{C7AEA99F-36E0-44D1-BD9A-4A7D42EF217A}" type="presOf" srcId="{3205709D-4917-4D64-BEB4-32182F290CEE}" destId="{1635EDA2-22BB-47E7-8510-DB221A2A87E8}" srcOrd="0" destOrd="0" presId="urn:microsoft.com/office/officeart/2005/8/layout/hierarchy1"/>
    <dgm:cxn modelId="{9D32A4C1-EAB9-48E5-A28D-EDEEA2FC7AAB}" srcId="{6AF7DA22-FA7B-42A3-89E7-B074A89BA51C}" destId="{BD105D7E-8783-45B2-A412-9CDB0BED9692}" srcOrd="1" destOrd="0" parTransId="{F1771C18-D4D6-4A58-909C-27EE6F02B881}" sibTransId="{A8105A0F-A076-417F-BB15-53A3671EB91C}"/>
    <dgm:cxn modelId="{82DF0439-0CD6-41A9-B274-801F6C9F5425}" type="presParOf" srcId="{9AF556A3-512B-4069-8C3D-F0765BB71D57}" destId="{78E33FBC-16F7-48BD-A527-FB191ACFC1AD}" srcOrd="0" destOrd="0" presId="urn:microsoft.com/office/officeart/2005/8/layout/hierarchy1"/>
    <dgm:cxn modelId="{07E054DC-EF8D-4865-9121-4DAAD8A11512}" type="presParOf" srcId="{78E33FBC-16F7-48BD-A527-FB191ACFC1AD}" destId="{C9839700-E2CD-42F5-B7BE-48F140D7AC5A}" srcOrd="0" destOrd="0" presId="urn:microsoft.com/office/officeart/2005/8/layout/hierarchy1"/>
    <dgm:cxn modelId="{6AEFA52A-BA72-4D41-A4E3-12B2B67CC726}" type="presParOf" srcId="{C9839700-E2CD-42F5-B7BE-48F140D7AC5A}" destId="{AD47BFD4-A3F9-4BF6-99FB-2AA02DBCF656}" srcOrd="0" destOrd="0" presId="urn:microsoft.com/office/officeart/2005/8/layout/hierarchy1"/>
    <dgm:cxn modelId="{C38FED8D-5EB7-400D-ACB2-F9D50EEDD268}" type="presParOf" srcId="{C9839700-E2CD-42F5-B7BE-48F140D7AC5A}" destId="{1635EDA2-22BB-47E7-8510-DB221A2A87E8}" srcOrd="1" destOrd="0" presId="urn:microsoft.com/office/officeart/2005/8/layout/hierarchy1"/>
    <dgm:cxn modelId="{7142857A-F3D7-4DDF-9360-A3343262BF48}" type="presParOf" srcId="{78E33FBC-16F7-48BD-A527-FB191ACFC1AD}" destId="{12BD78A8-67E6-4F8B-80C9-977C7CD84631}" srcOrd="1" destOrd="0" presId="urn:microsoft.com/office/officeart/2005/8/layout/hierarchy1"/>
    <dgm:cxn modelId="{97B2554B-4EA7-42E7-AB08-D694113EEA88}" type="presParOf" srcId="{9AF556A3-512B-4069-8C3D-F0765BB71D57}" destId="{D5F05D0E-5E20-4788-93D5-1C7FA8210D2F}" srcOrd="1" destOrd="0" presId="urn:microsoft.com/office/officeart/2005/8/layout/hierarchy1"/>
    <dgm:cxn modelId="{C94A9719-FEBA-43D6-AF88-08216F2285A5}" type="presParOf" srcId="{D5F05D0E-5E20-4788-93D5-1C7FA8210D2F}" destId="{FA9BFE04-0BE2-4077-BF12-FEEBC9323B65}" srcOrd="0" destOrd="0" presId="urn:microsoft.com/office/officeart/2005/8/layout/hierarchy1"/>
    <dgm:cxn modelId="{B6F82140-0CD5-4E3F-8795-5460C9543C3E}" type="presParOf" srcId="{FA9BFE04-0BE2-4077-BF12-FEEBC9323B65}" destId="{5DF6C975-DFAF-432F-8D46-78560A29ACA8}" srcOrd="0" destOrd="0" presId="urn:microsoft.com/office/officeart/2005/8/layout/hierarchy1"/>
    <dgm:cxn modelId="{B726284A-9F86-4FD0-A5DC-78D81579BB5A}" type="presParOf" srcId="{FA9BFE04-0BE2-4077-BF12-FEEBC9323B65}" destId="{6859634C-E0B1-4D87-BBD8-61D8F7BCA0E7}" srcOrd="1" destOrd="0" presId="urn:microsoft.com/office/officeart/2005/8/layout/hierarchy1"/>
    <dgm:cxn modelId="{D83E059D-8DC5-48E8-A7DE-80C50DA7C034}" type="presParOf" srcId="{D5F05D0E-5E20-4788-93D5-1C7FA8210D2F}" destId="{2C0EA091-7E1F-43EC-80AF-26C48F74C67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EFEC49-210A-4B22-8C29-5E50E2794D7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8F6E146-D5FC-4848-9CA5-12B9D30B7D4E}">
      <dgm:prSet/>
      <dgm:spPr/>
      <dgm:t>
        <a:bodyPr/>
        <a:lstStyle/>
        <a:p>
          <a:pPr rtl="0"/>
          <a:r>
            <a:rPr lang="en-US" dirty="0"/>
            <a:t>Come with questions about </a:t>
          </a:r>
          <a:r>
            <a:rPr lang="en-US" dirty="0">
              <a:latin typeface="Aptos Display" panose="020F0302020204030204"/>
            </a:rPr>
            <a:t>their research</a:t>
          </a:r>
          <a:endParaRPr lang="en-US" dirty="0"/>
        </a:p>
      </dgm:t>
    </dgm:pt>
    <dgm:pt modelId="{5EB67C7D-BEA1-413C-A412-69D85BEF1445}" type="parTrans" cxnId="{8C5B424F-2B25-4C8D-9381-12796A538E99}">
      <dgm:prSet/>
      <dgm:spPr/>
      <dgm:t>
        <a:bodyPr/>
        <a:lstStyle/>
        <a:p>
          <a:endParaRPr lang="en-US"/>
        </a:p>
      </dgm:t>
    </dgm:pt>
    <dgm:pt modelId="{B97B12F8-20E0-4E1B-A398-44A58D69187C}" type="sibTrans" cxnId="{8C5B424F-2B25-4C8D-9381-12796A538E99}">
      <dgm:prSet/>
      <dgm:spPr/>
      <dgm:t>
        <a:bodyPr/>
        <a:lstStyle/>
        <a:p>
          <a:endParaRPr lang="en-US"/>
        </a:p>
      </dgm:t>
    </dgm:pt>
    <dgm:pt modelId="{72424E25-49BA-46CE-A053-1FB0F988A317}">
      <dgm:prSet/>
      <dgm:spPr/>
      <dgm:t>
        <a:bodyPr/>
        <a:lstStyle/>
        <a:p>
          <a:r>
            <a:rPr lang="en-US" dirty="0"/>
            <a:t>Memorize your elevator pitch</a:t>
          </a:r>
        </a:p>
      </dgm:t>
    </dgm:pt>
    <dgm:pt modelId="{4985853D-1236-4188-B96B-C1EC756377E7}" type="parTrans" cxnId="{99FD6AF4-4FF0-4E32-94D1-822A671448EC}">
      <dgm:prSet/>
      <dgm:spPr/>
      <dgm:t>
        <a:bodyPr/>
        <a:lstStyle/>
        <a:p>
          <a:endParaRPr lang="en-US"/>
        </a:p>
      </dgm:t>
    </dgm:pt>
    <dgm:pt modelId="{24DBA827-3166-4354-8C9A-433A95CB3AFF}" type="sibTrans" cxnId="{99FD6AF4-4FF0-4E32-94D1-822A671448EC}">
      <dgm:prSet/>
      <dgm:spPr/>
      <dgm:t>
        <a:bodyPr/>
        <a:lstStyle/>
        <a:p>
          <a:endParaRPr lang="en-US"/>
        </a:p>
      </dgm:t>
    </dgm:pt>
    <dgm:pt modelId="{18C50668-9FEA-42BC-98B5-E18FC6875863}">
      <dgm:prSet/>
      <dgm:spPr/>
      <dgm:t>
        <a:bodyPr/>
        <a:lstStyle/>
        <a:p>
          <a:r>
            <a:rPr lang="en-US" dirty="0"/>
            <a:t>Scout and research people you want to talk with</a:t>
          </a:r>
        </a:p>
      </dgm:t>
    </dgm:pt>
    <dgm:pt modelId="{230D7EE3-BD1F-4093-BDF5-549E9D43E7A2}" type="parTrans" cxnId="{E8547CD9-789A-4FFD-A628-663FDC1DD914}">
      <dgm:prSet/>
      <dgm:spPr/>
      <dgm:t>
        <a:bodyPr/>
        <a:lstStyle/>
        <a:p>
          <a:endParaRPr lang="en-US"/>
        </a:p>
      </dgm:t>
    </dgm:pt>
    <dgm:pt modelId="{6B6201B9-A09B-4616-A03B-A240E08381B4}" type="sibTrans" cxnId="{E8547CD9-789A-4FFD-A628-663FDC1DD914}">
      <dgm:prSet/>
      <dgm:spPr/>
      <dgm:t>
        <a:bodyPr/>
        <a:lstStyle/>
        <a:p>
          <a:endParaRPr lang="en-US"/>
        </a:p>
      </dgm:t>
    </dgm:pt>
    <dgm:pt modelId="{BA4E8895-BDC2-4516-85C5-D66677623343}">
      <dgm:prSet/>
      <dgm:spPr/>
      <dgm:t>
        <a:bodyPr/>
        <a:lstStyle/>
        <a:p>
          <a:r>
            <a:rPr lang="en-US" dirty="0"/>
            <a:t>Follow up</a:t>
          </a:r>
        </a:p>
      </dgm:t>
    </dgm:pt>
    <dgm:pt modelId="{CBB1BEB7-A16D-45DE-B284-68828337686A}" type="parTrans" cxnId="{C6846652-BFDD-452E-9C28-14DE89A77364}">
      <dgm:prSet/>
      <dgm:spPr/>
      <dgm:t>
        <a:bodyPr/>
        <a:lstStyle/>
        <a:p>
          <a:endParaRPr lang="en-US"/>
        </a:p>
      </dgm:t>
    </dgm:pt>
    <dgm:pt modelId="{60D793BF-FFDA-4C63-B42A-9B0707B80975}" type="sibTrans" cxnId="{C6846652-BFDD-452E-9C28-14DE89A77364}">
      <dgm:prSet/>
      <dgm:spPr/>
      <dgm:t>
        <a:bodyPr/>
        <a:lstStyle/>
        <a:p>
          <a:endParaRPr lang="en-US"/>
        </a:p>
      </dgm:t>
    </dgm:pt>
    <dgm:pt modelId="{9FA4D479-C07F-4A2D-AAA5-8C16FB2188AD}" type="pres">
      <dgm:prSet presAssocID="{ADEFEC49-210A-4B22-8C29-5E50E2794D7A}" presName="hierChild1" presStyleCnt="0">
        <dgm:presLayoutVars>
          <dgm:chPref val="1"/>
          <dgm:dir/>
          <dgm:animOne val="branch"/>
          <dgm:animLvl val="lvl"/>
          <dgm:resizeHandles/>
        </dgm:presLayoutVars>
      </dgm:prSet>
      <dgm:spPr/>
    </dgm:pt>
    <dgm:pt modelId="{1E30992B-8230-4F02-BF29-09B0CFBD93DD}" type="pres">
      <dgm:prSet presAssocID="{B8F6E146-D5FC-4848-9CA5-12B9D30B7D4E}" presName="hierRoot1" presStyleCnt="0"/>
      <dgm:spPr/>
    </dgm:pt>
    <dgm:pt modelId="{5FF3AE04-7E61-492A-9A35-10F3A354FB58}" type="pres">
      <dgm:prSet presAssocID="{B8F6E146-D5FC-4848-9CA5-12B9D30B7D4E}" presName="composite" presStyleCnt="0"/>
      <dgm:spPr/>
    </dgm:pt>
    <dgm:pt modelId="{FC420C8B-DD97-4CEF-8C7C-2BD47E2ABDE3}" type="pres">
      <dgm:prSet presAssocID="{B8F6E146-D5FC-4848-9CA5-12B9D30B7D4E}" presName="background" presStyleLbl="node0" presStyleIdx="0" presStyleCnt="4"/>
      <dgm:spPr/>
    </dgm:pt>
    <dgm:pt modelId="{2F23D016-3249-496B-AD70-0646AD6B7459}" type="pres">
      <dgm:prSet presAssocID="{B8F6E146-D5FC-4848-9CA5-12B9D30B7D4E}" presName="text" presStyleLbl="fgAcc0" presStyleIdx="0" presStyleCnt="4">
        <dgm:presLayoutVars>
          <dgm:chPref val="3"/>
        </dgm:presLayoutVars>
      </dgm:prSet>
      <dgm:spPr/>
    </dgm:pt>
    <dgm:pt modelId="{3B0EF46E-7BB6-4330-9528-4C0989481CC4}" type="pres">
      <dgm:prSet presAssocID="{B8F6E146-D5FC-4848-9CA5-12B9D30B7D4E}" presName="hierChild2" presStyleCnt="0"/>
      <dgm:spPr/>
    </dgm:pt>
    <dgm:pt modelId="{02281785-0670-4414-935C-A24CBB7EF0FE}" type="pres">
      <dgm:prSet presAssocID="{72424E25-49BA-46CE-A053-1FB0F988A317}" presName="hierRoot1" presStyleCnt="0"/>
      <dgm:spPr/>
    </dgm:pt>
    <dgm:pt modelId="{4E910DAF-79FF-4A26-AB18-DCBFFBAF0C0F}" type="pres">
      <dgm:prSet presAssocID="{72424E25-49BA-46CE-A053-1FB0F988A317}" presName="composite" presStyleCnt="0"/>
      <dgm:spPr/>
    </dgm:pt>
    <dgm:pt modelId="{E31E7093-7EC6-408C-8268-51ED7675F518}" type="pres">
      <dgm:prSet presAssocID="{72424E25-49BA-46CE-A053-1FB0F988A317}" presName="background" presStyleLbl="node0" presStyleIdx="1" presStyleCnt="4"/>
      <dgm:spPr/>
    </dgm:pt>
    <dgm:pt modelId="{8DB609E2-BD54-408D-B589-A198234628B7}" type="pres">
      <dgm:prSet presAssocID="{72424E25-49BA-46CE-A053-1FB0F988A317}" presName="text" presStyleLbl="fgAcc0" presStyleIdx="1" presStyleCnt="4">
        <dgm:presLayoutVars>
          <dgm:chPref val="3"/>
        </dgm:presLayoutVars>
      </dgm:prSet>
      <dgm:spPr/>
    </dgm:pt>
    <dgm:pt modelId="{164799E4-11CD-4D00-9598-572F94E014A0}" type="pres">
      <dgm:prSet presAssocID="{72424E25-49BA-46CE-A053-1FB0F988A317}" presName="hierChild2" presStyleCnt="0"/>
      <dgm:spPr/>
    </dgm:pt>
    <dgm:pt modelId="{42E7CE7F-1019-4106-B81F-5C99EC7EEC2D}" type="pres">
      <dgm:prSet presAssocID="{18C50668-9FEA-42BC-98B5-E18FC6875863}" presName="hierRoot1" presStyleCnt="0"/>
      <dgm:spPr/>
    </dgm:pt>
    <dgm:pt modelId="{30C3FD1B-20CF-43EF-9E23-376C9F067A5C}" type="pres">
      <dgm:prSet presAssocID="{18C50668-9FEA-42BC-98B5-E18FC6875863}" presName="composite" presStyleCnt="0"/>
      <dgm:spPr/>
    </dgm:pt>
    <dgm:pt modelId="{647B73F3-8BB3-4FDF-B3BB-8C815AE53D91}" type="pres">
      <dgm:prSet presAssocID="{18C50668-9FEA-42BC-98B5-E18FC6875863}" presName="background" presStyleLbl="node0" presStyleIdx="2" presStyleCnt="4"/>
      <dgm:spPr/>
    </dgm:pt>
    <dgm:pt modelId="{855910B8-B58D-45F5-B73D-539795206D04}" type="pres">
      <dgm:prSet presAssocID="{18C50668-9FEA-42BC-98B5-E18FC6875863}" presName="text" presStyleLbl="fgAcc0" presStyleIdx="2" presStyleCnt="4">
        <dgm:presLayoutVars>
          <dgm:chPref val="3"/>
        </dgm:presLayoutVars>
      </dgm:prSet>
      <dgm:spPr/>
    </dgm:pt>
    <dgm:pt modelId="{B7BDC131-15CF-4B58-B716-CAEBB922BB00}" type="pres">
      <dgm:prSet presAssocID="{18C50668-9FEA-42BC-98B5-E18FC6875863}" presName="hierChild2" presStyleCnt="0"/>
      <dgm:spPr/>
    </dgm:pt>
    <dgm:pt modelId="{4E109E00-C06C-4A03-BF19-175737FA2110}" type="pres">
      <dgm:prSet presAssocID="{BA4E8895-BDC2-4516-85C5-D66677623343}" presName="hierRoot1" presStyleCnt="0"/>
      <dgm:spPr/>
    </dgm:pt>
    <dgm:pt modelId="{02AA6B86-734E-485D-A25F-05EC2A1A478E}" type="pres">
      <dgm:prSet presAssocID="{BA4E8895-BDC2-4516-85C5-D66677623343}" presName="composite" presStyleCnt="0"/>
      <dgm:spPr/>
    </dgm:pt>
    <dgm:pt modelId="{AD32779A-BF37-4736-B59D-1E5F0216AB8D}" type="pres">
      <dgm:prSet presAssocID="{BA4E8895-BDC2-4516-85C5-D66677623343}" presName="background" presStyleLbl="node0" presStyleIdx="3" presStyleCnt="4"/>
      <dgm:spPr/>
    </dgm:pt>
    <dgm:pt modelId="{F80128FB-947F-42A5-96D2-834ABFC617F3}" type="pres">
      <dgm:prSet presAssocID="{BA4E8895-BDC2-4516-85C5-D66677623343}" presName="text" presStyleLbl="fgAcc0" presStyleIdx="3" presStyleCnt="4">
        <dgm:presLayoutVars>
          <dgm:chPref val="3"/>
        </dgm:presLayoutVars>
      </dgm:prSet>
      <dgm:spPr/>
    </dgm:pt>
    <dgm:pt modelId="{120966CF-382A-4C35-922D-878AA180DAED}" type="pres">
      <dgm:prSet presAssocID="{BA4E8895-BDC2-4516-85C5-D66677623343}" presName="hierChild2" presStyleCnt="0"/>
      <dgm:spPr/>
    </dgm:pt>
  </dgm:ptLst>
  <dgm:cxnLst>
    <dgm:cxn modelId="{8C5B424F-2B25-4C8D-9381-12796A538E99}" srcId="{ADEFEC49-210A-4B22-8C29-5E50E2794D7A}" destId="{B8F6E146-D5FC-4848-9CA5-12B9D30B7D4E}" srcOrd="0" destOrd="0" parTransId="{5EB67C7D-BEA1-413C-A412-69D85BEF1445}" sibTransId="{B97B12F8-20E0-4E1B-A398-44A58D69187C}"/>
    <dgm:cxn modelId="{C6846652-BFDD-452E-9C28-14DE89A77364}" srcId="{ADEFEC49-210A-4B22-8C29-5E50E2794D7A}" destId="{BA4E8895-BDC2-4516-85C5-D66677623343}" srcOrd="3" destOrd="0" parTransId="{CBB1BEB7-A16D-45DE-B284-68828337686A}" sibTransId="{60D793BF-FFDA-4C63-B42A-9B0707B80975}"/>
    <dgm:cxn modelId="{84E8636C-C004-442A-B3EC-7C67A9B0B61A}" type="presOf" srcId="{ADEFEC49-210A-4B22-8C29-5E50E2794D7A}" destId="{9FA4D479-C07F-4A2D-AAA5-8C16FB2188AD}" srcOrd="0" destOrd="0" presId="urn:microsoft.com/office/officeart/2005/8/layout/hierarchy1"/>
    <dgm:cxn modelId="{2D1DEF93-BE38-487B-9E0D-59D1ABB7B656}" type="presOf" srcId="{B8F6E146-D5FC-4848-9CA5-12B9D30B7D4E}" destId="{2F23D016-3249-496B-AD70-0646AD6B7459}" srcOrd="0" destOrd="0" presId="urn:microsoft.com/office/officeart/2005/8/layout/hierarchy1"/>
    <dgm:cxn modelId="{C1F7F5AC-B2B2-491D-9506-09270058A289}" type="presOf" srcId="{18C50668-9FEA-42BC-98B5-E18FC6875863}" destId="{855910B8-B58D-45F5-B73D-539795206D04}" srcOrd="0" destOrd="0" presId="urn:microsoft.com/office/officeart/2005/8/layout/hierarchy1"/>
    <dgm:cxn modelId="{74F5C3CD-EDBD-431B-B65B-4EFBB40EB4DB}" type="presOf" srcId="{BA4E8895-BDC2-4516-85C5-D66677623343}" destId="{F80128FB-947F-42A5-96D2-834ABFC617F3}" srcOrd="0" destOrd="0" presId="urn:microsoft.com/office/officeart/2005/8/layout/hierarchy1"/>
    <dgm:cxn modelId="{E8547CD9-789A-4FFD-A628-663FDC1DD914}" srcId="{ADEFEC49-210A-4B22-8C29-5E50E2794D7A}" destId="{18C50668-9FEA-42BC-98B5-E18FC6875863}" srcOrd="2" destOrd="0" parTransId="{230D7EE3-BD1F-4093-BDF5-549E9D43E7A2}" sibTransId="{6B6201B9-A09B-4616-A03B-A240E08381B4}"/>
    <dgm:cxn modelId="{00BCD1DE-06F4-4E81-912F-0B8E6FBE8E3B}" type="presOf" srcId="{72424E25-49BA-46CE-A053-1FB0F988A317}" destId="{8DB609E2-BD54-408D-B589-A198234628B7}" srcOrd="0" destOrd="0" presId="urn:microsoft.com/office/officeart/2005/8/layout/hierarchy1"/>
    <dgm:cxn modelId="{99FD6AF4-4FF0-4E32-94D1-822A671448EC}" srcId="{ADEFEC49-210A-4B22-8C29-5E50E2794D7A}" destId="{72424E25-49BA-46CE-A053-1FB0F988A317}" srcOrd="1" destOrd="0" parTransId="{4985853D-1236-4188-B96B-C1EC756377E7}" sibTransId="{24DBA827-3166-4354-8C9A-433A95CB3AFF}"/>
    <dgm:cxn modelId="{5BF850B2-827B-4693-8818-61E8F5A4E8E9}" type="presParOf" srcId="{9FA4D479-C07F-4A2D-AAA5-8C16FB2188AD}" destId="{1E30992B-8230-4F02-BF29-09B0CFBD93DD}" srcOrd="0" destOrd="0" presId="urn:microsoft.com/office/officeart/2005/8/layout/hierarchy1"/>
    <dgm:cxn modelId="{EE5617EE-C38F-4937-BF0C-EE264785DF76}" type="presParOf" srcId="{1E30992B-8230-4F02-BF29-09B0CFBD93DD}" destId="{5FF3AE04-7E61-492A-9A35-10F3A354FB58}" srcOrd="0" destOrd="0" presId="urn:microsoft.com/office/officeart/2005/8/layout/hierarchy1"/>
    <dgm:cxn modelId="{CBD306C0-57F1-40A3-B8F7-53A23AEC4BAF}" type="presParOf" srcId="{5FF3AE04-7E61-492A-9A35-10F3A354FB58}" destId="{FC420C8B-DD97-4CEF-8C7C-2BD47E2ABDE3}" srcOrd="0" destOrd="0" presId="urn:microsoft.com/office/officeart/2005/8/layout/hierarchy1"/>
    <dgm:cxn modelId="{3D585380-D939-44A9-A5E1-5F27A7E7A6A5}" type="presParOf" srcId="{5FF3AE04-7E61-492A-9A35-10F3A354FB58}" destId="{2F23D016-3249-496B-AD70-0646AD6B7459}" srcOrd="1" destOrd="0" presId="urn:microsoft.com/office/officeart/2005/8/layout/hierarchy1"/>
    <dgm:cxn modelId="{75302FBC-AEA9-49AB-8B06-424C8B2AD49B}" type="presParOf" srcId="{1E30992B-8230-4F02-BF29-09B0CFBD93DD}" destId="{3B0EF46E-7BB6-4330-9528-4C0989481CC4}" srcOrd="1" destOrd="0" presId="urn:microsoft.com/office/officeart/2005/8/layout/hierarchy1"/>
    <dgm:cxn modelId="{79CEAAA0-3BB6-4B38-BDDE-C80BBE816294}" type="presParOf" srcId="{9FA4D479-C07F-4A2D-AAA5-8C16FB2188AD}" destId="{02281785-0670-4414-935C-A24CBB7EF0FE}" srcOrd="1" destOrd="0" presId="urn:microsoft.com/office/officeart/2005/8/layout/hierarchy1"/>
    <dgm:cxn modelId="{A7B45F5E-9FC5-4176-859F-C3326334990A}" type="presParOf" srcId="{02281785-0670-4414-935C-A24CBB7EF0FE}" destId="{4E910DAF-79FF-4A26-AB18-DCBFFBAF0C0F}" srcOrd="0" destOrd="0" presId="urn:microsoft.com/office/officeart/2005/8/layout/hierarchy1"/>
    <dgm:cxn modelId="{56C170C2-2CE4-42A2-8F77-FDA2343A4BEC}" type="presParOf" srcId="{4E910DAF-79FF-4A26-AB18-DCBFFBAF0C0F}" destId="{E31E7093-7EC6-408C-8268-51ED7675F518}" srcOrd="0" destOrd="0" presId="urn:microsoft.com/office/officeart/2005/8/layout/hierarchy1"/>
    <dgm:cxn modelId="{7181933C-954A-438F-B381-8304104CF1E8}" type="presParOf" srcId="{4E910DAF-79FF-4A26-AB18-DCBFFBAF0C0F}" destId="{8DB609E2-BD54-408D-B589-A198234628B7}" srcOrd="1" destOrd="0" presId="urn:microsoft.com/office/officeart/2005/8/layout/hierarchy1"/>
    <dgm:cxn modelId="{D7281C85-1FA7-45AD-AA0D-8490984FE9A3}" type="presParOf" srcId="{02281785-0670-4414-935C-A24CBB7EF0FE}" destId="{164799E4-11CD-4D00-9598-572F94E014A0}" srcOrd="1" destOrd="0" presId="urn:microsoft.com/office/officeart/2005/8/layout/hierarchy1"/>
    <dgm:cxn modelId="{97919382-AD57-471C-B723-D73620D5286E}" type="presParOf" srcId="{9FA4D479-C07F-4A2D-AAA5-8C16FB2188AD}" destId="{42E7CE7F-1019-4106-B81F-5C99EC7EEC2D}" srcOrd="2" destOrd="0" presId="urn:microsoft.com/office/officeart/2005/8/layout/hierarchy1"/>
    <dgm:cxn modelId="{9E0C6FA9-D367-417B-B04F-911C8A6A18C7}" type="presParOf" srcId="{42E7CE7F-1019-4106-B81F-5C99EC7EEC2D}" destId="{30C3FD1B-20CF-43EF-9E23-376C9F067A5C}" srcOrd="0" destOrd="0" presId="urn:microsoft.com/office/officeart/2005/8/layout/hierarchy1"/>
    <dgm:cxn modelId="{848CF05A-5FC3-4EAD-A391-B6929B3881C3}" type="presParOf" srcId="{30C3FD1B-20CF-43EF-9E23-376C9F067A5C}" destId="{647B73F3-8BB3-4FDF-B3BB-8C815AE53D91}" srcOrd="0" destOrd="0" presId="urn:microsoft.com/office/officeart/2005/8/layout/hierarchy1"/>
    <dgm:cxn modelId="{9F6054E7-3277-4231-8995-B2B110243FE6}" type="presParOf" srcId="{30C3FD1B-20CF-43EF-9E23-376C9F067A5C}" destId="{855910B8-B58D-45F5-B73D-539795206D04}" srcOrd="1" destOrd="0" presId="urn:microsoft.com/office/officeart/2005/8/layout/hierarchy1"/>
    <dgm:cxn modelId="{E68FF0BB-1E04-460E-BD3D-0A3BBD55CFAD}" type="presParOf" srcId="{42E7CE7F-1019-4106-B81F-5C99EC7EEC2D}" destId="{B7BDC131-15CF-4B58-B716-CAEBB922BB00}" srcOrd="1" destOrd="0" presId="urn:microsoft.com/office/officeart/2005/8/layout/hierarchy1"/>
    <dgm:cxn modelId="{C4E22365-F4A1-45D1-9C8B-4A3C9067AEB8}" type="presParOf" srcId="{9FA4D479-C07F-4A2D-AAA5-8C16FB2188AD}" destId="{4E109E00-C06C-4A03-BF19-175737FA2110}" srcOrd="3" destOrd="0" presId="urn:microsoft.com/office/officeart/2005/8/layout/hierarchy1"/>
    <dgm:cxn modelId="{E79F2CBF-2382-4BAD-868D-2B686DA1730E}" type="presParOf" srcId="{4E109E00-C06C-4A03-BF19-175737FA2110}" destId="{02AA6B86-734E-485D-A25F-05EC2A1A478E}" srcOrd="0" destOrd="0" presId="urn:microsoft.com/office/officeart/2005/8/layout/hierarchy1"/>
    <dgm:cxn modelId="{06BCD963-5F8E-4B9E-B1C7-4BA44A0D14CB}" type="presParOf" srcId="{02AA6B86-734E-485D-A25F-05EC2A1A478E}" destId="{AD32779A-BF37-4736-B59D-1E5F0216AB8D}" srcOrd="0" destOrd="0" presId="urn:microsoft.com/office/officeart/2005/8/layout/hierarchy1"/>
    <dgm:cxn modelId="{964B6EB0-3013-4C97-BB02-965AA8AE1AFA}" type="presParOf" srcId="{02AA6B86-734E-485D-A25F-05EC2A1A478E}" destId="{F80128FB-947F-42A5-96D2-834ABFC617F3}" srcOrd="1" destOrd="0" presId="urn:microsoft.com/office/officeart/2005/8/layout/hierarchy1"/>
    <dgm:cxn modelId="{E575C242-F8C8-4A84-987F-D711D536EE55}" type="presParOf" srcId="{4E109E00-C06C-4A03-BF19-175737FA2110}" destId="{120966CF-382A-4C35-922D-878AA180DAE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0A4FD2-B64B-48EF-AD7B-95F1050586C7}">
      <dsp:nvSpPr>
        <dsp:cNvPr id="0" name=""/>
        <dsp:cNvSpPr/>
      </dsp:nvSpPr>
      <dsp:spPr>
        <a:xfrm>
          <a:off x="0" y="956885"/>
          <a:ext cx="2906817" cy="18458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FA1C3A-61B9-4E38-B018-E3DEEA2BAB2C}">
      <dsp:nvSpPr>
        <dsp:cNvPr id="0" name=""/>
        <dsp:cNvSpPr/>
      </dsp:nvSpPr>
      <dsp:spPr>
        <a:xfrm>
          <a:off x="322979" y="1263716"/>
          <a:ext cx="2906817" cy="184582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latin typeface="Aptos"/>
            </a:rPr>
            <a:t>Choose</a:t>
          </a:r>
          <a:r>
            <a:rPr lang="en-US" sz="2800" kern="1200" dirty="0">
              <a:latin typeface="Aptos"/>
            </a:rPr>
            <a:t> projects that progress the goal</a:t>
          </a:r>
        </a:p>
      </dsp:txBody>
      <dsp:txXfrm>
        <a:off x="377041" y="1317778"/>
        <a:ext cx="2798693" cy="1737704"/>
      </dsp:txXfrm>
    </dsp:sp>
    <dsp:sp modelId="{A147B5EC-F0C3-4993-886B-CA3237C9F384}">
      <dsp:nvSpPr>
        <dsp:cNvPr id="0" name=""/>
        <dsp:cNvSpPr/>
      </dsp:nvSpPr>
      <dsp:spPr>
        <a:xfrm>
          <a:off x="3552776" y="956885"/>
          <a:ext cx="2906817" cy="18458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524DA0-6203-4FF7-A22C-896B5E8AD9ED}">
      <dsp:nvSpPr>
        <dsp:cNvPr id="0" name=""/>
        <dsp:cNvSpPr/>
      </dsp:nvSpPr>
      <dsp:spPr>
        <a:xfrm>
          <a:off x="3875756" y="1263716"/>
          <a:ext cx="2906817" cy="184582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latin typeface="Aptos"/>
            </a:rPr>
            <a:t>Search</a:t>
          </a:r>
          <a:r>
            <a:rPr lang="en-US" sz="2800" kern="1200" dirty="0">
              <a:latin typeface="Aptos"/>
            </a:rPr>
            <a:t> for accessible opportunities</a:t>
          </a:r>
        </a:p>
      </dsp:txBody>
      <dsp:txXfrm>
        <a:off x="3929818" y="1317778"/>
        <a:ext cx="2798693" cy="1737704"/>
      </dsp:txXfrm>
    </dsp:sp>
    <dsp:sp modelId="{C14CE37D-D76F-41DB-ADF9-EE3F6D71DD9C}">
      <dsp:nvSpPr>
        <dsp:cNvPr id="0" name=""/>
        <dsp:cNvSpPr/>
      </dsp:nvSpPr>
      <dsp:spPr>
        <a:xfrm>
          <a:off x="7105553" y="956885"/>
          <a:ext cx="2906817" cy="18458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17DDA1-DBF3-47AB-9783-10BB651E7A25}">
      <dsp:nvSpPr>
        <dsp:cNvPr id="0" name=""/>
        <dsp:cNvSpPr/>
      </dsp:nvSpPr>
      <dsp:spPr>
        <a:xfrm>
          <a:off x="7428532" y="1263716"/>
          <a:ext cx="2906817" cy="184582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latin typeface="Aptos"/>
            </a:rPr>
            <a:t> </a:t>
          </a:r>
          <a:r>
            <a:rPr lang="en-US" sz="2800" b="1" kern="1200" dirty="0">
              <a:latin typeface="Aptos"/>
            </a:rPr>
            <a:t>Look</a:t>
          </a:r>
          <a:r>
            <a:rPr lang="en-US" sz="2800" kern="1200" dirty="0">
              <a:latin typeface="Aptos"/>
            </a:rPr>
            <a:t> to be challenged, not overwhelmed</a:t>
          </a:r>
        </a:p>
      </dsp:txBody>
      <dsp:txXfrm>
        <a:off x="7482594" y="1317778"/>
        <a:ext cx="2798693" cy="17377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47BFD4-A3F9-4BF6-99FB-2AA02DBCF656}">
      <dsp:nvSpPr>
        <dsp:cNvPr id="0" name=""/>
        <dsp:cNvSpPr/>
      </dsp:nvSpPr>
      <dsp:spPr>
        <a:xfrm>
          <a:off x="832" y="686360"/>
          <a:ext cx="2922865" cy="185601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35EDA2-22BB-47E7-8510-DB221A2A87E8}">
      <dsp:nvSpPr>
        <dsp:cNvPr id="0" name=""/>
        <dsp:cNvSpPr/>
      </dsp:nvSpPr>
      <dsp:spPr>
        <a:xfrm>
          <a:off x="325595" y="994884"/>
          <a:ext cx="2922865" cy="185601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1" kern="1200" dirty="0">
              <a:latin typeface="Aptos"/>
            </a:rPr>
            <a:t>Be proactive</a:t>
          </a:r>
          <a:r>
            <a:rPr lang="en-US" sz="2400" kern="1200" dirty="0">
              <a:latin typeface="Aptos"/>
            </a:rPr>
            <a:t>; find people who will help you </a:t>
          </a:r>
        </a:p>
      </dsp:txBody>
      <dsp:txXfrm>
        <a:off x="379956" y="1049245"/>
        <a:ext cx="2814143" cy="1747297"/>
      </dsp:txXfrm>
    </dsp:sp>
    <dsp:sp modelId="{5DF6C975-DFAF-432F-8D46-78560A29ACA8}">
      <dsp:nvSpPr>
        <dsp:cNvPr id="0" name=""/>
        <dsp:cNvSpPr/>
      </dsp:nvSpPr>
      <dsp:spPr>
        <a:xfrm>
          <a:off x="3573223" y="686360"/>
          <a:ext cx="2922865" cy="185601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59634C-E0B1-4D87-BBD8-61D8F7BCA0E7}">
      <dsp:nvSpPr>
        <dsp:cNvPr id="0" name=""/>
        <dsp:cNvSpPr/>
      </dsp:nvSpPr>
      <dsp:spPr>
        <a:xfrm>
          <a:off x="3897986" y="994884"/>
          <a:ext cx="2922865" cy="185601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1" kern="1200" dirty="0">
              <a:latin typeface="Aptos"/>
            </a:rPr>
            <a:t>Own up </a:t>
          </a:r>
          <a:r>
            <a:rPr lang="en-US" sz="2400" b="0" kern="1200" dirty="0">
              <a:latin typeface="Aptos"/>
            </a:rPr>
            <a:t>if you don't understand;</a:t>
          </a:r>
          <a:r>
            <a:rPr lang="en-US" sz="2400" kern="1200" dirty="0">
              <a:latin typeface="Aptos"/>
            </a:rPr>
            <a:t> people who act smart get less help</a:t>
          </a:r>
        </a:p>
      </dsp:txBody>
      <dsp:txXfrm>
        <a:off x="3952347" y="1049245"/>
        <a:ext cx="2814143" cy="17472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20C8B-DD97-4CEF-8C7C-2BD47E2ABDE3}">
      <dsp:nvSpPr>
        <dsp:cNvPr id="0" name=""/>
        <dsp:cNvSpPr/>
      </dsp:nvSpPr>
      <dsp:spPr>
        <a:xfrm>
          <a:off x="3027" y="1232695"/>
          <a:ext cx="2161945" cy="13728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23D016-3249-496B-AD70-0646AD6B7459}">
      <dsp:nvSpPr>
        <dsp:cNvPr id="0" name=""/>
        <dsp:cNvSpPr/>
      </dsp:nvSpPr>
      <dsp:spPr>
        <a:xfrm>
          <a:off x="243244" y="1460900"/>
          <a:ext cx="2161945" cy="137283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Come with questions about </a:t>
          </a:r>
          <a:r>
            <a:rPr lang="en-US" sz="2000" kern="1200" dirty="0">
              <a:latin typeface="Aptos Display" panose="020F0302020204030204"/>
            </a:rPr>
            <a:t>their research</a:t>
          </a:r>
          <a:endParaRPr lang="en-US" sz="2000" kern="1200" dirty="0"/>
        </a:p>
      </dsp:txBody>
      <dsp:txXfrm>
        <a:off x="283453" y="1501109"/>
        <a:ext cx="2081527" cy="1292417"/>
      </dsp:txXfrm>
    </dsp:sp>
    <dsp:sp modelId="{E31E7093-7EC6-408C-8268-51ED7675F518}">
      <dsp:nvSpPr>
        <dsp:cNvPr id="0" name=""/>
        <dsp:cNvSpPr/>
      </dsp:nvSpPr>
      <dsp:spPr>
        <a:xfrm>
          <a:off x="2645405" y="1232695"/>
          <a:ext cx="2161945" cy="13728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B609E2-BD54-408D-B589-A198234628B7}">
      <dsp:nvSpPr>
        <dsp:cNvPr id="0" name=""/>
        <dsp:cNvSpPr/>
      </dsp:nvSpPr>
      <dsp:spPr>
        <a:xfrm>
          <a:off x="2885621" y="1460900"/>
          <a:ext cx="2161945" cy="137283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Memorize your elevator pitch</a:t>
          </a:r>
        </a:p>
      </dsp:txBody>
      <dsp:txXfrm>
        <a:off x="2925830" y="1501109"/>
        <a:ext cx="2081527" cy="1292417"/>
      </dsp:txXfrm>
    </dsp:sp>
    <dsp:sp modelId="{647B73F3-8BB3-4FDF-B3BB-8C815AE53D91}">
      <dsp:nvSpPr>
        <dsp:cNvPr id="0" name=""/>
        <dsp:cNvSpPr/>
      </dsp:nvSpPr>
      <dsp:spPr>
        <a:xfrm>
          <a:off x="5287783" y="1232695"/>
          <a:ext cx="2161945" cy="13728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910B8-B58D-45F5-B73D-539795206D04}">
      <dsp:nvSpPr>
        <dsp:cNvPr id="0" name=""/>
        <dsp:cNvSpPr/>
      </dsp:nvSpPr>
      <dsp:spPr>
        <a:xfrm>
          <a:off x="5527999" y="1460900"/>
          <a:ext cx="2161945" cy="137283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Scout and research people you want to talk with</a:t>
          </a:r>
        </a:p>
      </dsp:txBody>
      <dsp:txXfrm>
        <a:off x="5568208" y="1501109"/>
        <a:ext cx="2081527" cy="1292417"/>
      </dsp:txXfrm>
    </dsp:sp>
    <dsp:sp modelId="{AD32779A-BF37-4736-B59D-1E5F0216AB8D}">
      <dsp:nvSpPr>
        <dsp:cNvPr id="0" name=""/>
        <dsp:cNvSpPr/>
      </dsp:nvSpPr>
      <dsp:spPr>
        <a:xfrm>
          <a:off x="7930160" y="1232695"/>
          <a:ext cx="2161945" cy="13728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0128FB-947F-42A5-96D2-834ABFC617F3}">
      <dsp:nvSpPr>
        <dsp:cNvPr id="0" name=""/>
        <dsp:cNvSpPr/>
      </dsp:nvSpPr>
      <dsp:spPr>
        <a:xfrm>
          <a:off x="8170376" y="1460900"/>
          <a:ext cx="2161945" cy="137283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Follow up</a:t>
          </a:r>
        </a:p>
      </dsp:txBody>
      <dsp:txXfrm>
        <a:off x="8210585" y="1501109"/>
        <a:ext cx="2081527" cy="12924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A6319-7755-4529-B90F-1D1536930D05}" type="datetimeFigureOut">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047E1-2DAF-4663-A3CB-5BBF8C8825BC}" type="slidenum">
              <a:t>‹#›</a:t>
            </a:fld>
            <a:endParaRPr lang="en-US"/>
          </a:p>
        </p:txBody>
      </p:sp>
    </p:spTree>
    <p:extLst>
      <p:ext uri="{BB962C8B-B14F-4D97-AF65-F5344CB8AC3E}">
        <p14:creationId xmlns:p14="http://schemas.microsoft.com/office/powerpoint/2010/main" val="3225958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Thank you Dave for that kind introduction, </a:t>
            </a:r>
          </a:p>
          <a:p>
            <a:endParaRPr lang="en-US" dirty="0">
              <a:ea typeface="Calibri"/>
              <a:cs typeface="Calibri"/>
            </a:endParaRPr>
          </a:p>
          <a:p>
            <a:r>
              <a:rPr lang="en-US" dirty="0">
                <a:ea typeface="Calibri"/>
                <a:cs typeface="Calibri"/>
              </a:rPr>
              <a:t>Hello everyone, I'm here to tell you a little bit about my journey through the field of quantum physics.</a:t>
            </a:r>
          </a:p>
          <a:p>
            <a:endParaRPr lang="en-US" dirty="0">
              <a:ea typeface="Calibri"/>
              <a:cs typeface="Calibri"/>
            </a:endParaRPr>
          </a:p>
          <a:p>
            <a:r>
              <a:rPr lang="en-US" dirty="0">
                <a:ea typeface="Calibri"/>
                <a:cs typeface="Calibri"/>
              </a:rPr>
              <a:t>( Because Admittedly, it's a bit odd and at times unexpected.)</a:t>
            </a:r>
            <a:endParaRPr lang="en-US" dirty="0"/>
          </a:p>
          <a:p>
            <a:endParaRPr lang="en-US" dirty="0">
              <a:ea typeface="Calibri"/>
              <a:cs typeface="Calibri"/>
            </a:endParaRPr>
          </a:p>
          <a:p>
            <a:r>
              <a:rPr lang="en-US" dirty="0">
                <a:ea typeface="Calibri"/>
                <a:cs typeface="Calibri"/>
              </a:rPr>
              <a:t>My hope is that by sharing a bit of myself, someone hear today will gain the confidence to try their own way of doing things, and find they're happy "pace" as you continue in your own journey through Quantum physics</a:t>
            </a:r>
          </a:p>
        </p:txBody>
      </p:sp>
      <p:sp>
        <p:nvSpPr>
          <p:cNvPr id="4" name="Slide Number Placeholder 3"/>
          <p:cNvSpPr>
            <a:spLocks noGrp="1"/>
          </p:cNvSpPr>
          <p:nvPr>
            <p:ph type="sldNum" sz="quarter" idx="5"/>
          </p:nvPr>
        </p:nvSpPr>
        <p:spPr/>
        <p:txBody>
          <a:bodyPr/>
          <a:lstStyle/>
          <a:p>
            <a:fld id="{1A8047E1-2DAF-4663-A3CB-5BBF8C8825BC}" type="slidenum">
              <a:t>1</a:t>
            </a:fld>
            <a:endParaRPr lang="en-US"/>
          </a:p>
        </p:txBody>
      </p:sp>
    </p:spTree>
    <p:extLst>
      <p:ext uri="{BB962C8B-B14F-4D97-AF65-F5344CB8AC3E}">
        <p14:creationId xmlns:p14="http://schemas.microsoft.com/office/powerpoint/2010/main" val="2407615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 little bit about me,</a:t>
            </a:r>
          </a:p>
          <a:p>
            <a:endParaRPr lang="en-US" dirty="0">
              <a:ea typeface="Calibri"/>
              <a:cs typeface="Calibri"/>
            </a:endParaRPr>
          </a:p>
          <a:p>
            <a:r>
              <a:rPr lang="en-US" dirty="0">
                <a:ea typeface="Calibri"/>
                <a:cs typeface="Calibri"/>
              </a:rPr>
              <a:t>I am first generation college student, which just means my parents didn't go to college</a:t>
            </a:r>
            <a:endParaRPr lang="en-US"/>
          </a:p>
          <a:p>
            <a:r>
              <a:rPr lang="en-US">
                <a:ea typeface="Calibri"/>
                <a:cs typeface="Calibri"/>
              </a:rPr>
              <a:t>My first year of college I spent at a community college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1A8047E1-2DAF-4663-A3CB-5BBF8C8825BC}" type="slidenum">
              <a:rPr lang="en-US"/>
              <a:t>2</a:t>
            </a:fld>
            <a:endParaRPr lang="en-US"/>
          </a:p>
        </p:txBody>
      </p:sp>
    </p:spTree>
    <p:extLst>
      <p:ext uri="{BB962C8B-B14F-4D97-AF65-F5344CB8AC3E}">
        <p14:creationId xmlns:p14="http://schemas.microsoft.com/office/powerpoint/2010/main" val="3077080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latin typeface="IBM Plex Sans Light"/>
              </a:rPr>
              <a:t>As I talk about my </a:t>
            </a:r>
            <a:r>
              <a:rPr lang="en-US" dirty="0" err="1">
                <a:latin typeface="IBM Plex Sans Light"/>
              </a:rPr>
              <a:t>joureny</a:t>
            </a:r>
            <a:r>
              <a:rPr lang="en-US" dirty="0">
                <a:latin typeface="IBM Plex Sans Light"/>
              </a:rPr>
              <a:t> through quantum, I going to cover 4 mentalities that have </a:t>
            </a:r>
            <a:r>
              <a:rPr lang="en-US" dirty="0"/>
              <a:t>increased my chances of success. We'll look at one mentality and then I'll share an example of how I applied it in my life. I'll save a lot of time for questions at the end so that my time is tailored to what you all want to talk about.</a:t>
            </a:r>
          </a:p>
          <a:p>
            <a:endParaRPr lang="en-US" dirty="0">
              <a:latin typeface="IBM Plex Sans Light"/>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834298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74365-D7E1-E4E5-E2C6-D65E5046E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A66EC-27A1-6CDB-0EA7-1A995BDCD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84981-C833-4DB3-A9D2-B5C600CEEE83}"/>
              </a:ext>
            </a:extLst>
          </p:cNvPr>
          <p:cNvSpPr>
            <a:spLocks noGrp="1"/>
          </p:cNvSpPr>
          <p:nvPr>
            <p:ph type="body" idx="1"/>
          </p:nvPr>
        </p:nvSpPr>
        <p:spPr/>
        <p:txBody>
          <a:bodyPr/>
          <a:lstStyle/>
          <a:p>
            <a:pPr>
              <a:lnSpc>
                <a:spcPct val="90000"/>
              </a:lnSpc>
              <a:spcBef>
                <a:spcPts val="1000"/>
              </a:spcBef>
            </a:pPr>
            <a:r>
              <a:rPr lang="en-US" dirty="0"/>
              <a:t>Starting point: Program Administrator for the CQE (non Technical role adjacent to quantum)</a:t>
            </a:r>
          </a:p>
          <a:p>
            <a:pPr>
              <a:lnSpc>
                <a:spcPct val="90000"/>
              </a:lnSpc>
              <a:spcBef>
                <a:spcPts val="1000"/>
              </a:spcBef>
            </a:pPr>
            <a:br>
              <a:rPr lang="en-US" dirty="0"/>
            </a:br>
            <a:r>
              <a:rPr lang="en-US" dirty="0"/>
              <a:t>?</a:t>
            </a:r>
          </a:p>
          <a:p>
            <a:pPr>
              <a:lnSpc>
                <a:spcPct val="90000"/>
              </a:lnSpc>
              <a:spcBef>
                <a:spcPts val="1000"/>
              </a:spcBef>
            </a:pPr>
            <a:r>
              <a:rPr lang="en-US" dirty="0"/>
              <a:t>End Goal: Graduate student researching Quantum computing</a:t>
            </a:r>
          </a:p>
          <a:p>
            <a:pPr>
              <a:lnSpc>
                <a:spcPct val="90000"/>
              </a:lnSpc>
              <a:spcBef>
                <a:spcPts val="1000"/>
              </a:spcBef>
            </a:pPr>
            <a:endParaRPr lang="en-US" dirty="0"/>
          </a:p>
          <a:p>
            <a:pPr>
              <a:lnSpc>
                <a:spcPct val="90000"/>
              </a:lnSpc>
              <a:spcBef>
                <a:spcPts val="1000"/>
              </a:spcBef>
            </a:pPr>
            <a:endParaRPr lang="en-US" dirty="0"/>
          </a:p>
          <a:p>
            <a:pPr>
              <a:lnSpc>
                <a:spcPct val="90000"/>
              </a:lnSpc>
              <a:spcBef>
                <a:spcPts val="1000"/>
              </a:spcBef>
            </a:pPr>
            <a:endParaRPr lang="en-US" dirty="0"/>
          </a:p>
          <a:p>
            <a:pPr>
              <a:lnSpc>
                <a:spcPct val="90000"/>
              </a:lnSpc>
              <a:spcBef>
                <a:spcPts val="1000"/>
              </a:spcBef>
            </a:pPr>
            <a:endParaRPr lang="en-US" dirty="0"/>
          </a:p>
          <a:p>
            <a:pPr>
              <a:lnSpc>
                <a:spcPct val="90000"/>
              </a:lnSpc>
              <a:spcBef>
                <a:spcPts val="1000"/>
              </a:spcBef>
            </a:pP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BD57EE3F-BEE0-CA5B-D53C-8B43EF38B13D}"/>
              </a:ext>
            </a:extLst>
          </p:cNvPr>
          <p:cNvSpPr>
            <a:spLocks noGrp="1"/>
          </p:cNvSpPr>
          <p:nvPr>
            <p:ph type="sldNum" sz="quarter" idx="5"/>
          </p:nvPr>
        </p:nvSpPr>
        <p:spPr/>
        <p:txBody>
          <a:bodyPr/>
          <a:lstStyle/>
          <a:p>
            <a:fld id="{1A8047E1-2DAF-4663-A3CB-5BBF8C8825BC}" type="slidenum">
              <a:rPr lang="en-US"/>
              <a:t>4</a:t>
            </a:fld>
            <a:endParaRPr lang="en-US"/>
          </a:p>
        </p:txBody>
      </p:sp>
    </p:spTree>
    <p:extLst>
      <p:ext uri="{BB962C8B-B14F-4D97-AF65-F5344CB8AC3E}">
        <p14:creationId xmlns:p14="http://schemas.microsoft.com/office/powerpoint/2010/main" val="3390682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012B-760A-0148-EF0C-1FD11E753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45E3A-1318-F0E6-1EBA-30EA83515BB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3918A7F-D7F8-2BD3-CFF3-1B2E479A5E4A}"/>
              </a:ext>
            </a:extLst>
          </p:cNvPr>
          <p:cNvSpPr>
            <a:spLocks noGrp="1"/>
          </p:cNvSpPr>
          <p:nvPr>
            <p:ph type="body" idx="1"/>
          </p:nvPr>
        </p:nvSpPr>
        <p:spPr/>
        <p:txBody>
          <a:bodyPr/>
          <a:lstStyle/>
          <a:p>
            <a:r>
              <a:rPr lang="en-US" dirty="0"/>
              <a:t>1. Got rejected from all grad programs I applied to </a:t>
            </a:r>
          </a:p>
          <a:p>
            <a:r>
              <a:rPr lang="en-US" dirty="0"/>
              <a:t>2. Thought I would never again be allowed to work a technical job</a:t>
            </a:r>
          </a:p>
          <a:p>
            <a:r>
              <a:rPr lang="en-US" dirty="0"/>
              <a:t>3. Wanted to do research but didn’t think I was smart enough</a:t>
            </a:r>
          </a:p>
          <a:p>
            <a:r>
              <a:rPr lang="en-US" dirty="0"/>
              <a:t>4. Seriously wondered if any of the work I was doing would get me anywhere</a:t>
            </a:r>
          </a:p>
          <a:p>
            <a:r>
              <a:rPr lang="en-US" dirty="0"/>
              <a:t>5. Quit my full time job for an underpaid internship, hoping it would help me get into grad school</a:t>
            </a:r>
          </a:p>
          <a:p>
            <a:r>
              <a:rPr lang="en-US" dirty="0"/>
              <a:t>6. Got rejected from the GRFP award</a:t>
            </a:r>
          </a:p>
          <a:p>
            <a:r>
              <a:rPr lang="en-US" dirty="0"/>
              <a:t>7. Lost the GEM fellowship because of Northwestern funding</a:t>
            </a:r>
          </a:p>
          <a:p>
            <a:endParaRPr lang="en-US" dirty="0"/>
          </a:p>
        </p:txBody>
      </p:sp>
      <p:sp>
        <p:nvSpPr>
          <p:cNvPr id="4" name="Slide Number Placeholder 3">
            <a:extLst>
              <a:ext uri="{FF2B5EF4-FFF2-40B4-BE49-F238E27FC236}">
                <a16:creationId xmlns:a16="http://schemas.microsoft.com/office/drawing/2014/main" id="{988FEE42-E9E6-3024-DD5B-F49A71C468FF}"/>
              </a:ext>
            </a:extLst>
          </p:cNvPr>
          <p:cNvSpPr>
            <a:spLocks noGrp="1"/>
          </p:cNvSpPr>
          <p:nvPr>
            <p:ph type="sldNum" sz="quarter" idx="5"/>
          </p:nvPr>
        </p:nvSpPr>
        <p:spPr/>
        <p:txBody>
          <a:bodyPr/>
          <a:lstStyle/>
          <a:p>
            <a:fld id="{6E2E38B8-B0B4-AD41-AC6E-B781F46A9FD3}" type="slidenum">
              <a:rPr lang="en-US" smtClean="0"/>
              <a:pPr/>
              <a:t>5</a:t>
            </a:fld>
            <a:endParaRPr lang="en-US"/>
          </a:p>
        </p:txBody>
      </p:sp>
      <p:sp>
        <p:nvSpPr>
          <p:cNvPr id="5" name="Footer Placeholder 4">
            <a:extLst>
              <a:ext uri="{FF2B5EF4-FFF2-40B4-BE49-F238E27FC236}">
                <a16:creationId xmlns:a16="http://schemas.microsoft.com/office/drawing/2014/main" id="{0426FE7F-55D6-1CAE-5476-75DE124704B3}"/>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308050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82059-3AF3-15B1-0E7B-39CB739F2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7F18B-424F-F85B-4F6F-C35CBE09563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004749D-3F83-7CD7-3744-ECE9BC45A7AB}"/>
              </a:ext>
            </a:extLst>
          </p:cNvPr>
          <p:cNvSpPr>
            <a:spLocks noGrp="1"/>
          </p:cNvSpPr>
          <p:nvPr>
            <p:ph type="body" idx="1"/>
          </p:nvPr>
        </p:nvSpPr>
        <p:spPr/>
        <p:txBody>
          <a:bodyPr/>
          <a:lstStyle/>
          <a:p>
            <a:r>
              <a:rPr lang="en-US" dirty="0"/>
              <a:t>1. Got rejected from all grad programs I applied to </a:t>
            </a:r>
          </a:p>
          <a:p>
            <a:r>
              <a:rPr lang="en-US" dirty="0"/>
              <a:t>2. Thought I would never again be allowed to work a technical job</a:t>
            </a:r>
          </a:p>
          <a:p>
            <a:r>
              <a:rPr lang="en-US" dirty="0"/>
              <a:t>3. Wanted to do research but didn’t think I was smart enough</a:t>
            </a:r>
          </a:p>
          <a:p>
            <a:r>
              <a:rPr lang="en-US" dirty="0"/>
              <a:t>4. Seriously wondered if any of the work I was doing would get me anywhere</a:t>
            </a:r>
          </a:p>
          <a:p>
            <a:r>
              <a:rPr lang="en-US" dirty="0"/>
              <a:t>5. Quit my full time job for an underpaid internship, hoping it would help me get into grad school</a:t>
            </a:r>
          </a:p>
          <a:p>
            <a:r>
              <a:rPr lang="en-US" dirty="0"/>
              <a:t>6. Got rejected from the GRFP award</a:t>
            </a:r>
          </a:p>
          <a:p>
            <a:r>
              <a:rPr lang="en-US" dirty="0"/>
              <a:t>7. Lost the GEM fellowship because of Northwestern funding</a:t>
            </a:r>
          </a:p>
          <a:p>
            <a:endParaRPr lang="en-US" dirty="0"/>
          </a:p>
        </p:txBody>
      </p:sp>
      <p:sp>
        <p:nvSpPr>
          <p:cNvPr id="4" name="Slide Number Placeholder 3">
            <a:extLst>
              <a:ext uri="{FF2B5EF4-FFF2-40B4-BE49-F238E27FC236}">
                <a16:creationId xmlns:a16="http://schemas.microsoft.com/office/drawing/2014/main" id="{A9151D87-1ABD-1D04-90F9-A68A5A030E6D}"/>
              </a:ext>
            </a:extLst>
          </p:cNvPr>
          <p:cNvSpPr>
            <a:spLocks noGrp="1"/>
          </p:cNvSpPr>
          <p:nvPr>
            <p:ph type="sldNum" sz="quarter" idx="5"/>
          </p:nvPr>
        </p:nvSpPr>
        <p:spPr/>
        <p:txBody>
          <a:bodyPr/>
          <a:lstStyle/>
          <a:p>
            <a:fld id="{6E2E38B8-B0B4-AD41-AC6E-B781F46A9FD3}" type="slidenum">
              <a:rPr lang="en-US" smtClean="0"/>
              <a:pPr/>
              <a:t>7</a:t>
            </a:fld>
            <a:endParaRPr lang="en-US"/>
          </a:p>
        </p:txBody>
      </p:sp>
      <p:sp>
        <p:nvSpPr>
          <p:cNvPr id="5" name="Footer Placeholder 4">
            <a:extLst>
              <a:ext uri="{FF2B5EF4-FFF2-40B4-BE49-F238E27FC236}">
                <a16:creationId xmlns:a16="http://schemas.microsoft.com/office/drawing/2014/main" id="{CBA08AFF-BAEB-6943-6021-C954074CB0C9}"/>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4142974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Scout BEFORE making eye contact</a:t>
            </a:r>
          </a:p>
          <a:p>
            <a:endParaRPr lang="en-US" b="1" dirty="0">
              <a:ea typeface="Calibri"/>
              <a:cs typeface="Calibri"/>
            </a:endParaRPr>
          </a:p>
          <a:p>
            <a:r>
              <a:rPr lang="en-US" dirty="0"/>
              <a:t>society for industrial and applied mathematics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1A8047E1-2DAF-4663-A3CB-5BBF8C8825BC}" type="slidenum">
              <a:rPr lang="en-US"/>
              <a:t>8</a:t>
            </a:fld>
            <a:endParaRPr lang="en-US"/>
          </a:p>
        </p:txBody>
      </p:sp>
    </p:spTree>
    <p:extLst>
      <p:ext uri="{BB962C8B-B14F-4D97-AF65-F5344CB8AC3E}">
        <p14:creationId xmlns:p14="http://schemas.microsoft.com/office/powerpoint/2010/main" val="1158518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E18B6-DE12-4F29-F2BE-C496A3D98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0D935-EFBF-C13F-93CD-CCE41820C2FC}"/>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2D0F8566-F5E6-E12B-709B-9CF6725AFB81}"/>
              </a:ext>
            </a:extLst>
          </p:cNvPr>
          <p:cNvSpPr>
            <a:spLocks noGrp="1"/>
          </p:cNvSpPr>
          <p:nvPr>
            <p:ph type="body" idx="1"/>
          </p:nvPr>
        </p:nvSpPr>
        <p:spPr/>
        <p:txBody>
          <a:bodyPr/>
          <a:lstStyle/>
          <a:p>
            <a:r>
              <a:rPr lang="en-US" dirty="0"/>
              <a:t>1. Got rejected from all grad programs I applied to </a:t>
            </a:r>
          </a:p>
          <a:p>
            <a:r>
              <a:rPr lang="en-US" dirty="0"/>
              <a:t>2. Thought I would never again be allowed to work a technical job</a:t>
            </a:r>
          </a:p>
          <a:p>
            <a:r>
              <a:rPr lang="en-US" dirty="0"/>
              <a:t>3. Wanted to do research but didn’t think I was smart enough</a:t>
            </a:r>
          </a:p>
          <a:p>
            <a:r>
              <a:rPr lang="en-US" dirty="0"/>
              <a:t>4. Seriously wondered if any of the work I was doing would get me anywhere</a:t>
            </a:r>
          </a:p>
          <a:p>
            <a:r>
              <a:rPr lang="en-US" dirty="0"/>
              <a:t>5. Quit my full time job for an underpaid internship, hoping it would help me get into grad school</a:t>
            </a:r>
          </a:p>
          <a:p>
            <a:r>
              <a:rPr lang="en-US" dirty="0"/>
              <a:t>6. Got rejected from the GRFP award</a:t>
            </a:r>
          </a:p>
          <a:p>
            <a:r>
              <a:rPr lang="en-US" dirty="0"/>
              <a:t>7. Lost the GEM fellowship because of Northwestern funding</a:t>
            </a:r>
          </a:p>
          <a:p>
            <a:endParaRPr lang="en-US" dirty="0"/>
          </a:p>
        </p:txBody>
      </p:sp>
      <p:sp>
        <p:nvSpPr>
          <p:cNvPr id="4" name="Slide Number Placeholder 3">
            <a:extLst>
              <a:ext uri="{FF2B5EF4-FFF2-40B4-BE49-F238E27FC236}">
                <a16:creationId xmlns:a16="http://schemas.microsoft.com/office/drawing/2014/main" id="{D28BC7D4-B75E-A942-1E27-93D75D220612}"/>
              </a:ext>
            </a:extLst>
          </p:cNvPr>
          <p:cNvSpPr>
            <a:spLocks noGrp="1"/>
          </p:cNvSpPr>
          <p:nvPr>
            <p:ph type="sldNum" sz="quarter" idx="5"/>
          </p:nvPr>
        </p:nvSpPr>
        <p:spPr/>
        <p:txBody>
          <a:bodyPr/>
          <a:lstStyle/>
          <a:p>
            <a:fld id="{6E2E38B8-B0B4-AD41-AC6E-B781F46A9FD3}" type="slidenum">
              <a:rPr lang="en-US" smtClean="0"/>
              <a:pPr/>
              <a:t>9</a:t>
            </a:fld>
            <a:endParaRPr lang="en-US"/>
          </a:p>
        </p:txBody>
      </p:sp>
      <p:sp>
        <p:nvSpPr>
          <p:cNvPr id="5" name="Footer Placeholder 4">
            <a:extLst>
              <a:ext uri="{FF2B5EF4-FFF2-40B4-BE49-F238E27FC236}">
                <a16:creationId xmlns:a16="http://schemas.microsoft.com/office/drawing/2014/main" id="{60D571DB-613A-223F-2BC0-8174FEF962AB}"/>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754093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1. Got rejected from all grad programs I applied to </a:t>
            </a:r>
          </a:p>
          <a:p>
            <a:r>
              <a:rPr lang="en-US" dirty="0"/>
              <a:t>2. Believed I would never again be allowed to work in a STEM research role</a:t>
            </a:r>
          </a:p>
          <a:p>
            <a:r>
              <a:rPr lang="en-US" dirty="0"/>
              <a:t>3. Wanted to do research but didn’t think I was smart enough</a:t>
            </a:r>
          </a:p>
          <a:p>
            <a:r>
              <a:rPr lang="en-US" dirty="0"/>
              <a:t>4. Seriously wondered if any of the work I was doing would get me anywhere</a:t>
            </a:r>
          </a:p>
          <a:p>
            <a:r>
              <a:rPr lang="en-US" dirty="0"/>
              <a:t>5. Quit my full time job for an underpaid internship, hoping it would help me get into grad school</a:t>
            </a:r>
          </a:p>
          <a:p>
            <a:r>
              <a:rPr lang="en-US" dirty="0"/>
              <a:t>6. Got rejected from the GRFP award</a:t>
            </a:r>
          </a:p>
          <a:p>
            <a:r>
              <a:rPr lang="en-US" dirty="0"/>
              <a:t>7. Lost the GEM fellowship because of Northwestern funding cuts</a:t>
            </a:r>
            <a:br>
              <a:rPr lang="en-US" dirty="0"/>
            </a:br>
            <a:endParaRPr lang="en-US" dirty="0">
              <a:ea typeface="Calibri"/>
              <a:cs typeface="Calibri"/>
            </a:endParaRPr>
          </a:p>
          <a:p>
            <a:br>
              <a:rPr lang="en-US" dirty="0">
                <a:ea typeface="Calibri"/>
                <a:cs typeface="+mn-lt"/>
              </a:rPr>
            </a:br>
            <a:r>
              <a:rPr lang="en-US" dirty="0">
                <a:ea typeface="Calibri"/>
                <a:cs typeface="Calibri"/>
              </a:rPr>
              <a:t>All that to say, sometimes your journey will take you up hills and maintaining your happy “pace” will get much harder, but if you're starting where you can, asking for help, and showing up prepared, the sucks will be worth the yes!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087993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Summit 2023</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9584413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a:prstGeom prst="rect">
            <a:avLst/>
          </a:prstGeo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a:prstGeom prst="rect">
            <a:avLst/>
          </a:prstGeo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a:extLst>
              <a:ext uri="{FF2B5EF4-FFF2-40B4-BE49-F238E27FC236}">
                <a16:creationId xmlns:a16="http://schemas.microsoft.com/office/drawing/2014/main" id="{16494AD8-421E-30FB-A493-6DEC892C12C2}"/>
              </a:ext>
            </a:extLst>
          </p:cNvPr>
          <p:cNvPicPr>
            <a:picLocks noChangeAspect="1"/>
          </p:cNvPicPr>
          <p:nvPr userDrawn="1"/>
        </p:nvPicPr>
        <p:blipFill>
          <a:blip r:embed="rId2"/>
          <a:stretch>
            <a:fillRect/>
          </a:stretch>
        </p:blipFill>
        <p:spPr>
          <a:xfrm>
            <a:off x="10049571" y="6007522"/>
            <a:ext cx="2071403" cy="795947"/>
          </a:xfrm>
          <a:prstGeom prst="rect">
            <a:avLst/>
          </a:prstGeom>
        </p:spPr>
      </p:pic>
    </p:spTree>
    <p:extLst>
      <p:ext uri="{BB962C8B-B14F-4D97-AF65-F5344CB8AC3E}">
        <p14:creationId xmlns:p14="http://schemas.microsoft.com/office/powerpoint/2010/main" val="419679518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F4F3F4"/>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9" name="Picture 8" descr="A pink and white gradient&#10;&#10;Description automatically generated">
            <a:extLst>
              <a:ext uri="{FF2B5EF4-FFF2-40B4-BE49-F238E27FC236}">
                <a16:creationId xmlns:a16="http://schemas.microsoft.com/office/drawing/2014/main" id="{96775845-F812-2195-FC9D-2F81FB7702D3}"/>
              </a:ext>
            </a:extLst>
          </p:cNvPr>
          <p:cNvPicPr>
            <a:picLocks noChangeAspect="1"/>
          </p:cNvPicPr>
          <p:nvPr userDrawn="1"/>
        </p:nvPicPr>
        <p:blipFill>
          <a:blip r:embed="rId2"/>
          <a:stretch>
            <a:fillRect/>
          </a:stretch>
        </p:blipFill>
        <p:spPr>
          <a:xfrm>
            <a:off x="0" y="1691640"/>
            <a:ext cx="12192000" cy="4314106"/>
          </a:xfrm>
          <a:prstGeom prst="rect">
            <a:avLst/>
          </a:prstGeom>
        </p:spPr>
      </p:pic>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a:prstGeom prst="rect">
            <a:avLst/>
          </a:prstGeo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a:prstGeom prst="rect">
            <a:avLst/>
          </a:prstGeo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733A8565-D30B-EB82-F54B-6826C63F500C}"/>
              </a:ext>
            </a:extLst>
          </p:cNvPr>
          <p:cNvPicPr>
            <a:picLocks noChangeAspect="1"/>
          </p:cNvPicPr>
          <p:nvPr userDrawn="1"/>
        </p:nvPicPr>
        <p:blipFill>
          <a:blip r:embed="rId3"/>
          <a:stretch>
            <a:fillRect/>
          </a:stretch>
        </p:blipFill>
        <p:spPr>
          <a:xfrm>
            <a:off x="10049571" y="6007522"/>
            <a:ext cx="2071403" cy="795947"/>
          </a:xfrm>
          <a:prstGeom prst="rect">
            <a:avLst/>
          </a:prstGeom>
        </p:spPr>
      </p:pic>
    </p:spTree>
    <p:extLst>
      <p:ext uri="{BB962C8B-B14F-4D97-AF65-F5344CB8AC3E}">
        <p14:creationId xmlns:p14="http://schemas.microsoft.com/office/powerpoint/2010/main" val="169867043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E0CC4067-CE28-37B2-7E32-3C8AB073A124}"/>
              </a:ext>
            </a:extLst>
          </p:cNvPr>
          <p:cNvPicPr>
            <a:picLocks noChangeAspect="1"/>
          </p:cNvPicPr>
          <p:nvPr userDrawn="1"/>
        </p:nvPicPr>
        <p:blipFill>
          <a:blip r:embed="rId2"/>
          <a:stretch>
            <a:fillRect/>
          </a:stretch>
        </p:blipFill>
        <p:spPr>
          <a:xfrm>
            <a:off x="10049571" y="6007522"/>
            <a:ext cx="2071403" cy="795947"/>
          </a:xfrm>
          <a:prstGeom prst="rect">
            <a:avLst/>
          </a:prstGeom>
        </p:spPr>
      </p:pic>
    </p:spTree>
    <p:extLst>
      <p:ext uri="{BB962C8B-B14F-4D97-AF65-F5344CB8AC3E}">
        <p14:creationId xmlns:p14="http://schemas.microsoft.com/office/powerpoint/2010/main" val="222487865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228679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a:prstGeom prst="rect">
            <a:avLst/>
          </a:prstGeo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a:extLst>
              <a:ext uri="{FF2B5EF4-FFF2-40B4-BE49-F238E27FC236}">
                <a16:creationId xmlns:a16="http://schemas.microsoft.com/office/drawing/2014/main" id="{EEFF371A-44A1-6F9A-0384-6A72249EB20A}"/>
              </a:ext>
            </a:extLst>
          </p:cNvPr>
          <p:cNvPicPr>
            <a:picLocks noChangeAspect="1"/>
          </p:cNvPicPr>
          <p:nvPr userDrawn="1"/>
        </p:nvPicPr>
        <p:blipFill>
          <a:blip r:embed="rId2"/>
          <a:stretch>
            <a:fillRect/>
          </a:stretch>
        </p:blipFill>
        <p:spPr>
          <a:xfrm>
            <a:off x="10049571" y="6007522"/>
            <a:ext cx="2071403" cy="795947"/>
          </a:xfrm>
          <a:prstGeom prst="rect">
            <a:avLst/>
          </a:prstGeom>
        </p:spPr>
      </p:pic>
    </p:spTree>
    <p:extLst>
      <p:ext uri="{BB962C8B-B14F-4D97-AF65-F5344CB8AC3E}">
        <p14:creationId xmlns:p14="http://schemas.microsoft.com/office/powerpoint/2010/main" val="817174950"/>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7"/>
            <a:ext cx="5523781" cy="6287294"/>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a:extLst>
              <a:ext uri="{FF2B5EF4-FFF2-40B4-BE49-F238E27FC236}">
                <a16:creationId xmlns:a16="http://schemas.microsoft.com/office/drawing/2014/main" id="{C6479503-B6F8-E5C4-4954-B7C962F54161}"/>
              </a:ext>
            </a:extLst>
          </p:cNvPr>
          <p:cNvPicPr>
            <a:picLocks noChangeAspect="1"/>
          </p:cNvPicPr>
          <p:nvPr userDrawn="1"/>
        </p:nvPicPr>
        <p:blipFill>
          <a:blip r:embed="rId2"/>
          <a:stretch>
            <a:fillRect/>
          </a:stretch>
        </p:blipFill>
        <p:spPr>
          <a:xfrm>
            <a:off x="0" y="6007522"/>
            <a:ext cx="2071403" cy="795947"/>
          </a:xfrm>
          <a:prstGeom prst="rect">
            <a:avLst/>
          </a:prstGeom>
        </p:spPr>
      </p:pic>
    </p:spTree>
    <p:extLst>
      <p:ext uri="{BB962C8B-B14F-4D97-AF65-F5344CB8AC3E}">
        <p14:creationId xmlns:p14="http://schemas.microsoft.com/office/powerpoint/2010/main" val="415261400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a:prstGeom prst="rect">
            <a:avLst/>
          </a:prstGeo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7"/>
            <a:ext cx="5523781" cy="6287294"/>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a:extLst>
              <a:ext uri="{FF2B5EF4-FFF2-40B4-BE49-F238E27FC236}">
                <a16:creationId xmlns:a16="http://schemas.microsoft.com/office/drawing/2014/main" id="{EC8E3DD0-56C4-AC09-E130-B050A011A3F7}"/>
              </a:ext>
            </a:extLst>
          </p:cNvPr>
          <p:cNvPicPr>
            <a:picLocks noChangeAspect="1"/>
          </p:cNvPicPr>
          <p:nvPr userDrawn="1"/>
        </p:nvPicPr>
        <p:blipFill>
          <a:blip r:embed="rId2"/>
          <a:stretch>
            <a:fillRect/>
          </a:stretch>
        </p:blipFill>
        <p:spPr>
          <a:xfrm>
            <a:off x="0" y="6007522"/>
            <a:ext cx="2071403" cy="795947"/>
          </a:xfrm>
          <a:prstGeom prst="rect">
            <a:avLst/>
          </a:prstGeom>
        </p:spPr>
      </p:pic>
    </p:spTree>
    <p:extLst>
      <p:ext uri="{BB962C8B-B14F-4D97-AF65-F5344CB8AC3E}">
        <p14:creationId xmlns:p14="http://schemas.microsoft.com/office/powerpoint/2010/main" val="334020936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a:prstGeom prst="rect">
            <a:avLst/>
          </a:prstGeo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a:prstGeom prst="rect">
            <a:avLst/>
          </a:prstGeo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210312"/>
            <a:ext cx="8569797" cy="4095750"/>
          </a:xfrm>
        </p:spPr>
        <p:txBody>
          <a:bodyPr/>
          <a:lstStyle>
            <a:lvl1pPr>
              <a:defRPr sz="8598"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a:prstGeom prst="rect">
            <a:avLst/>
          </a:prstGeo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210312"/>
            <a:ext cx="7330121" cy="48585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a:prstGeom prst="rect">
            <a:avLst/>
          </a:prstGeo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8" y="4649724"/>
            <a:ext cx="5524575" cy="1771650"/>
          </a:xfrm>
          <a:prstGeom prst="rect">
            <a:avLst/>
          </a:prstGeom>
        </p:spPr>
        <p:txBody>
          <a:bodyPr anchor="b"/>
          <a:lstStyle>
            <a:lvl1pPr>
              <a:lnSpc>
                <a:spcPct val="90000"/>
              </a:lnSpc>
              <a:spcBef>
                <a:spcPts val="0"/>
              </a:spcBef>
              <a:defRPr sz="12897" b="0" i="0">
                <a:gradFill>
                  <a:gsLst>
                    <a:gs pos="0">
                      <a:schemeClr val="accent2"/>
                    </a:gs>
                    <a:gs pos="100000">
                      <a:srgbClr val="FF7EB6"/>
                    </a:gs>
                  </a:gsLst>
                  <a:lin ang="2700000" scaled="0"/>
                </a:gra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a:prstGeom prst="rect">
            <a:avLst/>
          </a:prstGeo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19" y="4648200"/>
            <a:ext cx="5523781" cy="1771650"/>
          </a:xfrm>
          <a:prstGeom prst="rect">
            <a:avLst/>
          </a:prstGeom>
        </p:spPr>
        <p:txBody>
          <a:bodyPr anchor="b"/>
          <a:lstStyle>
            <a:lvl1pPr>
              <a:lnSpc>
                <a:spcPct val="90000"/>
              </a:lnSpc>
              <a:spcBef>
                <a:spcPts val="0"/>
              </a:spcBef>
              <a:defRPr sz="12897" b="0" i="0">
                <a:gradFill>
                  <a:gsLst>
                    <a:gs pos="0">
                      <a:schemeClr val="accent2"/>
                    </a:gs>
                    <a:gs pos="100000">
                      <a:srgbClr val="FF7EB6"/>
                    </a:gs>
                  </a:gsLst>
                  <a:lin ang="2700000" scaled="0"/>
                </a:gra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2" name="TextBox 1">
            <a:extLst>
              <a:ext uri="{FF2B5EF4-FFF2-40B4-BE49-F238E27FC236}">
                <a16:creationId xmlns:a16="http://schemas.microsoft.com/office/drawing/2014/main" id="{053A0FD9-F5B2-D01D-BECF-F34B417CB4DF}"/>
              </a:ext>
            </a:extLst>
          </p:cNvPr>
          <p:cNvSpPr txBox="1"/>
          <p:nvPr userDrawn="1"/>
        </p:nvSpPr>
        <p:spPr>
          <a:xfrm>
            <a:off x="10026614" y="-70104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222188" indent="-223330" algn="l" defTabSz="1218956">
              <a:spcBef>
                <a:spcPts val="1450"/>
              </a:spcBef>
              <a:buSzPct val="100000"/>
              <a:buFontTx/>
              <a:buChar char="–"/>
            </a:pPr>
            <a:endParaRPr lang="en-US" sz="1800"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a:prstGeom prst="rect">
            <a:avLst/>
          </a:prstGeom>
        </p:spPr>
        <p:txBody>
          <a:bodyPr/>
          <a:lstStyle>
            <a:lvl1pPr>
              <a:lnSpc>
                <a:spcPct val="90000"/>
              </a:lnSpc>
              <a:defRPr sz="6499">
                <a:gradFill>
                  <a:gsLst>
                    <a:gs pos="0">
                      <a:schemeClr val="accent2"/>
                    </a:gs>
                    <a:gs pos="100000">
                      <a:srgbClr val="FF7EB6"/>
                    </a:gs>
                  </a:gsLst>
                  <a:lin ang="2700000" scaled="0"/>
                </a:gra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a:prstGeom prst="rect">
            <a:avLst/>
          </a:prstGeom>
        </p:spPr>
        <p:txBody>
          <a:bodyPr/>
          <a:lstStyle>
            <a:lvl1pPr>
              <a:lnSpc>
                <a:spcPct val="90000"/>
              </a:lnSpc>
              <a:defRPr sz="6499">
                <a:gradFill>
                  <a:gsLst>
                    <a:gs pos="0">
                      <a:schemeClr val="accent2"/>
                    </a:gs>
                    <a:gs pos="100000">
                      <a:srgbClr val="FF7EB6"/>
                    </a:gs>
                  </a:gsLst>
                  <a:lin ang="2700000" scaled="0"/>
                </a:gra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7"/>
            <a:ext cx="2476178" cy="4833423"/>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7"/>
            <a:ext cx="2474590" cy="951707"/>
          </a:xfrm>
          <a:prstGeom prst="rect">
            <a:avLst/>
          </a:prstGeom>
        </p:spPr>
        <p:txBody>
          <a:bodyPr/>
          <a:lstStyle>
            <a:lvl1pPr>
              <a:lnSpc>
                <a:spcPct val="90000"/>
              </a:lnSpc>
              <a:defRPr sz="6499">
                <a:gradFill>
                  <a:gsLst>
                    <a:gs pos="0">
                      <a:schemeClr val="accent2"/>
                    </a:gs>
                    <a:gs pos="100000">
                      <a:srgbClr val="FF7EB6"/>
                    </a:gs>
                  </a:gsLst>
                  <a:lin ang="2700000" scaled="0"/>
                </a:gra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4"/>
            <a:ext cx="2476178" cy="4833423"/>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9">
                <a:gradFill>
                  <a:gsLst>
                    <a:gs pos="0">
                      <a:schemeClr val="accent2"/>
                    </a:gs>
                    <a:gs pos="100000">
                      <a:srgbClr val="FF7EB6"/>
                    </a:gs>
                  </a:gsLst>
                  <a:lin ang="2700000" scaled="0"/>
                </a:gra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a:prstGeom prst="rect">
            <a:avLst/>
          </a:prstGeo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a:prstGeom prst="rect">
            <a:avLst/>
          </a:prstGeom>
        </p:spPr>
        <p:txBody>
          <a:bodyPr/>
          <a:lstStyle>
            <a:lvl1pPr>
              <a:lnSpc>
                <a:spcPct val="100000"/>
              </a:lnSpc>
              <a:defRPr sz="4299">
                <a:gradFill>
                  <a:gsLst>
                    <a:gs pos="0">
                      <a:schemeClr val="accent2"/>
                    </a:gs>
                    <a:gs pos="100000">
                      <a:srgbClr val="FF7EB6"/>
                    </a:gs>
                  </a:gsLst>
                  <a:lin ang="2700000" scaled="0"/>
                </a:gra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a:prstGeom prst="rect">
            <a:avLst/>
          </a:prstGeo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a:prstGeom prst="rect">
            <a:avLst/>
          </a:prstGeom>
        </p:spPr>
        <p:txBody>
          <a:bodyPr/>
          <a:lstStyle>
            <a:lvl1pPr>
              <a:lnSpc>
                <a:spcPct val="90000"/>
              </a:lnSpc>
              <a:defRPr sz="6499">
                <a:gradFill>
                  <a:gsLst>
                    <a:gs pos="0">
                      <a:schemeClr val="accent2"/>
                    </a:gs>
                    <a:gs pos="100000">
                      <a:srgbClr val="FF7EB6"/>
                    </a:gs>
                  </a:gsLst>
                  <a:lin ang="2700000" scaled="0"/>
                </a:gra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a:prstGeom prst="rect">
            <a:avLst/>
          </a:prstGeom>
        </p:spPr>
        <p:txBody>
          <a:bodyPr/>
          <a:lstStyle>
            <a:lvl1pPr>
              <a:lnSpc>
                <a:spcPct val="90000"/>
              </a:lnSpc>
              <a:defRPr sz="6499">
                <a:gradFill>
                  <a:gsLst>
                    <a:gs pos="0">
                      <a:schemeClr val="accent2"/>
                    </a:gs>
                    <a:gs pos="100000">
                      <a:srgbClr val="FF7EB6"/>
                    </a:gs>
                  </a:gsLst>
                  <a:lin ang="2700000" scaled="0"/>
                </a:gra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a:prstGeom prst="rect">
            <a:avLst/>
          </a:prstGeom>
        </p:spPr>
        <p:txBody>
          <a:bodyPr/>
          <a:lstStyle>
            <a:lvl1pPr>
              <a:lnSpc>
                <a:spcPct val="90000"/>
              </a:lnSpc>
              <a:defRPr sz="6499">
                <a:gradFill>
                  <a:gsLst>
                    <a:gs pos="0">
                      <a:schemeClr val="accent2"/>
                    </a:gs>
                    <a:gs pos="100000">
                      <a:srgbClr val="FF7EB6"/>
                    </a:gs>
                  </a:gsLst>
                  <a:lin ang="2700000" scaled="0"/>
                </a:gra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99" y="1714500"/>
            <a:ext cx="2477765"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p>
            <a:r>
              <a:rPr lang="en-US"/>
              <a:t>IBM Quantum Summit 2023</a:t>
            </a:r>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a:prstGeom prst="rect">
            <a:avLst/>
          </a:prstGeo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a:prstGeom prst="rect">
            <a:avLst/>
          </a:prstGeo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a:prstGeom prst="rect">
            <a:avLst/>
          </a:prstGeo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a:prstGeom prst="rect">
            <a:avLst/>
          </a:prstGeo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3" y="1714500"/>
            <a:ext cx="2476177" cy="428625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Quantum Summit 2023</a:t>
            </a:r>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9589940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a:prstGeom prst="rect">
            <a:avLst/>
          </a:prstGeom>
        </p:spPr>
        <p:txBody>
          <a:bodyPr/>
          <a:lstStyle>
            <a:lvl1pPr>
              <a:lnSpc>
                <a:spcPct val="100000"/>
              </a:lnSpc>
              <a:spcBef>
                <a:spcPts val="0"/>
              </a:spcBef>
              <a:defRPr sz="31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a:prstGeom prst="rect">
            <a:avLst/>
          </a:prstGeo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5047593" cy="4286250"/>
          </a:xfrm>
          <a:prstGeom prst="rect">
            <a:avLst/>
          </a:prstGeo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Quantum Summit 2023</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19" y="1714500"/>
            <a:ext cx="5047593" cy="4286250"/>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Quantum Summit 2023</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Quantum Summit 2023</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Quantum Summit 2023</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Quantum Summit 2023</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794"/>
          </a:xfrm>
        </p:spPr>
        <p:txBody>
          <a:bodyPr rIns="0"/>
          <a:lstStyle>
            <a:lvl1pPr>
              <a:lnSpc>
                <a:spcPct val="10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a:prstGeom prst="rect">
            <a:avLst/>
          </a:prstGeo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Quantum Summit 2023</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a:prstGeom prst="rect">
            <a:avLst/>
          </a:prstGeom>
        </p:spPr>
        <p:txBody>
          <a:bodyPr/>
          <a:lstStyle>
            <a:lvl1pPr>
              <a:lnSpc>
                <a:spcPct val="100000"/>
              </a:lnSpc>
              <a:spcBef>
                <a:spcPts val="0"/>
              </a:spcBef>
              <a:defRPr sz="31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a:prstGeom prst="rect">
            <a:avLst/>
          </a:prstGeo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607997" cy="607231"/>
          </a:xfrm>
          <a:prstGeom prst="rect">
            <a:avLst/>
          </a:prstGeo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a:prstGeom prst="rect">
            <a:avLst/>
          </a:prstGeo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a:prstGeom prst="rect">
            <a:avLst/>
          </a:prstGeo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Quantum Summit 2023</a:t>
            </a:r>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a:prstGeom prst="rect">
            <a:avLst/>
          </a:prstGeo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a:prstGeom prst="rect">
            <a:avLst/>
          </a:prstGeo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a:prstGeom prst="rect">
            <a:avLst/>
          </a:prstGeo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a:prstGeom prst="rect">
            <a:avLst/>
          </a:prstGeo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a:prstGeom prst="rect">
            <a:avLst/>
          </a:prstGeo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a:prstGeom prst="rect">
            <a:avLst/>
          </a:prstGeo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a:prstGeom prst="rect">
            <a:avLst/>
          </a:prstGeo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a:prstGeom prst="rect">
            <a:avLst/>
          </a:prstGeo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Quantum Summit 2023</a:t>
            </a:r>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80496384"/>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570706"/>
          </a:xfrm>
          <a:prstGeom prst="rect">
            <a:avLst/>
          </a:prstGeo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Quantum Summit 2023</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224028"/>
          </a:xfrm>
          <a:prstGeom prst="rect">
            <a:avLst/>
          </a:prstGeo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10000"/>
              </a:lnSpc>
              <a:defRPr sz="3199">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Quantum Summit 2023</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9181061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288036"/>
            <a:ext cx="2477765" cy="2286794"/>
          </a:xfrm>
        </p:spPr>
        <p:txBody>
          <a:bodyPr/>
          <a:lstStyle>
            <a:lvl1pPr>
              <a:lnSpc>
                <a:spcPct val="100000"/>
              </a:lnSpc>
              <a:defRPr sz="14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Quantum Summit 2023</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Quantum Summit 2023</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a:prstGeom prst="rect">
            <a:avLst/>
          </a:prstGeo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Quantum Summit 2023</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a:prstGeom prst="rect">
            <a:avLst/>
          </a:prstGeo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a:prstGeom prst="rect">
            <a:avLst/>
          </a:prstGeo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a:prstGeom prst="rect">
            <a:avLst/>
          </a:prstGeo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a:prstGeom prst="rect">
            <a:avLst/>
          </a:prstGeo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a:prstGeom prst="rect">
            <a:avLst/>
          </a:prstGeo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0"/>
            <a:ext cx="2475384" cy="1896341"/>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a:prstGeom prst="rect">
            <a:avLst/>
          </a:prstGeo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a:prstGeom prst="rect">
            <a:avLst/>
          </a:prstGeo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Quantum Summit 2023</a:t>
            </a:r>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54205542"/>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Quantum Summit 2023</a:t>
            </a:r>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6"/>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a:prstGeom prst="rect">
            <a:avLst/>
          </a:prstGeo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Quantum Summit 2023</a:t>
            </a:r>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7"/>
            <a:ext cx="5523781" cy="6287294"/>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Quantum Summit 2023</a:t>
            </a:r>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Summit 2023</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6446" y="6448424"/>
            <a:ext cx="128254" cy="12700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6"/>
            <a:ext cx="8574559" cy="6289675"/>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Quantum Summit 2023</a:t>
            </a:r>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6446" y="6448424"/>
            <a:ext cx="128254" cy="12700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333500"/>
            <a:ext cx="2853953" cy="1238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60700"/>
            <a:ext cx="2853953" cy="1238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762501"/>
            <a:ext cx="2853953" cy="1238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333500"/>
            <a:ext cx="2853953" cy="1238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60700"/>
            <a:ext cx="2853953" cy="1238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762501"/>
            <a:ext cx="2853953" cy="1238250"/>
          </a:xfrm>
          <a:prstGeom prst="rect">
            <a:avLst/>
          </a:prstGeo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Quantum Summit 2023</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a:prstGeom prst="rect">
            <a:avLst/>
          </a:prstGeo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Quantum Summit 2023</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a:prstGeom prst="rect">
            <a:avLst/>
          </a:prstGeo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a:prstGeom prst="rect">
            <a:avLst/>
          </a:prstGeo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Quantum Summit 2023</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Summit 2023</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a:prstGeom prst="rect">
            <a:avLst/>
          </a:prstGeo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a:prstGeom prst="rect">
            <a:avLst/>
          </a:prstGeo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a:prstGeom prst="rect">
            <a:avLst/>
          </a:prstGeo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p>
            <a:r>
              <a:rPr lang="en-US"/>
              <a:t>IBM Quantum Summit 2023</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AEDA2B-3489-F6C6-7BB3-94C65DFDBE1B}"/>
              </a:ext>
            </a:extLst>
          </p:cNvPr>
          <p:cNvPicPr>
            <a:picLocks noChangeAspect="1"/>
          </p:cNvPicPr>
          <p:nvPr userDrawn="1"/>
        </p:nvPicPr>
        <p:blipFill>
          <a:blip r:embed="rId2"/>
          <a:stretch>
            <a:fillRect/>
          </a:stretch>
        </p:blipFill>
        <p:spPr>
          <a:xfrm>
            <a:off x="4148508" y="2680666"/>
            <a:ext cx="3894985" cy="1496668"/>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theme" Target="../theme/theme2.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7"/>
            <a:ext cx="135436" cy="123111"/>
          </a:xfrm>
          <a:prstGeom prst="rect">
            <a:avLst/>
          </a:prstGeom>
          <a:ln w="12700">
            <a:miter lim="400000"/>
          </a:ln>
        </p:spPr>
        <p:txBody>
          <a:bodyPr wrap="squar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dirty="0"/>
              <a:t>IBM Quantum Summit 2023</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53"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40" r:id="rId43"/>
    <p:sldLayoutId id="2147483943" r:id="rId44"/>
    <p:sldLayoutId id="2147483960" r:id="rId45"/>
    <p:sldLayoutId id="2147483941" r:id="rId46"/>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2160" userDrawn="1">
          <p15:clr>
            <a:srgbClr val="0F62FE"/>
          </p15:clr>
        </p15:guide>
        <p15:guide id="3" pos="182" userDrawn="1">
          <p15:clr>
            <a:srgbClr val="EE5396"/>
          </p15:clr>
        </p15:guide>
        <p15:guide id="4" pos="1920" userDrawn="1">
          <p15:clr>
            <a:srgbClr val="0F62FE"/>
          </p15:clr>
        </p15:guide>
        <p15:guide id="5" pos="958" userDrawn="1">
          <p15:clr>
            <a:srgbClr val="EE5396"/>
          </p15:clr>
        </p15:guide>
        <p15:guide id="6" pos="2878" userDrawn="1">
          <p15:clr>
            <a:srgbClr val="EE5396"/>
          </p15:clr>
        </p15:guide>
        <p15:guide id="7" pos="3659" userDrawn="1">
          <p15:clr>
            <a:srgbClr val="EE5396"/>
          </p15:clr>
        </p15:guide>
        <p15:guide id="8" pos="4019" userDrawn="1">
          <p15:clr>
            <a:srgbClr val="EE5396"/>
          </p15:clr>
        </p15:guide>
        <p15:guide id="9" pos="2100" userDrawn="1">
          <p15:clr>
            <a:srgbClr val="EE5396"/>
          </p15:clr>
        </p15:guide>
        <p15:guide id="10" pos="1740" userDrawn="1">
          <p15:clr>
            <a:srgbClr val="EE5396"/>
          </p15:clr>
        </p15:guide>
        <p15:guide id="11" pos="4796" userDrawn="1">
          <p15:clr>
            <a:srgbClr val="EE5396"/>
          </p15:clr>
        </p15:guide>
        <p15:guide id="13" pos="5579" userDrawn="1">
          <p15:clr>
            <a:srgbClr val="EE5396"/>
          </p15:clr>
        </p15:guide>
        <p15:guide id="14" pos="5939" userDrawn="1">
          <p15:clr>
            <a:srgbClr val="EE5396"/>
          </p15:clr>
        </p15:guide>
        <p15:guide id="15" pos="6719" userDrawn="1">
          <p15:clr>
            <a:srgbClr val="EE5396"/>
          </p15:clr>
        </p15:guide>
        <p15:guide id="16" pos="7497" userDrawn="1">
          <p15:clr>
            <a:srgbClr val="EE5396"/>
          </p15:clr>
        </p15:guide>
        <p15:guide id="17" orient="horz" pos="1080" userDrawn="1">
          <p15:clr>
            <a:srgbClr val="0F62FE"/>
          </p15:clr>
        </p15:guide>
        <p15:guide id="19" orient="horz" pos="1620" userDrawn="1">
          <p15:clr>
            <a:srgbClr val="EE5396"/>
          </p15:clr>
        </p15:guide>
        <p15:guide id="20" orient="horz" pos="540" userDrawn="1">
          <p15:clr>
            <a:srgbClr val="EE5396"/>
          </p15:clr>
        </p15:guide>
        <p15:guide id="21" orient="horz" pos="182" userDrawn="1">
          <p15:clr>
            <a:srgbClr val="EE5396"/>
          </p15:clr>
        </p15:guide>
        <p15:guide id="22" orient="horz" pos="2700" userDrawn="1">
          <p15:clr>
            <a:srgbClr val="EE5396"/>
          </p15:clr>
        </p15:guide>
        <p15:guide id="24" orient="horz" pos="3779" userDrawn="1">
          <p15:clr>
            <a:srgbClr val="EE5396"/>
          </p15:clr>
        </p15:guide>
        <p15:guide id="25" orient="horz" pos="4137" userDrawn="1">
          <p15:clr>
            <a:srgbClr val="EE5396"/>
          </p15:clr>
        </p15:guide>
        <p15:guide id="26" pos="3840" userDrawn="1">
          <p15:clr>
            <a:srgbClr val="0F62FE"/>
          </p15:clr>
        </p15:guide>
        <p15:guide id="27" pos="5759" userDrawn="1">
          <p15:clr>
            <a:srgbClr val="0F62FE"/>
          </p15:clr>
        </p15:guide>
        <p15:guide id="28" orient="horz" pos="3240" userDrawn="1">
          <p15:clr>
            <a:srgbClr val="0F62FE"/>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9.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“What are my chances of success?”</a:t>
            </a:r>
          </a:p>
        </p:txBody>
      </p:sp>
      <p:sp>
        <p:nvSpPr>
          <p:cNvPr id="3" name="Subtitle 2"/>
          <p:cNvSpPr>
            <a:spLocks noGrp="1"/>
          </p:cNvSpPr>
          <p:nvPr>
            <p:ph type="subTitle" idx="1"/>
          </p:nvPr>
        </p:nvSpPr>
        <p:spPr/>
        <p:txBody>
          <a:bodyPr vert="horz" lIns="91440" tIns="45720" rIns="91440" bIns="45720" rtlCol="0" anchor="t">
            <a:normAutofit/>
          </a:bodyPr>
          <a:lstStyle/>
          <a:p>
            <a:endParaRPr lang="en-US" b="1"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EC27341-4ABB-43EF-9E57-10A858F92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000"/>
          </a:xfrm>
          <a:prstGeom prst="rect">
            <a:avLst/>
          </a:prstGeom>
          <a:solidFill>
            <a:srgbClr val="5838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98C55-54CC-433B-905F-FB0B2D200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953" y="484068"/>
            <a:ext cx="3414014" cy="58893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touching a large cylinder&#10;&#10;AI-generated content may be incorrect.">
            <a:extLst>
              <a:ext uri="{FF2B5EF4-FFF2-40B4-BE49-F238E27FC236}">
                <a16:creationId xmlns:a16="http://schemas.microsoft.com/office/drawing/2014/main" id="{0EA5FC11-402B-2989-C5D3-E769AD2CECBE}"/>
              </a:ext>
            </a:extLst>
          </p:cNvPr>
          <p:cNvPicPr>
            <a:picLocks noChangeAspect="1"/>
          </p:cNvPicPr>
          <p:nvPr/>
        </p:nvPicPr>
        <p:blipFill>
          <a:blip r:embed="rId3"/>
          <a:srcRect r="9783" b="1095"/>
          <a:stretch>
            <a:fillRect/>
          </a:stretch>
        </p:blipFill>
        <p:spPr>
          <a:xfrm rot="5400000">
            <a:off x="513878" y="2038032"/>
            <a:ext cx="3382734" cy="2781372"/>
          </a:xfrm>
          <a:prstGeom prst="rect">
            <a:avLst/>
          </a:prstGeom>
        </p:spPr>
      </p:pic>
      <p:sp>
        <p:nvSpPr>
          <p:cNvPr id="17" name="Rectangle 16">
            <a:extLst>
              <a:ext uri="{FF2B5EF4-FFF2-40B4-BE49-F238E27FC236}">
                <a16:creationId xmlns:a16="http://schemas.microsoft.com/office/drawing/2014/main" id="{19E21906-D4D4-4F16-9228-3E004930E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1968" y="485853"/>
            <a:ext cx="3575304" cy="58893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5BCC85-4C69-4CFB-A36A-6A489B87F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08139" y="484069"/>
            <a:ext cx="3899229" cy="286421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wo people wearing clothing taking a selfie&#10;&#10;AI-generated content may be incorrect.">
            <a:extLst>
              <a:ext uri="{FF2B5EF4-FFF2-40B4-BE49-F238E27FC236}">
                <a16:creationId xmlns:a16="http://schemas.microsoft.com/office/drawing/2014/main" id="{69E6AA8B-0D13-D8EE-D5E3-36638B7BE212}"/>
              </a:ext>
            </a:extLst>
          </p:cNvPr>
          <p:cNvPicPr>
            <a:picLocks noChangeAspect="1"/>
          </p:cNvPicPr>
          <p:nvPr/>
        </p:nvPicPr>
        <p:blipFill>
          <a:blip r:embed="rId4"/>
          <a:srcRect l="-516" r="11813" b="4282"/>
          <a:stretch>
            <a:fillRect/>
          </a:stretch>
        </p:blipFill>
        <p:spPr>
          <a:xfrm>
            <a:off x="8950845" y="888798"/>
            <a:ext cx="1622421" cy="2230228"/>
          </a:xfrm>
          <a:prstGeom prst="rect">
            <a:avLst/>
          </a:prstGeom>
        </p:spPr>
      </p:pic>
      <p:sp>
        <p:nvSpPr>
          <p:cNvPr id="21" name="Rectangle 20">
            <a:extLst>
              <a:ext uri="{FF2B5EF4-FFF2-40B4-BE49-F238E27FC236}">
                <a16:creationId xmlns:a16="http://schemas.microsoft.com/office/drawing/2014/main" id="{3A14BDAC-394B-4E9A-8ECE-61AA1A7C2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08139" y="3509152"/>
            <a:ext cx="3899229" cy="2847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holding a piece of fried chicken&#10;&#10;AI-generated content may be incorrect.">
            <a:extLst>
              <a:ext uri="{FF2B5EF4-FFF2-40B4-BE49-F238E27FC236}">
                <a16:creationId xmlns:a16="http://schemas.microsoft.com/office/drawing/2014/main" id="{018D55D5-1D61-9D8F-20F1-5C22FABC317A}"/>
              </a:ext>
            </a:extLst>
          </p:cNvPr>
          <p:cNvPicPr>
            <a:picLocks noChangeAspect="1"/>
          </p:cNvPicPr>
          <p:nvPr/>
        </p:nvPicPr>
        <p:blipFill>
          <a:blip r:embed="rId5"/>
          <a:stretch>
            <a:fillRect/>
          </a:stretch>
        </p:blipFill>
        <p:spPr>
          <a:xfrm>
            <a:off x="8798669" y="3830885"/>
            <a:ext cx="1918236" cy="2224042"/>
          </a:xfrm>
          <a:prstGeom prst="rect">
            <a:avLst/>
          </a:prstGeom>
        </p:spPr>
      </p:pic>
      <p:sp>
        <p:nvSpPr>
          <p:cNvPr id="9" name="TextBox 8">
            <a:extLst>
              <a:ext uri="{FF2B5EF4-FFF2-40B4-BE49-F238E27FC236}">
                <a16:creationId xmlns:a16="http://schemas.microsoft.com/office/drawing/2014/main" id="{F54F15B8-A3D3-58E9-3ABE-CCB0C7C07DF6}"/>
              </a:ext>
            </a:extLst>
          </p:cNvPr>
          <p:cNvSpPr txBox="1"/>
          <p:nvPr/>
        </p:nvSpPr>
        <p:spPr>
          <a:xfrm>
            <a:off x="7947872" y="3920757"/>
            <a:ext cx="9959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Eating fried frog legs</a:t>
            </a:r>
          </a:p>
        </p:txBody>
      </p:sp>
      <p:sp>
        <p:nvSpPr>
          <p:cNvPr id="10" name="TextBox 9">
            <a:extLst>
              <a:ext uri="{FF2B5EF4-FFF2-40B4-BE49-F238E27FC236}">
                <a16:creationId xmlns:a16="http://schemas.microsoft.com/office/drawing/2014/main" id="{57990DAD-973C-7447-1D03-53974A040555}"/>
              </a:ext>
            </a:extLst>
          </p:cNvPr>
          <p:cNvSpPr txBox="1"/>
          <p:nvPr/>
        </p:nvSpPr>
        <p:spPr>
          <a:xfrm>
            <a:off x="827704" y="704132"/>
            <a:ext cx="27629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This is me</a:t>
            </a:r>
          </a:p>
        </p:txBody>
      </p:sp>
      <p:pic>
        <p:nvPicPr>
          <p:cNvPr id="2" name="Picture 1" descr="A person standing in front of a large bird statue&#10;&#10;AI-generated content may be incorrect.">
            <a:extLst>
              <a:ext uri="{FF2B5EF4-FFF2-40B4-BE49-F238E27FC236}">
                <a16:creationId xmlns:a16="http://schemas.microsoft.com/office/drawing/2014/main" id="{9889D6EE-F569-5F6C-71E6-A0411D1231EB}"/>
              </a:ext>
            </a:extLst>
          </p:cNvPr>
          <p:cNvPicPr>
            <a:picLocks noChangeAspect="1"/>
          </p:cNvPicPr>
          <p:nvPr/>
        </p:nvPicPr>
        <p:blipFill>
          <a:blip r:embed="rId6"/>
          <a:stretch>
            <a:fillRect/>
          </a:stretch>
        </p:blipFill>
        <p:spPr>
          <a:xfrm>
            <a:off x="4461230" y="889320"/>
            <a:ext cx="2875789" cy="5303214"/>
          </a:xfrm>
          <a:prstGeom prst="rect">
            <a:avLst/>
          </a:prstGeom>
        </p:spPr>
      </p:pic>
    </p:spTree>
    <p:extLst>
      <p:ext uri="{BB962C8B-B14F-4D97-AF65-F5344CB8AC3E}">
        <p14:creationId xmlns:p14="http://schemas.microsoft.com/office/powerpoint/2010/main" val="1507536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larm clock with solid fill">
            <a:extLst>
              <a:ext uri="{FF2B5EF4-FFF2-40B4-BE49-F238E27FC236}">
                <a16:creationId xmlns:a16="http://schemas.microsoft.com/office/drawing/2014/main" id="{0DACBB37-0464-F33C-EF91-D67691E1397C}"/>
              </a:ext>
            </a:extLst>
          </p:cNvPr>
          <p:cNvPicPr>
            <a:picLocks noGrp="1" noChangeAspect="1"/>
          </p:cNvPicPr>
          <p:nvPr>
            <p:ph type="pic" sz="quarter" idx="16"/>
          </p:nvPr>
        </p:nvPicPr>
        <p:blipFill>
          <a:blip r:embed="rId3">
            <a:extLst>
              <a:ext uri="{96DAC541-7B7A-43D3-8B79-37D633B846F1}">
                <asvg:svgBlip xmlns:asvg="http://schemas.microsoft.com/office/drawing/2016/SVG/main" r:embed="rId4"/>
              </a:ext>
            </a:extLst>
          </a:blip>
          <a:srcRect/>
          <a:stretch/>
        </p:blipFill>
        <p:spPr>
          <a:xfrm>
            <a:off x="284642" y="3309852"/>
            <a:ext cx="607997" cy="607997"/>
          </a:xfrm>
          <a:prstGeom prst="rect">
            <a:avLst/>
          </a:prstGeom>
        </p:spPr>
      </p:pic>
      <p:sp>
        <p:nvSpPr>
          <p:cNvPr id="5" name="Text Placeholder 4">
            <a:extLst>
              <a:ext uri="{FF2B5EF4-FFF2-40B4-BE49-F238E27FC236}">
                <a16:creationId xmlns:a16="http://schemas.microsoft.com/office/drawing/2014/main" id="{B6F7AC54-5668-2BC9-6B7F-32C3D4FE814A}"/>
              </a:ext>
            </a:extLst>
          </p:cNvPr>
          <p:cNvSpPr>
            <a:spLocks noGrp="1"/>
          </p:cNvSpPr>
          <p:nvPr>
            <p:ph type="body" sz="quarter" idx="12"/>
          </p:nvPr>
        </p:nvSpPr>
        <p:spPr>
          <a:xfrm>
            <a:off x="6987697" y="1238535"/>
            <a:ext cx="4433184" cy="1523802"/>
          </a:xfr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500" b="1" dirty="0">
                <a:latin typeface="IBM Plex Sans"/>
              </a:rPr>
              <a:t>It might surprise you just how many people are willing to help if you ask nicely</a:t>
            </a:r>
            <a:endParaRPr lang="en-US" b="1"/>
          </a:p>
        </p:txBody>
      </p:sp>
      <p:pic>
        <p:nvPicPr>
          <p:cNvPr id="15" name="Picture Placeholder 14" descr="Boardroom with solid fill">
            <a:extLst>
              <a:ext uri="{FF2B5EF4-FFF2-40B4-BE49-F238E27FC236}">
                <a16:creationId xmlns:a16="http://schemas.microsoft.com/office/drawing/2014/main" id="{60B3A441-5E9D-A3FC-47D9-7DF508B3DC3C}"/>
              </a:ext>
            </a:extLst>
          </p:cNvPr>
          <p:cNvPicPr>
            <a:picLocks noGrp="1" noChangeAspect="1"/>
          </p:cNvPicPr>
          <p:nvPr>
            <p:ph type="pic" sz="quarter" idx="17"/>
          </p:nvPr>
        </p:nvPicPr>
        <p:blipFill>
          <a:blip r:embed="rId5">
            <a:extLst>
              <a:ext uri="{96DAC541-7B7A-43D3-8B79-37D633B846F1}">
                <asvg:svgBlip xmlns:asvg="http://schemas.microsoft.com/office/drawing/2016/SVG/main" r:embed="rId6"/>
              </a:ext>
            </a:extLst>
          </a:blip>
          <a:srcRect/>
          <a:stretch/>
        </p:blipFill>
        <p:spPr>
          <a:xfrm>
            <a:off x="6383682" y="412029"/>
            <a:ext cx="608076" cy="607997"/>
          </a:xfrm>
          <a:prstGeom prst="rect">
            <a:avLst/>
          </a:prstGeom>
        </p:spPr>
      </p:pic>
      <p:pic>
        <p:nvPicPr>
          <p:cNvPr id="13" name="Picture Placeholder 12" descr="Open book with solid fill">
            <a:extLst>
              <a:ext uri="{FF2B5EF4-FFF2-40B4-BE49-F238E27FC236}">
                <a16:creationId xmlns:a16="http://schemas.microsoft.com/office/drawing/2014/main" id="{37B56705-35E7-8FA1-0251-5A0126AEAB3F}"/>
              </a:ext>
            </a:extLst>
          </p:cNvPr>
          <p:cNvPicPr>
            <a:picLocks noGrp="1" noChangeAspect="1"/>
          </p:cNvPicPr>
          <p:nvPr>
            <p:ph type="pic" sz="quarter" idx="15"/>
          </p:nvPr>
        </p:nvPicPr>
        <p:blipFill>
          <a:blip r:embed="rId7">
            <a:extLst>
              <a:ext uri="{96DAC541-7B7A-43D3-8B79-37D633B846F1}">
                <asvg:svgBlip xmlns:asvg="http://schemas.microsoft.com/office/drawing/2016/SVG/main" r:embed="rId8"/>
              </a:ext>
            </a:extLst>
          </a:blip>
          <a:srcRect/>
          <a:stretch/>
        </p:blipFill>
        <p:spPr>
          <a:xfrm>
            <a:off x="287682" y="288128"/>
            <a:ext cx="608076" cy="607997"/>
          </a:xfrm>
          <a:prstGeom prst="rect">
            <a:avLst/>
          </a:prstGeom>
        </p:spPr>
      </p:pic>
      <p:sp>
        <p:nvSpPr>
          <p:cNvPr id="3" name="Text Placeholder 2">
            <a:extLst>
              <a:ext uri="{FF2B5EF4-FFF2-40B4-BE49-F238E27FC236}">
                <a16:creationId xmlns:a16="http://schemas.microsoft.com/office/drawing/2014/main" id="{0D0EDACF-500F-D665-57C1-41D564DD1033}"/>
              </a:ext>
            </a:extLst>
          </p:cNvPr>
          <p:cNvSpPr>
            <a:spLocks noGrp="1"/>
          </p:cNvSpPr>
          <p:nvPr>
            <p:ph type="body" sz="quarter" idx="11"/>
          </p:nvPr>
        </p:nvSpPr>
        <p:spPr>
          <a:xfrm>
            <a:off x="894777" y="1239297"/>
            <a:ext cx="3334903" cy="1523802"/>
          </a:xfr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500" b="1" dirty="0">
                <a:latin typeface="IBM Plex Sans"/>
              </a:rPr>
              <a:t>Learning what the next step to take, is just as important as taking it</a:t>
            </a:r>
          </a:p>
        </p:txBody>
      </p:sp>
      <p:sp>
        <p:nvSpPr>
          <p:cNvPr id="4" name="Text Placeholder 3">
            <a:extLst>
              <a:ext uri="{FF2B5EF4-FFF2-40B4-BE49-F238E27FC236}">
                <a16:creationId xmlns:a16="http://schemas.microsoft.com/office/drawing/2014/main" id="{AB969614-3248-BD57-4CD0-789614CFC870}"/>
              </a:ext>
            </a:extLst>
          </p:cNvPr>
          <p:cNvSpPr>
            <a:spLocks noGrp="1"/>
          </p:cNvSpPr>
          <p:nvPr>
            <p:ph type="body" sz="quarter" idx="13"/>
          </p:nvPr>
        </p:nvSpPr>
        <p:spPr>
          <a:xfrm>
            <a:off x="895886" y="4192424"/>
            <a:ext cx="4326941" cy="1523802"/>
          </a:xfr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endParaRPr lang="en-US" sz="1500" dirty="0">
              <a:solidFill>
                <a:srgbClr val="000000"/>
              </a:solidFill>
              <a:latin typeface="IBM Plex Sans"/>
            </a:endParaRPr>
          </a:p>
          <a:p>
            <a:endParaRPr lang="en-US" sz="1500" dirty="0">
              <a:latin typeface="IBM Plex Sans"/>
            </a:endParaRPr>
          </a:p>
        </p:txBody>
      </p:sp>
      <p:pic>
        <p:nvPicPr>
          <p:cNvPr id="16" name="Picture Placeholder 15" descr="Pandemic flattening curve line graph outline">
            <a:extLst>
              <a:ext uri="{FF2B5EF4-FFF2-40B4-BE49-F238E27FC236}">
                <a16:creationId xmlns:a16="http://schemas.microsoft.com/office/drawing/2014/main" id="{BDD2746D-7718-950B-4179-ACA4D70831EA}"/>
              </a:ext>
            </a:extLst>
          </p:cNvPr>
          <p:cNvPicPr>
            <a:picLocks noGrp="1" noChangeAspect="1"/>
          </p:cNvPicPr>
          <p:nvPr>
            <p:ph type="pic" sz="quarter" idx="18"/>
          </p:nvPr>
        </p:nvPicPr>
        <p:blipFill>
          <a:blip r:embed="rId9">
            <a:extLst>
              <a:ext uri="{96DAC541-7B7A-43D3-8B79-37D633B846F1}">
                <asvg:svgBlip xmlns:asvg="http://schemas.microsoft.com/office/drawing/2016/SVG/main" r:embed="rId10"/>
              </a:ext>
            </a:extLst>
          </a:blip>
          <a:srcRect/>
          <a:stretch/>
        </p:blipFill>
        <p:spPr>
          <a:xfrm>
            <a:off x="6380642" y="3238208"/>
            <a:ext cx="607997" cy="607997"/>
          </a:xfrm>
          <a:prstGeom prst="rect">
            <a:avLst/>
          </a:prstGeom>
        </p:spPr>
      </p:pic>
      <p:sp>
        <p:nvSpPr>
          <p:cNvPr id="6" name="Text Placeholder 5">
            <a:extLst>
              <a:ext uri="{FF2B5EF4-FFF2-40B4-BE49-F238E27FC236}">
                <a16:creationId xmlns:a16="http://schemas.microsoft.com/office/drawing/2014/main" id="{14AAA4A3-988B-FFE0-6B1F-C3D482C7D893}"/>
              </a:ext>
            </a:extLst>
          </p:cNvPr>
          <p:cNvSpPr>
            <a:spLocks noGrp="1"/>
          </p:cNvSpPr>
          <p:nvPr>
            <p:ph type="body" sz="quarter" idx="14"/>
          </p:nvPr>
        </p:nvSpPr>
        <p:spPr>
          <a:xfrm>
            <a:off x="6987698" y="4190901"/>
            <a:ext cx="5220477" cy="1969442"/>
          </a:xfr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500" b="1" dirty="0">
                <a:latin typeface="IBM Plex Sans"/>
                <a:ea typeface="Calibri"/>
                <a:cs typeface="Calibri"/>
              </a:rPr>
              <a:t>It takes a lot of hard work to achieve your goal, keep the prize in mind when it gets tough to continue</a:t>
            </a:r>
          </a:p>
        </p:txBody>
      </p:sp>
      <p:sp>
        <p:nvSpPr>
          <p:cNvPr id="7" name="Footer Placeholder 6">
            <a:extLst>
              <a:ext uri="{FF2B5EF4-FFF2-40B4-BE49-F238E27FC236}">
                <a16:creationId xmlns:a16="http://schemas.microsoft.com/office/drawing/2014/main" id="{05B6ACDB-173A-6278-75D0-2E034849E978}"/>
              </a:ext>
            </a:extLst>
          </p:cNvPr>
          <p:cNvSpPr>
            <a:spLocks noGrp="1"/>
          </p:cNvSpPr>
          <p:nvPr>
            <p:ph type="ftr" sz="quarter" idx="19"/>
          </p:nvPr>
        </p:nvSpPr>
        <p:spPr/>
        <p:txBody>
          <a:bodyPr/>
          <a:lstStyle>
            <a:defPPr>
              <a:defRPr lang="en-US"/>
            </a:defPPr>
            <a:lvl1pPr marL="0" algn="l" defTabSz="457162" rtl="0" eaLnBrk="1" latinLnBrk="0" hangingPunct="1">
              <a:defRPr sz="900" kern="1200">
                <a:solidFill>
                  <a:schemeClr val="tx1"/>
                </a:solidFill>
                <a:latin typeface="+mn-lt"/>
                <a:ea typeface="+mn-ea"/>
                <a:cs typeface="+mn-cs"/>
              </a:defRPr>
            </a:lvl1pPr>
            <a:lvl2pPr marL="228581" algn="l" defTabSz="457162" rtl="0" eaLnBrk="1" latinLnBrk="0" hangingPunct="1">
              <a:defRPr sz="900" kern="1200">
                <a:solidFill>
                  <a:schemeClr val="tx1"/>
                </a:solidFill>
                <a:latin typeface="+mn-lt"/>
                <a:ea typeface="+mn-ea"/>
                <a:cs typeface="+mn-cs"/>
              </a:defRPr>
            </a:lvl2pPr>
            <a:lvl3pPr marL="457162" algn="l" defTabSz="457162" rtl="0" eaLnBrk="1" latinLnBrk="0" hangingPunct="1">
              <a:defRPr sz="900" kern="1200">
                <a:solidFill>
                  <a:schemeClr val="tx1"/>
                </a:solidFill>
                <a:latin typeface="+mn-lt"/>
                <a:ea typeface="+mn-ea"/>
                <a:cs typeface="+mn-cs"/>
              </a:defRPr>
            </a:lvl3pPr>
            <a:lvl4pPr marL="685743" algn="l" defTabSz="457162" rtl="0" eaLnBrk="1" latinLnBrk="0" hangingPunct="1">
              <a:defRPr sz="900" kern="1200">
                <a:solidFill>
                  <a:schemeClr val="tx1"/>
                </a:solidFill>
                <a:latin typeface="+mn-lt"/>
                <a:ea typeface="+mn-ea"/>
                <a:cs typeface="+mn-cs"/>
              </a:defRPr>
            </a:lvl4pPr>
            <a:lvl5pPr marL="914324" algn="l" defTabSz="457162" rtl="0" eaLnBrk="1" latinLnBrk="0" hangingPunct="1">
              <a:defRPr sz="900" kern="1200">
                <a:solidFill>
                  <a:schemeClr val="tx1"/>
                </a:solidFill>
                <a:latin typeface="+mn-lt"/>
                <a:ea typeface="+mn-ea"/>
                <a:cs typeface="+mn-cs"/>
              </a:defRPr>
            </a:lvl5pPr>
            <a:lvl6pPr marL="1142904" algn="l" defTabSz="457162" rtl="0" eaLnBrk="1" latinLnBrk="0" hangingPunct="1">
              <a:defRPr sz="900" kern="1200">
                <a:solidFill>
                  <a:schemeClr val="tx1"/>
                </a:solidFill>
                <a:latin typeface="+mn-lt"/>
                <a:ea typeface="+mn-ea"/>
                <a:cs typeface="+mn-cs"/>
              </a:defRPr>
            </a:lvl6pPr>
            <a:lvl7pPr marL="1371486" algn="l" defTabSz="457162" rtl="0" eaLnBrk="1" latinLnBrk="0" hangingPunct="1">
              <a:defRPr sz="900" kern="1200">
                <a:solidFill>
                  <a:schemeClr val="tx1"/>
                </a:solidFill>
                <a:latin typeface="+mn-lt"/>
                <a:ea typeface="+mn-ea"/>
                <a:cs typeface="+mn-cs"/>
              </a:defRPr>
            </a:lvl7pPr>
            <a:lvl8pPr marL="1600066" algn="l" defTabSz="457162" rtl="0" eaLnBrk="1" latinLnBrk="0" hangingPunct="1">
              <a:defRPr sz="900" kern="1200">
                <a:solidFill>
                  <a:schemeClr val="tx1"/>
                </a:solidFill>
                <a:latin typeface="+mn-lt"/>
                <a:ea typeface="+mn-ea"/>
                <a:cs typeface="+mn-cs"/>
              </a:defRPr>
            </a:lvl8pPr>
            <a:lvl9pPr marL="1828648" algn="l" defTabSz="457162" rtl="0" eaLnBrk="1" latinLnBrk="0" hangingPunct="1">
              <a:defRPr sz="900" kern="1200">
                <a:solidFill>
                  <a:schemeClr val="tx1"/>
                </a:solidFill>
                <a:latin typeface="+mn-lt"/>
                <a:ea typeface="+mn-ea"/>
                <a:cs typeface="+mn-cs"/>
              </a:defRPr>
            </a:lvl9pPr>
          </a:lstStyle>
          <a:p>
            <a:r>
              <a:rPr lang="en-US" dirty="0">
                <a:latin typeface="IBM Plex Sans"/>
              </a:rPr>
              <a:t>IBM Quantum</a:t>
            </a:r>
            <a:endParaRPr lang="en-US" dirty="0"/>
          </a:p>
        </p:txBody>
      </p:sp>
      <p:sp>
        <p:nvSpPr>
          <p:cNvPr id="8" name="Slide Number Placeholder 7">
            <a:extLst>
              <a:ext uri="{FF2B5EF4-FFF2-40B4-BE49-F238E27FC236}">
                <a16:creationId xmlns:a16="http://schemas.microsoft.com/office/drawing/2014/main" id="{C131375A-3D01-F135-8A9C-320223E487BB}"/>
              </a:ext>
            </a:extLst>
          </p:cNvPr>
          <p:cNvSpPr>
            <a:spLocks noGrp="1"/>
          </p:cNvSpPr>
          <p:nvPr>
            <p:ph type="sldNum" sz="quarter" idx="4"/>
          </p:nvPr>
        </p:nvSpPr>
        <p:spPr/>
        <p:txBody>
          <a:bodyPr/>
          <a:lstStyle>
            <a:defPPr>
              <a:defRPr lang="en-US"/>
            </a:defPPr>
            <a:lvl1pPr marL="0" algn="l" defTabSz="457162" rtl="0" eaLnBrk="1" latinLnBrk="0" hangingPunct="1">
              <a:defRPr sz="900" kern="1200">
                <a:solidFill>
                  <a:schemeClr val="tx1"/>
                </a:solidFill>
                <a:latin typeface="+mn-lt"/>
                <a:ea typeface="+mn-ea"/>
                <a:cs typeface="+mn-cs"/>
              </a:defRPr>
            </a:lvl1pPr>
            <a:lvl2pPr marL="228581" algn="l" defTabSz="457162" rtl="0" eaLnBrk="1" latinLnBrk="0" hangingPunct="1">
              <a:defRPr sz="900" kern="1200">
                <a:solidFill>
                  <a:schemeClr val="tx1"/>
                </a:solidFill>
                <a:latin typeface="+mn-lt"/>
                <a:ea typeface="+mn-ea"/>
                <a:cs typeface="+mn-cs"/>
              </a:defRPr>
            </a:lvl2pPr>
            <a:lvl3pPr marL="457162" algn="l" defTabSz="457162" rtl="0" eaLnBrk="1" latinLnBrk="0" hangingPunct="1">
              <a:defRPr sz="900" kern="1200">
                <a:solidFill>
                  <a:schemeClr val="tx1"/>
                </a:solidFill>
                <a:latin typeface="+mn-lt"/>
                <a:ea typeface="+mn-ea"/>
                <a:cs typeface="+mn-cs"/>
              </a:defRPr>
            </a:lvl3pPr>
            <a:lvl4pPr marL="685743" algn="l" defTabSz="457162" rtl="0" eaLnBrk="1" latinLnBrk="0" hangingPunct="1">
              <a:defRPr sz="900" kern="1200">
                <a:solidFill>
                  <a:schemeClr val="tx1"/>
                </a:solidFill>
                <a:latin typeface="+mn-lt"/>
                <a:ea typeface="+mn-ea"/>
                <a:cs typeface="+mn-cs"/>
              </a:defRPr>
            </a:lvl4pPr>
            <a:lvl5pPr marL="914324" algn="l" defTabSz="457162" rtl="0" eaLnBrk="1" latinLnBrk="0" hangingPunct="1">
              <a:defRPr sz="900" kern="1200">
                <a:solidFill>
                  <a:schemeClr val="tx1"/>
                </a:solidFill>
                <a:latin typeface="+mn-lt"/>
                <a:ea typeface="+mn-ea"/>
                <a:cs typeface="+mn-cs"/>
              </a:defRPr>
            </a:lvl5pPr>
            <a:lvl6pPr marL="1142904" algn="l" defTabSz="457162" rtl="0" eaLnBrk="1" latinLnBrk="0" hangingPunct="1">
              <a:defRPr sz="900" kern="1200">
                <a:solidFill>
                  <a:schemeClr val="tx1"/>
                </a:solidFill>
                <a:latin typeface="+mn-lt"/>
                <a:ea typeface="+mn-ea"/>
                <a:cs typeface="+mn-cs"/>
              </a:defRPr>
            </a:lvl6pPr>
            <a:lvl7pPr marL="1371486" algn="l" defTabSz="457162" rtl="0" eaLnBrk="1" latinLnBrk="0" hangingPunct="1">
              <a:defRPr sz="900" kern="1200">
                <a:solidFill>
                  <a:schemeClr val="tx1"/>
                </a:solidFill>
                <a:latin typeface="+mn-lt"/>
                <a:ea typeface="+mn-ea"/>
                <a:cs typeface="+mn-cs"/>
              </a:defRPr>
            </a:lvl7pPr>
            <a:lvl8pPr marL="1600066" algn="l" defTabSz="457162" rtl="0" eaLnBrk="1" latinLnBrk="0" hangingPunct="1">
              <a:defRPr sz="900" kern="1200">
                <a:solidFill>
                  <a:schemeClr val="tx1"/>
                </a:solidFill>
                <a:latin typeface="+mn-lt"/>
                <a:ea typeface="+mn-ea"/>
                <a:cs typeface="+mn-cs"/>
              </a:defRPr>
            </a:lvl8pPr>
            <a:lvl9pPr marL="1828648" algn="l" defTabSz="457162" rtl="0" eaLnBrk="1" latinLnBrk="0" hangingPunct="1">
              <a:defRPr sz="900" kern="1200">
                <a:solidFill>
                  <a:schemeClr val="tx1"/>
                </a:solidFill>
                <a:latin typeface="+mn-lt"/>
                <a:ea typeface="+mn-ea"/>
                <a:cs typeface="+mn-cs"/>
              </a:defRPr>
            </a:lvl9pPr>
          </a:lstStyle>
          <a:p>
            <a:fld id="{86CB4B4D-7CA3-9044-876B-883B54F8677D}" type="slidenum">
              <a:rPr lang="en-US" smtClean="0"/>
              <a:pPr/>
              <a:t>3</a:t>
            </a:fld>
            <a:endParaRPr lang="en-US"/>
          </a:p>
        </p:txBody>
      </p:sp>
      <p:sp>
        <p:nvSpPr>
          <p:cNvPr id="17" name="TextBox 16">
            <a:extLst>
              <a:ext uri="{FF2B5EF4-FFF2-40B4-BE49-F238E27FC236}">
                <a16:creationId xmlns:a16="http://schemas.microsoft.com/office/drawing/2014/main" id="{A0D6F17B-C051-5F6B-4C7F-2B9A74DD55EA}"/>
              </a:ext>
            </a:extLst>
          </p:cNvPr>
          <p:cNvSpPr txBox="1"/>
          <p:nvPr/>
        </p:nvSpPr>
        <p:spPr>
          <a:xfrm>
            <a:off x="1245616" y="3430510"/>
            <a:ext cx="3367671"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218956">
              <a:spcBef>
                <a:spcPts val="1450"/>
              </a:spcBef>
            </a:pPr>
            <a:r>
              <a:rPr lang="en-US" sz="2400" kern="0" dirty="0">
                <a:solidFill>
                  <a:srgbClr val="000000"/>
                </a:solidFill>
                <a:ea typeface="+mj-ea"/>
                <a:cs typeface="+mj-cs"/>
              </a:rPr>
              <a:t>Come prepared</a:t>
            </a:r>
            <a:endParaRPr lang="en-US" sz="2400" dirty="0">
              <a:ea typeface="+mj-ea"/>
              <a:cs typeface="+mj-cs"/>
            </a:endParaRPr>
          </a:p>
        </p:txBody>
      </p:sp>
      <p:sp>
        <p:nvSpPr>
          <p:cNvPr id="18" name="TextBox 17">
            <a:extLst>
              <a:ext uri="{FF2B5EF4-FFF2-40B4-BE49-F238E27FC236}">
                <a16:creationId xmlns:a16="http://schemas.microsoft.com/office/drawing/2014/main" id="{6189A901-C48D-9AC8-0DDB-E2F16A0E1AB3}"/>
              </a:ext>
            </a:extLst>
          </p:cNvPr>
          <p:cNvSpPr txBox="1"/>
          <p:nvPr/>
        </p:nvSpPr>
        <p:spPr>
          <a:xfrm>
            <a:off x="7305487" y="3401758"/>
            <a:ext cx="3953548"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218956">
              <a:spcBef>
                <a:spcPts val="1450"/>
              </a:spcBef>
            </a:pPr>
            <a:r>
              <a:rPr lang="en-US" sz="2400" kern="0" dirty="0">
                <a:solidFill>
                  <a:srgbClr val="000000"/>
                </a:solidFill>
                <a:ea typeface="+mj-ea"/>
                <a:cs typeface="+mj-cs"/>
              </a:rPr>
              <a:t>Remember success is a slide</a:t>
            </a:r>
            <a:endParaRPr lang="en-US" sz="2400" dirty="0">
              <a:ea typeface="+mj-ea"/>
              <a:cs typeface="+mj-cs"/>
            </a:endParaRPr>
          </a:p>
        </p:txBody>
      </p:sp>
      <p:sp>
        <p:nvSpPr>
          <p:cNvPr id="19" name="TextBox 18">
            <a:extLst>
              <a:ext uri="{FF2B5EF4-FFF2-40B4-BE49-F238E27FC236}">
                <a16:creationId xmlns:a16="http://schemas.microsoft.com/office/drawing/2014/main" id="{2F0D3037-D83F-C8F5-2211-D2317B68DE71}"/>
              </a:ext>
            </a:extLst>
          </p:cNvPr>
          <p:cNvSpPr txBox="1"/>
          <p:nvPr/>
        </p:nvSpPr>
        <p:spPr>
          <a:xfrm>
            <a:off x="7337827" y="454784"/>
            <a:ext cx="3367671"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218956">
              <a:spcBef>
                <a:spcPts val="1450"/>
              </a:spcBef>
            </a:pPr>
            <a:r>
              <a:rPr lang="en-US" sz="2400" kern="0" dirty="0">
                <a:solidFill>
                  <a:srgbClr val="000000"/>
                </a:solidFill>
                <a:ea typeface="+mj-ea"/>
                <a:cs typeface="+mj-cs"/>
              </a:rPr>
              <a:t>Ask for help</a:t>
            </a:r>
            <a:endParaRPr lang="en-US" sz="2400" dirty="0">
              <a:ea typeface="+mj-ea"/>
              <a:cs typeface="+mj-cs"/>
            </a:endParaRPr>
          </a:p>
        </p:txBody>
      </p:sp>
      <p:sp>
        <p:nvSpPr>
          <p:cNvPr id="20" name="TextBox 19">
            <a:extLst>
              <a:ext uri="{FF2B5EF4-FFF2-40B4-BE49-F238E27FC236}">
                <a16:creationId xmlns:a16="http://schemas.microsoft.com/office/drawing/2014/main" id="{B0D37ACC-4BE2-5E50-95C2-DE70097CD113}"/>
              </a:ext>
            </a:extLst>
          </p:cNvPr>
          <p:cNvSpPr txBox="1"/>
          <p:nvPr/>
        </p:nvSpPr>
        <p:spPr>
          <a:xfrm>
            <a:off x="1245412" y="408800"/>
            <a:ext cx="4740583"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218956">
              <a:spcBef>
                <a:spcPts val="1450"/>
              </a:spcBef>
            </a:pPr>
            <a:r>
              <a:rPr lang="en-US" sz="2400" kern="0" dirty="0">
                <a:solidFill>
                  <a:srgbClr val="000000"/>
                </a:solidFill>
                <a:ea typeface="+mj-ea"/>
                <a:cs typeface="+mj-cs"/>
              </a:rPr>
              <a:t>Start where you can</a:t>
            </a:r>
            <a:endParaRPr lang="en-US" sz="2400" dirty="0">
              <a:ea typeface="+mj-ea"/>
              <a:cs typeface="+mj-cs"/>
            </a:endParaRPr>
          </a:p>
        </p:txBody>
      </p:sp>
      <p:sp>
        <p:nvSpPr>
          <p:cNvPr id="9" name="Text Placeholder 2">
            <a:extLst>
              <a:ext uri="{FF2B5EF4-FFF2-40B4-BE49-F238E27FC236}">
                <a16:creationId xmlns:a16="http://schemas.microsoft.com/office/drawing/2014/main" id="{251B1635-9DE7-8026-EBA3-FB25217006B0}"/>
              </a:ext>
            </a:extLst>
          </p:cNvPr>
          <p:cNvSpPr txBox="1">
            <a:spLocks/>
          </p:cNvSpPr>
          <p:nvPr/>
        </p:nvSpPr>
        <p:spPr>
          <a:xfrm>
            <a:off x="1090309" y="4195282"/>
            <a:ext cx="3522978" cy="1523802"/>
          </a:xfrm>
          <a:prstGeom prst="rect">
            <a:avLst/>
          </a:prstGeom>
        </p:spPr>
        <p:txBody>
          <a:bodyPr lIns="45714" tIns="22857" rIns="45714" bIns="22857" anchor="t"/>
          <a:lstStyle>
            <a:defPPr>
              <a:defRPr lang="en-US"/>
            </a:defPPr>
            <a:lvl1pPr marL="0" marR="0" indent="0" algn="l" defTabSz="914507" rtl="0" eaLnBrk="1" latinLnBrk="0" hangingPunct="1">
              <a:lnSpc>
                <a:spcPct val="100000"/>
              </a:lnSpc>
              <a:spcBef>
                <a:spcPts val="0"/>
              </a:spcBef>
              <a:spcAft>
                <a:spcPts val="0"/>
              </a:spcAft>
              <a:buClrTx/>
              <a:buSzTx/>
              <a:buFontTx/>
              <a:buNone/>
              <a:tabLst/>
              <a:defRPr sz="1800" b="0" i="0" u="none" strike="noStrike" kern="1200" cap="none" spc="0" baseline="0">
                <a:solidFill>
                  <a:schemeClr val="tx1"/>
                </a:solidFill>
                <a:uFillTx/>
                <a:latin typeface="+mn-lt"/>
                <a:ea typeface="+mn-ea"/>
                <a:cs typeface="+mn-cs"/>
                <a:sym typeface="IBM Plex Sans Light"/>
              </a:defRPr>
            </a:lvl1pPr>
            <a:lvl2pPr marL="457253" marR="0" indent="-201128" algn="l" defTabSz="914507" rtl="0" eaLnBrk="1" latinLnBrk="0" hangingPunct="1">
              <a:lnSpc>
                <a:spcPct val="100000"/>
              </a:lnSpc>
              <a:spcBef>
                <a:spcPts val="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2pPr>
            <a:lvl3pPr marL="914507" marR="0" indent="-201128" algn="l" defTabSz="914507" rtl="0" eaLnBrk="1" latinLnBrk="0" hangingPunct="1">
              <a:lnSpc>
                <a:spcPct val="100000"/>
              </a:lnSpc>
              <a:spcBef>
                <a:spcPts val="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3pPr>
            <a:lvl4pPr marL="1371760" marR="0" indent="-201128" algn="l" defTabSz="914507" rtl="0" eaLnBrk="1" latinLnBrk="0" hangingPunct="1">
              <a:lnSpc>
                <a:spcPct val="100000"/>
              </a:lnSpc>
              <a:spcBef>
                <a:spcPts val="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4pPr>
            <a:lvl5pPr marL="1829014" marR="0" indent="-457200" algn="l" defTabSz="914507" rtl="0" eaLnBrk="1" latinLnBrk="0" hangingPunct="1">
              <a:lnSpc>
                <a:spcPct val="100000"/>
              </a:lnSpc>
              <a:spcBef>
                <a:spcPts val="0"/>
              </a:spcBef>
              <a:spcAft>
                <a:spcPts val="0"/>
              </a:spcAft>
              <a:buClrTx/>
              <a:buSzPct val="100000"/>
              <a:buFont typeface="Arial" panose="020B0604020202020204" pitchFamily="34" charset="0"/>
              <a:buChar char="•"/>
              <a:tabLst/>
              <a:defRPr sz="1800" b="0" i="0" u="none" strike="noStrike" kern="1200" cap="none" spc="0" baseline="0">
                <a:solidFill>
                  <a:schemeClr val="tx1"/>
                </a:solidFill>
                <a:uFillTx/>
                <a:latin typeface="+mn-lt"/>
                <a:ea typeface="+mn-ea"/>
                <a:cs typeface="+mn-cs"/>
                <a:sym typeface="IBM Plex Sans Light"/>
              </a:defRPr>
            </a:lvl5pPr>
            <a:lvl6pPr marL="2286266" marR="0" indent="-389009" algn="l" defTabSz="914507" rtl="0" eaLnBrk="1" latinLnBrk="0" hangingPunct="1">
              <a:lnSpc>
                <a:spcPct val="100000"/>
              </a:lnSpc>
              <a:spcBef>
                <a:spcPts val="290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6pPr>
            <a:lvl7pPr marL="2743520" marR="0" indent="-389009" algn="l" defTabSz="914507" rtl="0" eaLnBrk="1" latinLnBrk="0" hangingPunct="1">
              <a:lnSpc>
                <a:spcPct val="100000"/>
              </a:lnSpc>
              <a:spcBef>
                <a:spcPts val="290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7pPr>
            <a:lvl8pPr marL="3200773" marR="0" indent="-389009" algn="l" defTabSz="914507" rtl="0" eaLnBrk="1" latinLnBrk="0" hangingPunct="1">
              <a:lnSpc>
                <a:spcPct val="100000"/>
              </a:lnSpc>
              <a:spcBef>
                <a:spcPts val="290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8pPr>
            <a:lvl9pPr marL="3658027" marR="0" indent="-389009" algn="l" defTabSz="914507" rtl="0" eaLnBrk="1" latinLnBrk="0" hangingPunct="1">
              <a:lnSpc>
                <a:spcPct val="100000"/>
              </a:lnSpc>
              <a:spcBef>
                <a:spcPts val="2900"/>
              </a:spcBef>
              <a:spcAft>
                <a:spcPts val="0"/>
              </a:spcAft>
              <a:buClrTx/>
              <a:buSzPct val="100000"/>
              <a:buFontTx/>
              <a:buChar char="»"/>
              <a:tabLst/>
              <a:defRPr sz="1800" b="0" i="0" u="none" strike="noStrike" kern="1200" cap="none" spc="0" baseline="0">
                <a:solidFill>
                  <a:schemeClr val="tx1"/>
                </a:solidFill>
                <a:uFillTx/>
                <a:latin typeface="+mn-lt"/>
                <a:ea typeface="+mn-ea"/>
                <a:cs typeface="+mn-cs"/>
                <a:sym typeface="IBM Plex Sans Light"/>
              </a:defRPr>
            </a:lvl9pPr>
          </a:lstStyle>
          <a:p>
            <a:r>
              <a:rPr lang="en-US" sz="1500" b="1" dirty="0">
                <a:latin typeface="IBM Plex Sans"/>
              </a:rPr>
              <a:t>Plan ahead which questions you want to ask, and a mental list of topics you would like to be asked about</a:t>
            </a:r>
          </a:p>
        </p:txBody>
      </p:sp>
    </p:spTree>
    <p:extLst>
      <p:ext uri="{BB962C8B-B14F-4D97-AF65-F5344CB8AC3E}">
        <p14:creationId xmlns:p14="http://schemas.microsoft.com/office/powerpoint/2010/main" val="24614340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1B9801-5A9C-EF42-3824-4631511FA7C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F21790-E13D-9162-D9A3-311F9B348890}"/>
              </a:ext>
            </a:extLst>
          </p:cNvPr>
          <p:cNvSpPr>
            <a:spLocks noGrp="1"/>
          </p:cNvSpPr>
          <p:nvPr>
            <p:ph type="title"/>
          </p:nvPr>
        </p:nvSpPr>
        <p:spPr>
          <a:xfrm>
            <a:off x="762000" y="466704"/>
            <a:ext cx="9160475" cy="1132258"/>
          </a:xfrm>
        </p:spPr>
        <p:txBody>
          <a:bodyPr vert="horz" lIns="91440" tIns="45720" rIns="91440" bIns="45720" rtlCol="0" anchor="ctr">
            <a:normAutofit/>
          </a:bodyPr>
          <a:lstStyle/>
          <a:p>
            <a:r>
              <a:rPr lang="en-US" kern="1200" dirty="0">
                <a:latin typeface="+mj-lt"/>
                <a:ea typeface="+mj-ea"/>
                <a:cs typeface="+mj-cs"/>
              </a:rPr>
              <a:t>Start </a:t>
            </a:r>
            <a:r>
              <a:rPr lang="en-US" dirty="0"/>
              <a:t>where you can</a:t>
            </a:r>
          </a:p>
        </p:txBody>
      </p:sp>
      <p:graphicFrame>
        <p:nvGraphicFramePr>
          <p:cNvPr id="6" name="Content Placeholder 2">
            <a:extLst>
              <a:ext uri="{FF2B5EF4-FFF2-40B4-BE49-F238E27FC236}">
                <a16:creationId xmlns:a16="http://schemas.microsoft.com/office/drawing/2014/main" id="{9BBB900C-C349-4F28-1E0E-D06AF80D686B}"/>
              </a:ext>
            </a:extLst>
          </p:cNvPr>
          <p:cNvGraphicFramePr>
            <a:graphicFrameLocks noGrp="1"/>
          </p:cNvGraphicFramePr>
          <p:nvPr>
            <p:ph sz="half" idx="1"/>
            <p:extLst>
              <p:ext uri="{D42A27DB-BD31-4B8C-83A1-F6EECF244321}">
                <p14:modId xmlns:p14="http://schemas.microsoft.com/office/powerpoint/2010/main" val="2431817280"/>
              </p:ext>
            </p:extLst>
          </p:nvPr>
        </p:nvGraphicFramePr>
        <p:xfrm>
          <a:off x="349134" y="1398709"/>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22F53FD-7EE3-12BF-BC05-36460DAE1591}"/>
              </a:ext>
            </a:extLst>
          </p:cNvPr>
          <p:cNvSpPr txBox="1"/>
          <p:nvPr/>
        </p:nvSpPr>
        <p:spPr>
          <a:xfrm>
            <a:off x="547943" y="5464126"/>
            <a:ext cx="3721581" cy="1200329"/>
          </a:xfrm>
          <a:prstGeom prst="rect">
            <a:avLst/>
          </a:prstGeom>
          <a:solidFill>
            <a:schemeClr val="accent5">
              <a:lumMod val="20000"/>
              <a:lumOff val="80000"/>
            </a:schemeClr>
          </a:solidFill>
          <a:ln>
            <a:solidFill>
              <a:schemeClr val="accent1">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accent5"/>
                </a:solidFill>
              </a:rPr>
              <a:t>Example: </a:t>
            </a:r>
            <a:endParaRPr lang="en-US">
              <a:solidFill>
                <a:schemeClr val="accent5"/>
              </a:solidFill>
            </a:endParaRPr>
          </a:p>
          <a:p>
            <a:r>
              <a:rPr lang="en-US" sz="3600" dirty="0">
                <a:solidFill>
                  <a:schemeClr val="accent5"/>
                </a:solidFill>
              </a:rPr>
              <a:t>QRISE Hackathon</a:t>
            </a:r>
            <a:endParaRPr lang="en-US">
              <a:solidFill>
                <a:schemeClr val="accent5"/>
              </a:solidFill>
            </a:endParaRPr>
          </a:p>
        </p:txBody>
      </p:sp>
    </p:spTree>
    <p:extLst>
      <p:ext uri="{BB962C8B-B14F-4D97-AF65-F5344CB8AC3E}">
        <p14:creationId xmlns:p14="http://schemas.microsoft.com/office/powerpoint/2010/main" val="803116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91C20-65AD-2827-C756-F11C9BFD73E7}"/>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5BEDDBD5-D52A-DBD7-D361-B5608923BE49}"/>
              </a:ext>
            </a:extLst>
          </p:cNvPr>
          <p:cNvGrpSpPr/>
          <p:nvPr/>
        </p:nvGrpSpPr>
        <p:grpSpPr>
          <a:xfrm>
            <a:off x="381708" y="1447548"/>
            <a:ext cx="10451988" cy="5273764"/>
            <a:chOff x="542267" y="2255330"/>
            <a:chExt cx="20906698" cy="10548901"/>
          </a:xfrm>
        </p:grpSpPr>
        <p:sp>
          <p:nvSpPr>
            <p:cNvPr id="6" name="TextBox 19">
              <a:extLst>
                <a:ext uri="{FF2B5EF4-FFF2-40B4-BE49-F238E27FC236}">
                  <a16:creationId xmlns:a16="http://schemas.microsoft.com/office/drawing/2014/main" id="{9722A47E-043A-4814-E454-5E67B8163635}"/>
                </a:ext>
              </a:extLst>
            </p:cNvPr>
            <p:cNvSpPr txBox="1"/>
            <p:nvPr/>
          </p:nvSpPr>
          <p:spPr>
            <a:xfrm>
              <a:off x="729393" y="2306161"/>
              <a:ext cx="1674654" cy="3276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May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7" name="TextBox 20">
              <a:extLst>
                <a:ext uri="{FF2B5EF4-FFF2-40B4-BE49-F238E27FC236}">
                  <a16:creationId xmlns:a16="http://schemas.microsoft.com/office/drawing/2014/main" id="{E93403BB-62A1-4580-15E0-519B6C555B3D}"/>
                </a:ext>
              </a:extLst>
            </p:cNvPr>
            <p:cNvSpPr txBox="1"/>
            <p:nvPr/>
          </p:nvSpPr>
          <p:spPr>
            <a:xfrm>
              <a:off x="5453438" y="2255330"/>
              <a:ext cx="1653479" cy="4757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Nov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8" name="TextBox 24">
              <a:extLst>
                <a:ext uri="{FF2B5EF4-FFF2-40B4-BE49-F238E27FC236}">
                  <a16:creationId xmlns:a16="http://schemas.microsoft.com/office/drawing/2014/main" id="{2A3661A1-A329-831C-5CC9-FE2DF2A38660}"/>
                </a:ext>
              </a:extLst>
            </p:cNvPr>
            <p:cNvSpPr txBox="1"/>
            <p:nvPr/>
          </p:nvSpPr>
          <p:spPr>
            <a:xfrm>
              <a:off x="9805463" y="2286609"/>
              <a:ext cx="1611142" cy="444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9" name="TextBox 28">
              <a:extLst>
                <a:ext uri="{FF2B5EF4-FFF2-40B4-BE49-F238E27FC236}">
                  <a16:creationId xmlns:a16="http://schemas.microsoft.com/office/drawing/2014/main" id="{4C1785AA-665D-1336-69A2-E4BDABF089AE}"/>
                </a:ext>
              </a:extLst>
            </p:cNvPr>
            <p:cNvSpPr txBox="1"/>
            <p:nvPr/>
          </p:nvSpPr>
          <p:spPr>
            <a:xfrm>
              <a:off x="14185123" y="2286610"/>
              <a:ext cx="1568802" cy="5926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Nov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0" name="TextBox 13">
              <a:extLst>
                <a:ext uri="{FF2B5EF4-FFF2-40B4-BE49-F238E27FC236}">
                  <a16:creationId xmlns:a16="http://schemas.microsoft.com/office/drawing/2014/main" id="{1B08E619-7535-974A-8081-A8E0D9330548}"/>
                </a:ext>
              </a:extLst>
            </p:cNvPr>
            <p:cNvSpPr txBox="1"/>
            <p:nvPr/>
          </p:nvSpPr>
          <p:spPr>
            <a:xfrm>
              <a:off x="18674786" y="2311498"/>
              <a:ext cx="2002209" cy="539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2025</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1" name="TextBox 34">
              <a:extLst>
                <a:ext uri="{FF2B5EF4-FFF2-40B4-BE49-F238E27FC236}">
                  <a16:creationId xmlns:a16="http://schemas.microsoft.com/office/drawing/2014/main" id="{4AE8DC17-C7E4-0F55-2D4C-09A551A44F54}"/>
                </a:ext>
              </a:extLst>
            </p:cNvPr>
            <p:cNvSpPr txBox="1"/>
            <p:nvPr/>
          </p:nvSpPr>
          <p:spPr>
            <a:xfrm rot="16200000">
              <a:off x="-252778" y="7478913"/>
              <a:ext cx="2688810" cy="10987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1400" b="1" kern="0" dirty="0">
                  <a:solidFill>
                    <a:srgbClr val="000000"/>
                  </a:solidFill>
                  <a:ea typeface="+mj-ea"/>
                  <a:cs typeface="+mj-cs"/>
                  <a:sym typeface="IBM Plex Sans Light"/>
                </a:rPr>
                <a:t>Milestones</a:t>
              </a:r>
              <a:endParaRPr lang="en-US" sz="1400" kern="0" dirty="0">
                <a:solidFill>
                  <a:srgbClr val="000000"/>
                </a:solidFill>
                <a:ea typeface="+mj-ea"/>
                <a:cs typeface="+mj-cs"/>
                <a:sym typeface="IBM Plex Sans Light"/>
              </a:endParaRPr>
            </a:p>
          </p:txBody>
        </p:sp>
        <p:grpSp>
          <p:nvGrpSpPr>
            <p:cNvPr id="12" name="Group 11">
              <a:extLst>
                <a:ext uri="{FF2B5EF4-FFF2-40B4-BE49-F238E27FC236}">
                  <a16:creationId xmlns:a16="http://schemas.microsoft.com/office/drawing/2014/main" id="{BA47D23E-8055-9507-B488-643A40E76151}"/>
                </a:ext>
              </a:extLst>
            </p:cNvPr>
            <p:cNvGrpSpPr/>
            <p:nvPr/>
          </p:nvGrpSpPr>
          <p:grpSpPr>
            <a:xfrm>
              <a:off x="1369154" y="2799065"/>
              <a:ext cx="20079811" cy="10005166"/>
              <a:chOff x="1369154" y="2799067"/>
              <a:chExt cx="20079811" cy="8747008"/>
            </a:xfrm>
          </p:grpSpPr>
          <p:cxnSp>
            <p:nvCxnSpPr>
              <p:cNvPr id="17" name="Straight Connector 16">
                <a:extLst>
                  <a:ext uri="{FF2B5EF4-FFF2-40B4-BE49-F238E27FC236}">
                    <a16:creationId xmlns:a16="http://schemas.microsoft.com/office/drawing/2014/main" id="{5731BB23-12EC-9DD7-8CED-2DDAF64935BE}"/>
                  </a:ext>
                </a:extLst>
              </p:cNvPr>
              <p:cNvCxnSpPr>
                <a:cxnSpLocks/>
              </p:cNvCxnSpPr>
              <p:nvPr/>
            </p:nvCxnSpPr>
            <p:spPr bwMode="auto">
              <a:xfrm>
                <a:off x="1369154"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FF20BB9-216A-E47E-183F-8C51403A2D23}"/>
                  </a:ext>
                </a:extLst>
              </p:cNvPr>
              <p:cNvCxnSpPr>
                <a:cxnSpLocks/>
              </p:cNvCxnSpPr>
              <p:nvPr/>
            </p:nvCxnSpPr>
            <p:spPr bwMode="auto">
              <a:xfrm>
                <a:off x="3587217"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896E5AA-B807-084A-23B3-97AE1A6D7ECD}"/>
                  </a:ext>
                </a:extLst>
              </p:cNvPr>
              <p:cNvCxnSpPr>
                <a:cxnSpLocks/>
              </p:cNvCxnSpPr>
              <p:nvPr/>
            </p:nvCxnSpPr>
            <p:spPr bwMode="auto">
              <a:xfrm>
                <a:off x="5805280"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20FD3AE-8D6A-F755-B8F3-CDA15B98838B}"/>
                  </a:ext>
                </a:extLst>
              </p:cNvPr>
              <p:cNvCxnSpPr>
                <a:cxnSpLocks/>
              </p:cNvCxnSpPr>
              <p:nvPr/>
            </p:nvCxnSpPr>
            <p:spPr bwMode="auto">
              <a:xfrm>
                <a:off x="8051554"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4A81B22-0CEC-0E47-F3D6-CABD1D55700A}"/>
                  </a:ext>
                </a:extLst>
              </p:cNvPr>
              <p:cNvCxnSpPr>
                <a:cxnSpLocks/>
              </p:cNvCxnSpPr>
              <p:nvPr/>
            </p:nvCxnSpPr>
            <p:spPr bwMode="auto">
              <a:xfrm>
                <a:off x="10269617"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6EAC283-6848-4AE2-9C41-528B8CF017AF}"/>
                  </a:ext>
                </a:extLst>
              </p:cNvPr>
              <p:cNvCxnSpPr>
                <a:cxnSpLocks/>
              </p:cNvCxnSpPr>
              <p:nvPr/>
            </p:nvCxnSpPr>
            <p:spPr bwMode="auto">
              <a:xfrm>
                <a:off x="12501785"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E8C6C59-1363-FCCC-6A44-13B9D819B5A4}"/>
                  </a:ext>
                </a:extLst>
              </p:cNvPr>
              <p:cNvCxnSpPr>
                <a:cxnSpLocks/>
              </p:cNvCxnSpPr>
              <p:nvPr/>
            </p:nvCxnSpPr>
            <p:spPr bwMode="auto">
              <a:xfrm>
                <a:off x="14733953"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E2E9FA0F-110A-1BF6-FD94-65349C43D9C4}"/>
                  </a:ext>
                </a:extLst>
              </p:cNvPr>
              <p:cNvCxnSpPr>
                <a:cxnSpLocks/>
              </p:cNvCxnSpPr>
              <p:nvPr/>
            </p:nvCxnSpPr>
            <p:spPr bwMode="auto">
              <a:xfrm>
                <a:off x="16965137" y="2822944"/>
                <a:ext cx="0" cy="8723131"/>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532C8C6-0D91-0264-C929-DF88D6449C45}"/>
                  </a:ext>
                </a:extLst>
              </p:cNvPr>
              <p:cNvCxnSpPr>
                <a:cxnSpLocks/>
              </p:cNvCxnSpPr>
              <p:nvPr/>
            </p:nvCxnSpPr>
            <p:spPr bwMode="auto">
              <a:xfrm>
                <a:off x="19202691"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C3E11808-DFFF-F75D-80A9-E65D534A5747}"/>
                  </a:ext>
                </a:extLst>
              </p:cNvPr>
              <p:cNvCxnSpPr>
                <a:cxnSpLocks/>
              </p:cNvCxnSpPr>
              <p:nvPr/>
            </p:nvCxnSpPr>
            <p:spPr bwMode="auto">
              <a:xfrm>
                <a:off x="21448965"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0A83B56C-668C-E73D-3F74-54D53E5872C1}"/>
                </a:ext>
              </a:extLst>
            </p:cNvPr>
            <p:cNvGrpSpPr/>
            <p:nvPr/>
          </p:nvGrpSpPr>
          <p:grpSpPr>
            <a:xfrm>
              <a:off x="1510181" y="2764070"/>
              <a:ext cx="19820494" cy="689205"/>
              <a:chOff x="1510181" y="2764070"/>
              <a:chExt cx="19820494" cy="689205"/>
            </a:xfrm>
          </p:grpSpPr>
          <p:sp>
            <p:nvSpPr>
              <p:cNvPr id="14" name="Rounded Rectangle 9">
                <a:extLst>
                  <a:ext uri="{FF2B5EF4-FFF2-40B4-BE49-F238E27FC236}">
                    <a16:creationId xmlns:a16="http://schemas.microsoft.com/office/drawing/2014/main" id="{67B9F3A9-982C-BCF8-6CF7-CEC7BB6521D9}"/>
                  </a:ext>
                </a:extLst>
              </p:cNvPr>
              <p:cNvSpPr/>
              <p:nvPr/>
            </p:nvSpPr>
            <p:spPr bwMode="auto">
              <a:xfrm>
                <a:off x="1510181" y="2764070"/>
                <a:ext cx="4169167" cy="643783"/>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6 months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5" name="Rounded Rectangle 18">
                <a:extLst>
                  <a:ext uri="{FF2B5EF4-FFF2-40B4-BE49-F238E27FC236}">
                    <a16:creationId xmlns:a16="http://schemas.microsoft.com/office/drawing/2014/main" id="{4B7D28B0-7BEB-B20D-57C0-B6B65BED3065}"/>
                  </a:ext>
                </a:extLst>
              </p:cNvPr>
              <p:cNvSpPr/>
              <p:nvPr/>
            </p:nvSpPr>
            <p:spPr bwMode="auto">
              <a:xfrm>
                <a:off x="5931213" y="2764070"/>
                <a:ext cx="8661714" cy="64378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400" dirty="0">
                    <a:solidFill>
                      <a:schemeClr val="tx1"/>
                    </a:solidFill>
                    <a:latin typeface="IBM Plex Sans Thin" panose="020B0203050203000203" pitchFamily="34" charset="0"/>
                  </a:rPr>
                  <a:t>1.5 years</a:t>
                </a:r>
                <a:endParaRPr kumimoji="0" lang="en-US" sz="14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6" name="Rounded Rectangle 21">
                <a:extLst>
                  <a:ext uri="{FF2B5EF4-FFF2-40B4-BE49-F238E27FC236}">
                    <a16:creationId xmlns:a16="http://schemas.microsoft.com/office/drawing/2014/main" id="{B99358D3-2829-E800-C73C-25392DEEE326}"/>
                  </a:ext>
                </a:extLst>
              </p:cNvPr>
              <p:cNvSpPr/>
              <p:nvPr/>
            </p:nvSpPr>
            <p:spPr bwMode="auto">
              <a:xfrm>
                <a:off x="14866351" y="2809480"/>
                <a:ext cx="6464324" cy="64379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2.25 years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grpSp>
      </p:grpSp>
      <p:sp>
        <p:nvSpPr>
          <p:cNvPr id="5" name="TextBox 13">
            <a:extLst>
              <a:ext uri="{FF2B5EF4-FFF2-40B4-BE49-F238E27FC236}">
                <a16:creationId xmlns:a16="http://schemas.microsoft.com/office/drawing/2014/main" id="{54C65549-AE95-8737-B10F-BB601A23E1BB}"/>
              </a:ext>
            </a:extLst>
          </p:cNvPr>
          <p:cNvSpPr txBox="1"/>
          <p:nvPr/>
        </p:nvSpPr>
        <p:spPr>
          <a:xfrm>
            <a:off x="10462903" y="1479298"/>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2025</a:t>
            </a:r>
            <a:endPar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endParaRPr>
          </a:p>
        </p:txBody>
      </p:sp>
      <p:sp>
        <p:nvSpPr>
          <p:cNvPr id="28" name="TextBox 13">
            <a:extLst>
              <a:ext uri="{FF2B5EF4-FFF2-40B4-BE49-F238E27FC236}">
                <a16:creationId xmlns:a16="http://schemas.microsoft.com/office/drawing/2014/main" id="{ECE6B5C3-31C7-1BC6-E7F0-2417C674A867}"/>
              </a:ext>
            </a:extLst>
          </p:cNvPr>
          <p:cNvSpPr txBox="1"/>
          <p:nvPr/>
        </p:nvSpPr>
        <p:spPr>
          <a:xfrm>
            <a:off x="1672377" y="1472961"/>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g 2023</a:t>
            </a:r>
          </a:p>
        </p:txBody>
      </p:sp>
      <p:sp>
        <p:nvSpPr>
          <p:cNvPr id="29" name="TextBox 13">
            <a:extLst>
              <a:ext uri="{FF2B5EF4-FFF2-40B4-BE49-F238E27FC236}">
                <a16:creationId xmlns:a16="http://schemas.microsoft.com/office/drawing/2014/main" id="{6B008890-AA7C-4406-A73A-79569F522626}"/>
              </a:ext>
            </a:extLst>
          </p:cNvPr>
          <p:cNvSpPr txBox="1"/>
          <p:nvPr/>
        </p:nvSpPr>
        <p:spPr>
          <a:xfrm>
            <a:off x="3977646" y="1466499"/>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0" name="TextBox 13">
            <a:extLst>
              <a:ext uri="{FF2B5EF4-FFF2-40B4-BE49-F238E27FC236}">
                <a16:creationId xmlns:a16="http://schemas.microsoft.com/office/drawing/2014/main" id="{51FE264B-E1C2-4A48-75A6-6405C7F1A08A}"/>
              </a:ext>
            </a:extLst>
          </p:cNvPr>
          <p:cNvSpPr txBox="1"/>
          <p:nvPr/>
        </p:nvSpPr>
        <p:spPr>
          <a:xfrm>
            <a:off x="6148343" y="1460659"/>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1" name="TextBox 13">
            <a:extLst>
              <a:ext uri="{FF2B5EF4-FFF2-40B4-BE49-F238E27FC236}">
                <a16:creationId xmlns:a16="http://schemas.microsoft.com/office/drawing/2014/main" id="{D79F1880-8EA8-7BE8-6CD4-4356F994794E}"/>
              </a:ext>
            </a:extLst>
          </p:cNvPr>
          <p:cNvSpPr txBox="1"/>
          <p:nvPr/>
        </p:nvSpPr>
        <p:spPr>
          <a:xfrm>
            <a:off x="8385770" y="1460658"/>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2025</a:t>
            </a:r>
          </a:p>
        </p:txBody>
      </p:sp>
      <p:sp>
        <p:nvSpPr>
          <p:cNvPr id="32" name="Rectangle: Rounded Corners 5">
            <a:extLst>
              <a:ext uri="{FF2B5EF4-FFF2-40B4-BE49-F238E27FC236}">
                <a16:creationId xmlns:a16="http://schemas.microsoft.com/office/drawing/2014/main" id="{58B42966-7E9E-E3D5-048D-0F9AF015E2BE}"/>
              </a:ext>
            </a:extLst>
          </p:cNvPr>
          <p:cNvSpPr/>
          <p:nvPr/>
        </p:nvSpPr>
        <p:spPr bwMode="auto">
          <a:xfrm>
            <a:off x="1315972" y="2398665"/>
            <a:ext cx="686990" cy="321850"/>
          </a:xfrm>
          <a:prstGeom prst="roundRect">
            <a:avLst/>
          </a:prstGeom>
          <a:solidFill>
            <a:srgbClr val="DEFBE6"/>
          </a:solidFill>
          <a:ln w="57150">
            <a:solidFill>
              <a:srgbClr val="24A14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BNL</a:t>
            </a:r>
            <a:endParaRPr lang="en-US" sz="1600" b="0" i="0" u="none" strike="noStrike" cap="none" normalizeH="0" baseline="0" dirty="0">
              <a:ln>
                <a:noFill/>
              </a:ln>
              <a:solidFill>
                <a:schemeClr val="tx1"/>
              </a:solidFill>
              <a:effectLst/>
              <a:latin typeface="+mn-lt"/>
            </a:endParaRPr>
          </a:p>
        </p:txBody>
      </p:sp>
      <p:sp>
        <p:nvSpPr>
          <p:cNvPr id="33" name="Rectangle: Rounded Corners 5">
            <a:extLst>
              <a:ext uri="{FF2B5EF4-FFF2-40B4-BE49-F238E27FC236}">
                <a16:creationId xmlns:a16="http://schemas.microsoft.com/office/drawing/2014/main" id="{EFC7F4F7-B966-C880-6A4B-435710888237}"/>
              </a:ext>
            </a:extLst>
          </p:cNvPr>
          <p:cNvSpPr/>
          <p:nvPr/>
        </p:nvSpPr>
        <p:spPr bwMode="auto">
          <a:xfrm>
            <a:off x="1" y="2066231"/>
            <a:ext cx="973328" cy="321850"/>
          </a:xfrm>
          <a:prstGeom prst="roundRect">
            <a:avLst/>
          </a:prstGeom>
          <a:solidFill>
            <a:schemeClr val="accent6">
              <a:lumMod val="20000"/>
              <a:lumOff val="80000"/>
            </a:schemeClr>
          </a:solidFill>
          <a:ln w="57150">
            <a:solidFill>
              <a:schemeClr val="accent6">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Madison</a:t>
            </a:r>
            <a:endParaRPr lang="en-US" sz="1600" b="0" i="0" u="none" strike="noStrike" cap="none" normalizeH="0" baseline="0" dirty="0">
              <a:ln>
                <a:noFill/>
              </a:ln>
              <a:solidFill>
                <a:schemeClr val="tx1"/>
              </a:solidFill>
              <a:effectLst/>
              <a:latin typeface="+mn-lt"/>
            </a:endParaRPr>
          </a:p>
        </p:txBody>
      </p:sp>
      <p:sp>
        <p:nvSpPr>
          <p:cNvPr id="34" name="Rectangle: Rounded Corners 5">
            <a:extLst>
              <a:ext uri="{FF2B5EF4-FFF2-40B4-BE49-F238E27FC236}">
                <a16:creationId xmlns:a16="http://schemas.microsoft.com/office/drawing/2014/main" id="{AA6E65D6-04D5-B840-C38C-E1790CDB6D61}"/>
              </a:ext>
            </a:extLst>
          </p:cNvPr>
          <p:cNvSpPr/>
          <p:nvPr/>
        </p:nvSpPr>
        <p:spPr bwMode="auto">
          <a:xfrm>
            <a:off x="2566598" y="2563367"/>
            <a:ext cx="3022379" cy="429607"/>
          </a:xfrm>
          <a:prstGeom prst="roundRect">
            <a:avLst/>
          </a:prstGeom>
          <a:solidFill>
            <a:schemeClr val="accent1">
              <a:lumMod val="20000"/>
              <a:lumOff val="80000"/>
            </a:schemeClr>
          </a:solidFill>
          <a:ln w="571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Chicago Quantum Exchange</a:t>
            </a:r>
          </a:p>
        </p:txBody>
      </p:sp>
      <p:sp>
        <p:nvSpPr>
          <p:cNvPr id="38" name="Rectangle: Rounded Corners 5">
            <a:extLst>
              <a:ext uri="{FF2B5EF4-FFF2-40B4-BE49-F238E27FC236}">
                <a16:creationId xmlns:a16="http://schemas.microsoft.com/office/drawing/2014/main" id="{B604847C-494C-CFA3-65F6-7806F57F6E7B}"/>
              </a:ext>
            </a:extLst>
          </p:cNvPr>
          <p:cNvSpPr/>
          <p:nvPr/>
        </p:nvSpPr>
        <p:spPr bwMode="auto">
          <a:xfrm>
            <a:off x="4422581" y="3248723"/>
            <a:ext cx="1187112" cy="321850"/>
          </a:xfrm>
          <a:prstGeom prst="roundRect">
            <a:avLst/>
          </a:prstGeom>
          <a:solidFill>
            <a:srgbClr val="9EF0F0"/>
          </a:solidFill>
          <a:ln w="57150">
            <a:solidFill>
              <a:srgbClr val="007D7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QRISE</a:t>
            </a:r>
            <a:endParaRPr lang="en-US" sz="1600" b="0" i="0" u="none" strike="noStrike" cap="none" normalizeH="0" baseline="0" dirty="0">
              <a:ln>
                <a:noFill/>
              </a:ln>
              <a:solidFill>
                <a:schemeClr val="tx1"/>
              </a:solidFill>
              <a:effectLst/>
              <a:latin typeface="+mn-lt"/>
            </a:endParaRPr>
          </a:p>
        </p:txBody>
      </p:sp>
      <p:sp>
        <p:nvSpPr>
          <p:cNvPr id="39" name="Rectangle: Rounded Corners 5">
            <a:extLst>
              <a:ext uri="{FF2B5EF4-FFF2-40B4-BE49-F238E27FC236}">
                <a16:creationId xmlns:a16="http://schemas.microsoft.com/office/drawing/2014/main" id="{8A1558CF-CAD1-3EDB-83B5-7D77227A15CE}"/>
              </a:ext>
            </a:extLst>
          </p:cNvPr>
          <p:cNvSpPr/>
          <p:nvPr/>
        </p:nvSpPr>
        <p:spPr bwMode="auto">
          <a:xfrm>
            <a:off x="3111117" y="3231559"/>
            <a:ext cx="1150050" cy="356176"/>
          </a:xfrm>
          <a:prstGeom prst="roundRect">
            <a:avLst/>
          </a:prstGeom>
          <a:solidFill>
            <a:schemeClr val="bg1">
              <a:lumMod val="85000"/>
            </a:schemeClr>
          </a:solidFill>
          <a:ln w="57150">
            <a:solidFill>
              <a:schemeClr val="tx2">
                <a:lumMod val="95000"/>
                <a:lumOff val="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Cafe Code</a:t>
            </a:r>
            <a:endParaRPr lang="en-US" sz="1600" b="0" i="0" u="none" strike="noStrike" cap="none" normalizeH="0" baseline="0" dirty="0">
              <a:ln>
                <a:noFill/>
              </a:ln>
              <a:solidFill>
                <a:schemeClr val="tx1"/>
              </a:solidFill>
              <a:effectLst/>
              <a:latin typeface="+mn-lt"/>
            </a:endParaRPr>
          </a:p>
        </p:txBody>
      </p:sp>
      <p:sp>
        <p:nvSpPr>
          <p:cNvPr id="64" name="TextBox 63">
            <a:extLst>
              <a:ext uri="{FF2B5EF4-FFF2-40B4-BE49-F238E27FC236}">
                <a16:creationId xmlns:a16="http://schemas.microsoft.com/office/drawing/2014/main" id="{24DDC333-7340-7EA9-AE2F-E0EB2B6A9478}"/>
              </a:ext>
            </a:extLst>
          </p:cNvPr>
          <p:cNvSpPr txBox="1"/>
          <p:nvPr/>
        </p:nvSpPr>
        <p:spPr>
          <a:xfrm>
            <a:off x="2345853" y="363967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66" name="TextBox 65">
            <a:extLst>
              <a:ext uri="{FF2B5EF4-FFF2-40B4-BE49-F238E27FC236}">
                <a16:creationId xmlns:a16="http://schemas.microsoft.com/office/drawing/2014/main" id="{E9730077-92BB-62A7-3B58-03E883DE4EBA}"/>
              </a:ext>
            </a:extLst>
          </p:cNvPr>
          <p:cNvSpPr txBox="1"/>
          <p:nvPr/>
        </p:nvSpPr>
        <p:spPr>
          <a:xfrm>
            <a:off x="4354865" y="388027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71" name="TextBox 70">
            <a:extLst>
              <a:ext uri="{FF2B5EF4-FFF2-40B4-BE49-F238E27FC236}">
                <a16:creationId xmlns:a16="http://schemas.microsoft.com/office/drawing/2014/main" id="{53559168-C778-F7AC-3B43-0D7CC76E8A5C}"/>
              </a:ext>
            </a:extLst>
          </p:cNvPr>
          <p:cNvSpPr txBox="1"/>
          <p:nvPr/>
        </p:nvSpPr>
        <p:spPr>
          <a:xfrm>
            <a:off x="612840" y="1122510"/>
            <a:ext cx="957130" cy="2588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Start!</a:t>
            </a:r>
          </a:p>
        </p:txBody>
      </p:sp>
      <p:sp>
        <p:nvSpPr>
          <p:cNvPr id="72" name="TextBox 71">
            <a:extLst>
              <a:ext uri="{FF2B5EF4-FFF2-40B4-BE49-F238E27FC236}">
                <a16:creationId xmlns:a16="http://schemas.microsoft.com/office/drawing/2014/main" id="{B524431A-CE2E-A554-17FC-B0C3500485CD}"/>
              </a:ext>
            </a:extLst>
          </p:cNvPr>
          <p:cNvSpPr txBox="1"/>
          <p:nvPr/>
        </p:nvSpPr>
        <p:spPr>
          <a:xfrm>
            <a:off x="10555058" y="1122510"/>
            <a:ext cx="2064997" cy="289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Finish!</a:t>
            </a:r>
          </a:p>
        </p:txBody>
      </p:sp>
      <p:sp>
        <p:nvSpPr>
          <p:cNvPr id="2" name="Rectangle: Rounded Corners 5">
            <a:extLst>
              <a:ext uri="{FF2B5EF4-FFF2-40B4-BE49-F238E27FC236}">
                <a16:creationId xmlns:a16="http://schemas.microsoft.com/office/drawing/2014/main" id="{EA5F2D05-30D9-C5B1-55DC-02A539F4C834}"/>
              </a:ext>
            </a:extLst>
          </p:cNvPr>
          <p:cNvSpPr/>
          <p:nvPr/>
        </p:nvSpPr>
        <p:spPr bwMode="auto">
          <a:xfrm>
            <a:off x="10833696" y="5257800"/>
            <a:ext cx="1358303" cy="1053942"/>
          </a:xfrm>
          <a:prstGeom prst="roundRect">
            <a:avLst/>
          </a:prstGeom>
          <a:solidFill>
            <a:schemeClr val="tx2">
              <a:lumMod val="50000"/>
              <a:lumOff val="50000"/>
            </a:schemeClr>
          </a:solidFill>
          <a:ln w="5715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Researching Quantum Computing full time</a:t>
            </a:r>
            <a:endParaRPr lang="en-US" sz="1600" b="0" i="0" u="none" strike="noStrike" cap="none" normalizeH="0" baseline="0" dirty="0">
              <a:ln>
                <a:noFill/>
              </a:ln>
              <a:solidFill>
                <a:schemeClr val="tx1"/>
              </a:solidFill>
              <a:effectLst/>
              <a:latin typeface="+mn-lt"/>
            </a:endParaRPr>
          </a:p>
        </p:txBody>
      </p:sp>
      <p:sp>
        <p:nvSpPr>
          <p:cNvPr id="3" name="TextBox 2">
            <a:extLst>
              <a:ext uri="{FF2B5EF4-FFF2-40B4-BE49-F238E27FC236}">
                <a16:creationId xmlns:a16="http://schemas.microsoft.com/office/drawing/2014/main" id="{449FB05F-30AF-AEB2-AA32-1DC63403E383}"/>
              </a:ext>
            </a:extLst>
          </p:cNvPr>
          <p:cNvSpPr txBox="1"/>
          <p:nvPr/>
        </p:nvSpPr>
        <p:spPr>
          <a:xfrm>
            <a:off x="6276109" y="4613564"/>
            <a:ext cx="914400"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73661846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F458-EA7B-A0BC-2884-02D6937E3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A37C9-C3E7-6D84-BB4A-2444F1601E5C}"/>
              </a:ext>
            </a:extLst>
          </p:cNvPr>
          <p:cNvSpPr>
            <a:spLocks noGrp="1"/>
          </p:cNvSpPr>
          <p:nvPr>
            <p:ph type="title"/>
          </p:nvPr>
        </p:nvSpPr>
        <p:spPr/>
        <p:txBody>
          <a:bodyPr/>
          <a:lstStyle/>
          <a:p>
            <a:r>
              <a:rPr lang="en-US"/>
              <a:t>Ask for help</a:t>
            </a:r>
            <a:endParaRPr lang="en-US" dirty="0"/>
          </a:p>
        </p:txBody>
      </p:sp>
      <p:graphicFrame>
        <p:nvGraphicFramePr>
          <p:cNvPr id="6" name="Content Placeholder 2">
            <a:extLst>
              <a:ext uri="{FF2B5EF4-FFF2-40B4-BE49-F238E27FC236}">
                <a16:creationId xmlns:a16="http://schemas.microsoft.com/office/drawing/2014/main" id="{382EC616-FEA3-F678-CC32-7F638D94E665}"/>
              </a:ext>
            </a:extLst>
          </p:cNvPr>
          <p:cNvGraphicFramePr>
            <a:graphicFrameLocks/>
          </p:cNvGraphicFramePr>
          <p:nvPr>
            <p:extLst>
              <p:ext uri="{D42A27DB-BD31-4B8C-83A1-F6EECF244321}">
                <p14:modId xmlns:p14="http://schemas.microsoft.com/office/powerpoint/2010/main" val="1573105843"/>
              </p:ext>
            </p:extLst>
          </p:nvPr>
        </p:nvGraphicFramePr>
        <p:xfrm>
          <a:off x="332748" y="2033709"/>
          <a:ext cx="6821684" cy="3537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46" name="Table 345">
            <a:extLst>
              <a:ext uri="{FF2B5EF4-FFF2-40B4-BE49-F238E27FC236}">
                <a16:creationId xmlns:a16="http://schemas.microsoft.com/office/drawing/2014/main" id="{42B4C6D2-C382-29C3-8FA2-9D9D0DD2BDA6}"/>
              </a:ext>
            </a:extLst>
          </p:cNvPr>
          <p:cNvGraphicFramePr>
            <a:graphicFrameLocks noGrp="1"/>
          </p:cNvGraphicFramePr>
          <p:nvPr>
            <p:extLst>
              <p:ext uri="{D42A27DB-BD31-4B8C-83A1-F6EECF244321}">
                <p14:modId xmlns:p14="http://schemas.microsoft.com/office/powerpoint/2010/main" val="736599332"/>
              </p:ext>
            </p:extLst>
          </p:nvPr>
        </p:nvGraphicFramePr>
        <p:xfrm>
          <a:off x="8126184" y="574131"/>
          <a:ext cx="2945180" cy="5392536"/>
        </p:xfrm>
        <a:graphic>
          <a:graphicData uri="http://schemas.openxmlformats.org/drawingml/2006/table">
            <a:tbl>
              <a:tblPr bandRow="1">
                <a:tableStyleId>{3B4B98B0-60AC-42C2-AFA5-B58CD77FA1E5}</a:tableStyleId>
              </a:tblPr>
              <a:tblGrid>
                <a:gridCol w="2945180">
                  <a:extLst>
                    <a:ext uri="{9D8B030D-6E8A-4147-A177-3AD203B41FA5}">
                      <a16:colId xmlns:a16="http://schemas.microsoft.com/office/drawing/2014/main" val="514709754"/>
                    </a:ext>
                  </a:extLst>
                </a:gridCol>
              </a:tblGrid>
              <a:tr h="317208">
                <a:tc>
                  <a:txBody>
                    <a:bodyPr/>
                    <a:lstStyle/>
                    <a:p>
                      <a:pPr algn="l">
                        <a:buNone/>
                      </a:pPr>
                      <a:r>
                        <a:rPr lang="en-US" sz="1800" b="1" dirty="0">
                          <a:effectLst/>
                        </a:rPr>
                        <a:t>Becky Durst</a:t>
                      </a:r>
                    </a:p>
                  </a:txBody>
                  <a:tcPr marL="0" marR="0" marT="0" marB="0" anchor="ctr"/>
                </a:tc>
                <a:extLst>
                  <a:ext uri="{0D108BD9-81ED-4DB2-BD59-A6C34878D82A}">
                    <a16:rowId xmlns:a16="http://schemas.microsoft.com/office/drawing/2014/main" val="1852563826"/>
                  </a:ext>
                </a:extLst>
              </a:tr>
              <a:tr h="317208">
                <a:tc>
                  <a:txBody>
                    <a:bodyPr/>
                    <a:lstStyle/>
                    <a:p>
                      <a:pPr algn="l">
                        <a:buNone/>
                      </a:pPr>
                      <a:r>
                        <a:rPr lang="en-US" sz="1800" b="1" dirty="0">
                          <a:effectLst/>
                        </a:rPr>
                        <a:t>Mohammad Ramadan</a:t>
                      </a:r>
                    </a:p>
                  </a:txBody>
                  <a:tcPr marL="0" marR="0" marT="0" marB="0" anchor="ctr"/>
                </a:tc>
                <a:extLst>
                  <a:ext uri="{0D108BD9-81ED-4DB2-BD59-A6C34878D82A}">
                    <a16:rowId xmlns:a16="http://schemas.microsoft.com/office/drawing/2014/main" val="959936843"/>
                  </a:ext>
                </a:extLst>
              </a:tr>
              <a:tr h="317208">
                <a:tc>
                  <a:txBody>
                    <a:bodyPr/>
                    <a:lstStyle/>
                    <a:p>
                      <a:pPr algn="l">
                        <a:buNone/>
                      </a:pPr>
                      <a:r>
                        <a:rPr lang="en-US" sz="1800" b="1" dirty="0">
                          <a:effectLst/>
                        </a:rPr>
                        <a:t>Jeffrey Larson</a:t>
                      </a:r>
                    </a:p>
                  </a:txBody>
                  <a:tcPr marL="0" marR="0" marT="0" marB="0" anchor="ctr"/>
                </a:tc>
                <a:extLst>
                  <a:ext uri="{0D108BD9-81ED-4DB2-BD59-A6C34878D82A}">
                    <a16:rowId xmlns:a16="http://schemas.microsoft.com/office/drawing/2014/main" val="2126068657"/>
                  </a:ext>
                </a:extLst>
              </a:tr>
              <a:tr h="317208">
                <a:tc>
                  <a:txBody>
                    <a:bodyPr/>
                    <a:lstStyle/>
                    <a:p>
                      <a:pPr algn="l">
                        <a:buNone/>
                      </a:pPr>
                      <a:r>
                        <a:rPr lang="en-US" sz="1800" dirty="0">
                          <a:effectLst/>
                        </a:rPr>
                        <a:t>Ji Liu</a:t>
                      </a:r>
                    </a:p>
                  </a:txBody>
                  <a:tcPr marL="0" marR="0" marT="0" marB="0" anchor="ctr"/>
                </a:tc>
                <a:extLst>
                  <a:ext uri="{0D108BD9-81ED-4DB2-BD59-A6C34878D82A}">
                    <a16:rowId xmlns:a16="http://schemas.microsoft.com/office/drawing/2014/main" val="1589568533"/>
                  </a:ext>
                </a:extLst>
              </a:tr>
              <a:tr h="317208">
                <a:tc>
                  <a:txBody>
                    <a:bodyPr/>
                    <a:lstStyle/>
                    <a:p>
                      <a:pPr lvl="0" algn="l">
                        <a:buNone/>
                      </a:pPr>
                      <a:r>
                        <a:rPr lang="en-US" sz="1800" b="1" dirty="0">
                          <a:effectLst/>
                        </a:rPr>
                        <a:t>Siby Jose</a:t>
                      </a:r>
                      <a:endParaRPr lang="en-US" sz="1800" b="1" dirty="0"/>
                    </a:p>
                  </a:txBody>
                  <a:tcPr marL="0" marR="0" marT="0" marB="0" anchor="ctr"/>
                </a:tc>
                <a:extLst>
                  <a:ext uri="{0D108BD9-81ED-4DB2-BD59-A6C34878D82A}">
                    <a16:rowId xmlns:a16="http://schemas.microsoft.com/office/drawing/2014/main" val="2079932222"/>
                  </a:ext>
                </a:extLst>
              </a:tr>
              <a:tr h="317208">
                <a:tc>
                  <a:txBody>
                    <a:bodyPr/>
                    <a:lstStyle/>
                    <a:p>
                      <a:pPr algn="l">
                        <a:buNone/>
                      </a:pPr>
                      <a:r>
                        <a:rPr lang="en-US" sz="1800" b="1" dirty="0">
                          <a:effectLst/>
                        </a:rPr>
                        <a:t>Evan Toler</a:t>
                      </a:r>
                    </a:p>
                  </a:txBody>
                  <a:tcPr marL="0" marR="0" marT="0" marB="0" anchor="ctr"/>
                </a:tc>
                <a:extLst>
                  <a:ext uri="{0D108BD9-81ED-4DB2-BD59-A6C34878D82A}">
                    <a16:rowId xmlns:a16="http://schemas.microsoft.com/office/drawing/2014/main" val="2435745029"/>
                  </a:ext>
                </a:extLst>
              </a:tr>
              <a:tr h="317208">
                <a:tc>
                  <a:txBody>
                    <a:bodyPr/>
                    <a:lstStyle/>
                    <a:p>
                      <a:pPr algn="l">
                        <a:buNone/>
                      </a:pPr>
                      <a:r>
                        <a:rPr lang="en-US" sz="1800" b="1" dirty="0" err="1">
                          <a:effectLst/>
                        </a:rPr>
                        <a:t>Wandi</a:t>
                      </a:r>
                      <a:r>
                        <a:rPr lang="en-US" sz="1800" b="1" dirty="0">
                          <a:effectLst/>
                        </a:rPr>
                        <a:t> Ding</a:t>
                      </a:r>
                    </a:p>
                  </a:txBody>
                  <a:tcPr marL="0" marR="0" marT="0" marB="0" anchor="ctr"/>
                </a:tc>
                <a:extLst>
                  <a:ext uri="{0D108BD9-81ED-4DB2-BD59-A6C34878D82A}">
                    <a16:rowId xmlns:a16="http://schemas.microsoft.com/office/drawing/2014/main" val="1685688805"/>
                  </a:ext>
                </a:extLst>
              </a:tr>
              <a:tr h="317208">
                <a:tc>
                  <a:txBody>
                    <a:bodyPr/>
                    <a:lstStyle/>
                    <a:p>
                      <a:pPr algn="l">
                        <a:buNone/>
                      </a:pPr>
                      <a:r>
                        <a:rPr lang="en-US" sz="1800" dirty="0">
                          <a:effectLst/>
                        </a:rPr>
                        <a:t>Sam Smiley</a:t>
                      </a:r>
                    </a:p>
                  </a:txBody>
                  <a:tcPr marL="0" marR="0" marT="0" marB="0" anchor="ctr"/>
                </a:tc>
                <a:extLst>
                  <a:ext uri="{0D108BD9-81ED-4DB2-BD59-A6C34878D82A}">
                    <a16:rowId xmlns:a16="http://schemas.microsoft.com/office/drawing/2014/main" val="3464347727"/>
                  </a:ext>
                </a:extLst>
              </a:tr>
              <a:tr h="317208">
                <a:tc>
                  <a:txBody>
                    <a:bodyPr/>
                    <a:lstStyle/>
                    <a:p>
                      <a:pPr algn="l">
                        <a:buNone/>
                      </a:pPr>
                      <a:r>
                        <a:rPr lang="en-US" sz="1800" dirty="0">
                          <a:effectLst/>
                        </a:rPr>
                        <a:t>Emily Easton</a:t>
                      </a:r>
                    </a:p>
                  </a:txBody>
                  <a:tcPr marL="0" marR="0" marT="0" marB="0" anchor="ctr"/>
                </a:tc>
                <a:extLst>
                  <a:ext uri="{0D108BD9-81ED-4DB2-BD59-A6C34878D82A}">
                    <a16:rowId xmlns:a16="http://schemas.microsoft.com/office/drawing/2014/main" val="1396068812"/>
                  </a:ext>
                </a:extLst>
              </a:tr>
              <a:tr h="317208">
                <a:tc>
                  <a:txBody>
                    <a:bodyPr/>
                    <a:lstStyle/>
                    <a:p>
                      <a:pPr algn="l">
                        <a:buNone/>
                      </a:pPr>
                      <a:r>
                        <a:rPr lang="en-US" sz="1800" dirty="0">
                          <a:effectLst/>
                        </a:rPr>
                        <a:t>Baha </a:t>
                      </a:r>
                      <a:r>
                        <a:rPr lang="en-US" sz="1800" err="1">
                          <a:effectLst/>
                        </a:rPr>
                        <a:t>Balentekin</a:t>
                      </a:r>
                    </a:p>
                  </a:txBody>
                  <a:tcPr marL="0" marR="0" marT="0" marB="0" anchor="ctr"/>
                </a:tc>
                <a:extLst>
                  <a:ext uri="{0D108BD9-81ED-4DB2-BD59-A6C34878D82A}">
                    <a16:rowId xmlns:a16="http://schemas.microsoft.com/office/drawing/2014/main" val="3025440973"/>
                  </a:ext>
                </a:extLst>
              </a:tr>
              <a:tr h="317208">
                <a:tc>
                  <a:txBody>
                    <a:bodyPr/>
                    <a:lstStyle/>
                    <a:p>
                      <a:pPr algn="l">
                        <a:buNone/>
                      </a:pPr>
                      <a:r>
                        <a:rPr lang="en-US" sz="1800" b="1" dirty="0">
                          <a:effectLst/>
                        </a:rPr>
                        <a:t>Matthew Tremba</a:t>
                      </a:r>
                    </a:p>
                  </a:txBody>
                  <a:tcPr marL="0" marR="0" marT="0" marB="0" anchor="ctr"/>
                </a:tc>
                <a:extLst>
                  <a:ext uri="{0D108BD9-81ED-4DB2-BD59-A6C34878D82A}">
                    <a16:rowId xmlns:a16="http://schemas.microsoft.com/office/drawing/2014/main" val="1073604548"/>
                  </a:ext>
                </a:extLst>
              </a:tr>
              <a:tr h="317208">
                <a:tc>
                  <a:txBody>
                    <a:bodyPr/>
                    <a:lstStyle/>
                    <a:p>
                      <a:pPr algn="l">
                        <a:buNone/>
                      </a:pPr>
                      <a:r>
                        <a:rPr lang="en-US" sz="1800" b="1" dirty="0">
                          <a:effectLst/>
                        </a:rPr>
                        <a:t>Corrina Callahan</a:t>
                      </a:r>
                    </a:p>
                  </a:txBody>
                  <a:tcPr marL="0" marR="0" marT="0" marB="0" anchor="ctr"/>
                </a:tc>
                <a:extLst>
                  <a:ext uri="{0D108BD9-81ED-4DB2-BD59-A6C34878D82A}">
                    <a16:rowId xmlns:a16="http://schemas.microsoft.com/office/drawing/2014/main" val="363301204"/>
                  </a:ext>
                </a:extLst>
              </a:tr>
              <a:tr h="317208">
                <a:tc>
                  <a:txBody>
                    <a:bodyPr/>
                    <a:lstStyle/>
                    <a:p>
                      <a:pPr algn="l">
                        <a:buNone/>
                      </a:pPr>
                      <a:r>
                        <a:rPr lang="en-US" sz="1800" b="1" dirty="0">
                          <a:effectLst/>
                        </a:rPr>
                        <a:t>Bruce Lindvall</a:t>
                      </a:r>
                    </a:p>
                  </a:txBody>
                  <a:tcPr marL="0" marR="0" marT="0" marB="0" anchor="ctr"/>
                </a:tc>
                <a:extLst>
                  <a:ext uri="{0D108BD9-81ED-4DB2-BD59-A6C34878D82A}">
                    <a16:rowId xmlns:a16="http://schemas.microsoft.com/office/drawing/2014/main" val="4062577305"/>
                  </a:ext>
                </a:extLst>
              </a:tr>
              <a:tr h="317208">
                <a:tc>
                  <a:txBody>
                    <a:bodyPr/>
                    <a:lstStyle/>
                    <a:p>
                      <a:pPr algn="l">
                        <a:buNone/>
                      </a:pPr>
                      <a:r>
                        <a:rPr lang="en-US" sz="1800" b="1" dirty="0">
                          <a:effectLst/>
                        </a:rPr>
                        <a:t>Josh Myers-dean</a:t>
                      </a:r>
                    </a:p>
                  </a:txBody>
                  <a:tcPr marL="0" marR="0" marT="0" marB="0" anchor="ctr"/>
                </a:tc>
                <a:extLst>
                  <a:ext uri="{0D108BD9-81ED-4DB2-BD59-A6C34878D82A}">
                    <a16:rowId xmlns:a16="http://schemas.microsoft.com/office/drawing/2014/main" val="1488333939"/>
                  </a:ext>
                </a:extLst>
              </a:tr>
              <a:tr h="317208">
                <a:tc>
                  <a:txBody>
                    <a:bodyPr/>
                    <a:lstStyle/>
                    <a:p>
                      <a:pPr algn="l">
                        <a:buNone/>
                      </a:pPr>
                      <a:r>
                        <a:rPr lang="en-US" sz="1800" b="1" dirty="0">
                          <a:effectLst/>
                        </a:rPr>
                        <a:t>Amy Trethaway</a:t>
                      </a:r>
                    </a:p>
                  </a:txBody>
                  <a:tcPr marL="0" marR="0" marT="0" marB="0" anchor="ctr"/>
                </a:tc>
                <a:extLst>
                  <a:ext uri="{0D108BD9-81ED-4DB2-BD59-A6C34878D82A}">
                    <a16:rowId xmlns:a16="http://schemas.microsoft.com/office/drawing/2014/main" val="1801467281"/>
                  </a:ext>
                </a:extLst>
              </a:tr>
              <a:tr h="317208">
                <a:tc>
                  <a:txBody>
                    <a:bodyPr/>
                    <a:lstStyle/>
                    <a:p>
                      <a:pPr algn="l">
                        <a:buNone/>
                      </a:pPr>
                      <a:r>
                        <a:rPr lang="en-US" sz="1800" b="1" dirty="0">
                          <a:effectLst/>
                        </a:rPr>
                        <a:t>Sridhar Tayur</a:t>
                      </a:r>
                    </a:p>
                  </a:txBody>
                  <a:tcPr marL="0" marR="0" marT="0" marB="0" anchor="ctr"/>
                </a:tc>
                <a:extLst>
                  <a:ext uri="{0D108BD9-81ED-4DB2-BD59-A6C34878D82A}">
                    <a16:rowId xmlns:a16="http://schemas.microsoft.com/office/drawing/2014/main" val="4142862440"/>
                  </a:ext>
                </a:extLst>
              </a:tr>
              <a:tr h="317208">
                <a:tc>
                  <a:txBody>
                    <a:bodyPr/>
                    <a:lstStyle/>
                    <a:p>
                      <a:pPr algn="l">
                        <a:buNone/>
                      </a:pPr>
                      <a:r>
                        <a:rPr lang="en-US" sz="1800" b="1" dirty="0">
                          <a:effectLst/>
                        </a:rPr>
                        <a:t>Abhishek Aggarwal</a:t>
                      </a:r>
                    </a:p>
                  </a:txBody>
                  <a:tcPr marL="0" marR="0" marT="0" marB="0" anchor="ctr"/>
                </a:tc>
                <a:extLst>
                  <a:ext uri="{0D108BD9-81ED-4DB2-BD59-A6C34878D82A}">
                    <a16:rowId xmlns:a16="http://schemas.microsoft.com/office/drawing/2014/main" val="1225230513"/>
                  </a:ext>
                </a:extLst>
              </a:tr>
            </a:tbl>
          </a:graphicData>
        </a:graphic>
      </p:graphicFrame>
      <p:sp>
        <p:nvSpPr>
          <p:cNvPr id="10" name="TextBox 9">
            <a:extLst>
              <a:ext uri="{FF2B5EF4-FFF2-40B4-BE49-F238E27FC236}">
                <a16:creationId xmlns:a16="http://schemas.microsoft.com/office/drawing/2014/main" id="{EE8D2F4A-CE65-3A2C-98AB-C7EC6C533BAA}"/>
              </a:ext>
            </a:extLst>
          </p:cNvPr>
          <p:cNvSpPr txBox="1"/>
          <p:nvPr/>
        </p:nvSpPr>
        <p:spPr>
          <a:xfrm>
            <a:off x="594966" y="5571707"/>
            <a:ext cx="3642138" cy="1200329"/>
          </a:xfrm>
          <a:prstGeom prst="rect">
            <a:avLst/>
          </a:prstGeom>
          <a:solidFill>
            <a:schemeClr val="accent5">
              <a:lumMod val="20000"/>
              <a:lumOff val="80000"/>
            </a:schemeClr>
          </a:solidFill>
          <a:ln>
            <a:solidFill>
              <a:schemeClr val="accent1">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accent5"/>
                </a:solidFill>
              </a:rPr>
              <a:t>Example: </a:t>
            </a:r>
            <a:endParaRPr lang="en-US">
              <a:solidFill>
                <a:schemeClr val="accent5"/>
              </a:solidFill>
            </a:endParaRPr>
          </a:p>
          <a:p>
            <a:r>
              <a:rPr lang="en-US" sz="3600" dirty="0">
                <a:solidFill>
                  <a:schemeClr val="accent5"/>
                </a:solidFill>
              </a:rPr>
              <a:t>GRFP application</a:t>
            </a:r>
            <a:endParaRPr lang="en-US">
              <a:solidFill>
                <a:schemeClr val="accent5"/>
              </a:solidFill>
            </a:endParaRPr>
          </a:p>
        </p:txBody>
      </p:sp>
    </p:spTree>
    <p:extLst>
      <p:ext uri="{BB962C8B-B14F-4D97-AF65-F5344CB8AC3E}">
        <p14:creationId xmlns:p14="http://schemas.microsoft.com/office/powerpoint/2010/main" val="444951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85293-DD8B-DED3-4B28-BCB7211A246E}"/>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E0FDF48C-A38C-3D1C-3BEF-27521E8A48E9}"/>
              </a:ext>
            </a:extLst>
          </p:cNvPr>
          <p:cNvGrpSpPr/>
          <p:nvPr/>
        </p:nvGrpSpPr>
        <p:grpSpPr>
          <a:xfrm>
            <a:off x="381708" y="1447548"/>
            <a:ext cx="10451988" cy="5273764"/>
            <a:chOff x="542267" y="2255330"/>
            <a:chExt cx="20906698" cy="10548901"/>
          </a:xfrm>
        </p:grpSpPr>
        <p:sp>
          <p:nvSpPr>
            <p:cNvPr id="6" name="TextBox 19">
              <a:extLst>
                <a:ext uri="{FF2B5EF4-FFF2-40B4-BE49-F238E27FC236}">
                  <a16:creationId xmlns:a16="http://schemas.microsoft.com/office/drawing/2014/main" id="{38FCE620-AE63-1BDC-D695-6A442D34DD29}"/>
                </a:ext>
              </a:extLst>
            </p:cNvPr>
            <p:cNvSpPr txBox="1"/>
            <p:nvPr/>
          </p:nvSpPr>
          <p:spPr>
            <a:xfrm>
              <a:off x="729393" y="2306161"/>
              <a:ext cx="1674654" cy="32760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May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7" name="TextBox 20">
              <a:extLst>
                <a:ext uri="{FF2B5EF4-FFF2-40B4-BE49-F238E27FC236}">
                  <a16:creationId xmlns:a16="http://schemas.microsoft.com/office/drawing/2014/main" id="{70CBC7E6-8931-730C-CA95-3AAB3A4CE7B4}"/>
                </a:ext>
              </a:extLst>
            </p:cNvPr>
            <p:cNvSpPr txBox="1"/>
            <p:nvPr/>
          </p:nvSpPr>
          <p:spPr>
            <a:xfrm>
              <a:off x="5453438" y="2255330"/>
              <a:ext cx="1653479" cy="475786"/>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Nov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8" name="TextBox 24">
              <a:extLst>
                <a:ext uri="{FF2B5EF4-FFF2-40B4-BE49-F238E27FC236}">
                  <a16:creationId xmlns:a16="http://schemas.microsoft.com/office/drawing/2014/main" id="{B46A32DF-443F-7F7F-EDBD-B47114C60FA4}"/>
                </a:ext>
              </a:extLst>
            </p:cNvPr>
            <p:cNvSpPr txBox="1"/>
            <p:nvPr/>
          </p:nvSpPr>
          <p:spPr>
            <a:xfrm>
              <a:off x="9805463" y="2286609"/>
              <a:ext cx="1611142" cy="444508"/>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9" name="TextBox 28">
              <a:extLst>
                <a:ext uri="{FF2B5EF4-FFF2-40B4-BE49-F238E27FC236}">
                  <a16:creationId xmlns:a16="http://schemas.microsoft.com/office/drawing/2014/main" id="{3198A28B-27EE-16C7-3CBB-C9C7C33F6F8A}"/>
                </a:ext>
              </a:extLst>
            </p:cNvPr>
            <p:cNvSpPr txBox="1"/>
            <p:nvPr/>
          </p:nvSpPr>
          <p:spPr>
            <a:xfrm>
              <a:off x="14185123" y="2286610"/>
              <a:ext cx="1568802" cy="592691"/>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Nov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0" name="TextBox 13">
              <a:extLst>
                <a:ext uri="{FF2B5EF4-FFF2-40B4-BE49-F238E27FC236}">
                  <a16:creationId xmlns:a16="http://schemas.microsoft.com/office/drawing/2014/main" id="{FE4A41F2-D16A-8E32-22C3-7E1A16AAEB79}"/>
                </a:ext>
              </a:extLst>
            </p:cNvPr>
            <p:cNvSpPr txBox="1"/>
            <p:nvPr/>
          </p:nvSpPr>
          <p:spPr>
            <a:xfrm>
              <a:off x="18674786" y="2311498"/>
              <a:ext cx="2002209" cy="539294"/>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2025</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1" name="TextBox 34">
              <a:extLst>
                <a:ext uri="{FF2B5EF4-FFF2-40B4-BE49-F238E27FC236}">
                  <a16:creationId xmlns:a16="http://schemas.microsoft.com/office/drawing/2014/main" id="{1B5F041B-E9BA-D7EA-AAD4-1693C3265721}"/>
                </a:ext>
              </a:extLst>
            </p:cNvPr>
            <p:cNvSpPr txBox="1"/>
            <p:nvPr/>
          </p:nvSpPr>
          <p:spPr>
            <a:xfrm rot="16200000">
              <a:off x="-252778" y="7478913"/>
              <a:ext cx="2688810" cy="1098719"/>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1400" b="1" kern="0" dirty="0">
                  <a:solidFill>
                    <a:srgbClr val="000000"/>
                  </a:solidFill>
                  <a:ea typeface="+mj-ea"/>
                  <a:cs typeface="+mj-cs"/>
                  <a:sym typeface="IBM Plex Sans Light"/>
                </a:rPr>
                <a:t>Milestones</a:t>
              </a:r>
              <a:endParaRPr lang="en-US" sz="1400" kern="0" dirty="0">
                <a:solidFill>
                  <a:srgbClr val="000000"/>
                </a:solidFill>
                <a:ea typeface="+mj-ea"/>
                <a:cs typeface="+mj-cs"/>
                <a:sym typeface="IBM Plex Sans Light"/>
              </a:endParaRPr>
            </a:p>
          </p:txBody>
        </p:sp>
        <p:grpSp>
          <p:nvGrpSpPr>
            <p:cNvPr id="12" name="Group 11">
              <a:extLst>
                <a:ext uri="{FF2B5EF4-FFF2-40B4-BE49-F238E27FC236}">
                  <a16:creationId xmlns:a16="http://schemas.microsoft.com/office/drawing/2014/main" id="{424795C8-6801-134D-669F-EF7FD96D8CC0}"/>
                </a:ext>
              </a:extLst>
            </p:cNvPr>
            <p:cNvGrpSpPr/>
            <p:nvPr/>
          </p:nvGrpSpPr>
          <p:grpSpPr>
            <a:xfrm>
              <a:off x="1369154" y="2799065"/>
              <a:ext cx="20079811" cy="10005166"/>
              <a:chOff x="1369154" y="2799067"/>
              <a:chExt cx="20079811" cy="8747008"/>
            </a:xfrm>
          </p:grpSpPr>
          <p:cxnSp>
            <p:nvCxnSpPr>
              <p:cNvPr id="17" name="Straight Connector 16">
                <a:extLst>
                  <a:ext uri="{FF2B5EF4-FFF2-40B4-BE49-F238E27FC236}">
                    <a16:creationId xmlns:a16="http://schemas.microsoft.com/office/drawing/2014/main" id="{32E3C6B3-BFE2-1AD1-62B9-F32FE267DAA0}"/>
                  </a:ext>
                </a:extLst>
              </p:cNvPr>
              <p:cNvCxnSpPr>
                <a:cxnSpLocks/>
              </p:cNvCxnSpPr>
              <p:nvPr/>
            </p:nvCxnSpPr>
            <p:spPr bwMode="auto">
              <a:xfrm>
                <a:off x="1369154"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ABA8CAFB-7E84-BAC6-7C1A-30579CE539BB}"/>
                  </a:ext>
                </a:extLst>
              </p:cNvPr>
              <p:cNvCxnSpPr>
                <a:cxnSpLocks/>
              </p:cNvCxnSpPr>
              <p:nvPr/>
            </p:nvCxnSpPr>
            <p:spPr bwMode="auto">
              <a:xfrm>
                <a:off x="3587217"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3642542A-D7E6-E3F7-7EF8-4CCB6181685E}"/>
                  </a:ext>
                </a:extLst>
              </p:cNvPr>
              <p:cNvCxnSpPr>
                <a:cxnSpLocks/>
              </p:cNvCxnSpPr>
              <p:nvPr/>
            </p:nvCxnSpPr>
            <p:spPr bwMode="auto">
              <a:xfrm>
                <a:off x="5805280"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545A4B28-573B-E8C6-DE3C-CD07B79CB7B2}"/>
                  </a:ext>
                </a:extLst>
              </p:cNvPr>
              <p:cNvCxnSpPr>
                <a:cxnSpLocks/>
              </p:cNvCxnSpPr>
              <p:nvPr/>
            </p:nvCxnSpPr>
            <p:spPr bwMode="auto">
              <a:xfrm>
                <a:off x="8051554"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FC1F2EC-2F16-F9C9-B724-34FD50708EB6}"/>
                  </a:ext>
                </a:extLst>
              </p:cNvPr>
              <p:cNvCxnSpPr>
                <a:cxnSpLocks/>
              </p:cNvCxnSpPr>
              <p:nvPr/>
            </p:nvCxnSpPr>
            <p:spPr bwMode="auto">
              <a:xfrm>
                <a:off x="10269617"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CFD16182-252B-419C-6A46-CA054409F8F7}"/>
                  </a:ext>
                </a:extLst>
              </p:cNvPr>
              <p:cNvCxnSpPr>
                <a:cxnSpLocks/>
              </p:cNvCxnSpPr>
              <p:nvPr/>
            </p:nvCxnSpPr>
            <p:spPr bwMode="auto">
              <a:xfrm>
                <a:off x="12501785"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E374F1D9-61C4-CC85-C90F-F1BE6383F878}"/>
                  </a:ext>
                </a:extLst>
              </p:cNvPr>
              <p:cNvCxnSpPr>
                <a:cxnSpLocks/>
              </p:cNvCxnSpPr>
              <p:nvPr/>
            </p:nvCxnSpPr>
            <p:spPr bwMode="auto">
              <a:xfrm>
                <a:off x="14733953"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1B4D1B77-3986-2160-8A2A-42344B9D7318}"/>
                  </a:ext>
                </a:extLst>
              </p:cNvPr>
              <p:cNvCxnSpPr>
                <a:cxnSpLocks/>
              </p:cNvCxnSpPr>
              <p:nvPr/>
            </p:nvCxnSpPr>
            <p:spPr bwMode="auto">
              <a:xfrm>
                <a:off x="16965137" y="2822944"/>
                <a:ext cx="0" cy="8723131"/>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6AE2638-0D88-6BD8-167C-D3F0E1F02FE0}"/>
                  </a:ext>
                </a:extLst>
              </p:cNvPr>
              <p:cNvCxnSpPr>
                <a:cxnSpLocks/>
              </p:cNvCxnSpPr>
              <p:nvPr/>
            </p:nvCxnSpPr>
            <p:spPr bwMode="auto">
              <a:xfrm>
                <a:off x="19202691"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E3FBE230-BC60-6744-EDDB-BE1EE62B67A6}"/>
                  </a:ext>
                </a:extLst>
              </p:cNvPr>
              <p:cNvCxnSpPr>
                <a:cxnSpLocks/>
              </p:cNvCxnSpPr>
              <p:nvPr/>
            </p:nvCxnSpPr>
            <p:spPr bwMode="auto">
              <a:xfrm>
                <a:off x="21448965"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6DF7FFE5-DE1E-21C6-F984-D657D49C3EC0}"/>
                </a:ext>
              </a:extLst>
            </p:cNvPr>
            <p:cNvGrpSpPr/>
            <p:nvPr/>
          </p:nvGrpSpPr>
          <p:grpSpPr>
            <a:xfrm>
              <a:off x="1510181" y="2764070"/>
              <a:ext cx="19820494" cy="689205"/>
              <a:chOff x="1510181" y="2764070"/>
              <a:chExt cx="19820494" cy="689205"/>
            </a:xfrm>
          </p:grpSpPr>
          <p:sp>
            <p:nvSpPr>
              <p:cNvPr id="14" name="Rounded Rectangle 9">
                <a:extLst>
                  <a:ext uri="{FF2B5EF4-FFF2-40B4-BE49-F238E27FC236}">
                    <a16:creationId xmlns:a16="http://schemas.microsoft.com/office/drawing/2014/main" id="{A0E69800-69FE-7CB2-A00D-FF4792FAFE64}"/>
                  </a:ext>
                </a:extLst>
              </p:cNvPr>
              <p:cNvSpPr/>
              <p:nvPr/>
            </p:nvSpPr>
            <p:spPr bwMode="auto">
              <a:xfrm>
                <a:off x="1510181" y="2764070"/>
                <a:ext cx="4169167" cy="643783"/>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6 months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5" name="Rounded Rectangle 18">
                <a:extLst>
                  <a:ext uri="{FF2B5EF4-FFF2-40B4-BE49-F238E27FC236}">
                    <a16:creationId xmlns:a16="http://schemas.microsoft.com/office/drawing/2014/main" id="{E73493F6-D0AD-5422-ED02-A6E83F074E20}"/>
                  </a:ext>
                </a:extLst>
              </p:cNvPr>
              <p:cNvSpPr/>
              <p:nvPr/>
            </p:nvSpPr>
            <p:spPr bwMode="auto">
              <a:xfrm>
                <a:off x="5931213" y="2764070"/>
                <a:ext cx="8661714" cy="64378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400" dirty="0">
                    <a:solidFill>
                      <a:schemeClr val="tx1"/>
                    </a:solidFill>
                    <a:latin typeface="IBM Plex Sans Thin" panose="020B0203050203000203" pitchFamily="34" charset="0"/>
                  </a:rPr>
                  <a:t>1.5 years</a:t>
                </a:r>
                <a:endParaRPr kumimoji="0" lang="en-US" sz="14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6" name="Rounded Rectangle 21">
                <a:extLst>
                  <a:ext uri="{FF2B5EF4-FFF2-40B4-BE49-F238E27FC236}">
                    <a16:creationId xmlns:a16="http://schemas.microsoft.com/office/drawing/2014/main" id="{C7FC351B-0E82-C9BF-0D98-A7059C1AC02A}"/>
                  </a:ext>
                </a:extLst>
              </p:cNvPr>
              <p:cNvSpPr/>
              <p:nvPr/>
            </p:nvSpPr>
            <p:spPr bwMode="auto">
              <a:xfrm>
                <a:off x="14866351" y="2809480"/>
                <a:ext cx="6464324" cy="64379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2.25 years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grpSp>
      </p:grpSp>
      <p:sp>
        <p:nvSpPr>
          <p:cNvPr id="5" name="TextBox 13">
            <a:extLst>
              <a:ext uri="{FF2B5EF4-FFF2-40B4-BE49-F238E27FC236}">
                <a16:creationId xmlns:a16="http://schemas.microsoft.com/office/drawing/2014/main" id="{E59CBCB6-2924-241D-811D-DF4B54787AB2}"/>
              </a:ext>
            </a:extLst>
          </p:cNvPr>
          <p:cNvSpPr txBox="1"/>
          <p:nvPr/>
        </p:nvSpPr>
        <p:spPr>
          <a:xfrm>
            <a:off x="10462903" y="1479298"/>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2025</a:t>
            </a:r>
            <a:endPar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endParaRPr>
          </a:p>
        </p:txBody>
      </p:sp>
      <p:sp>
        <p:nvSpPr>
          <p:cNvPr id="28" name="TextBox 13">
            <a:extLst>
              <a:ext uri="{FF2B5EF4-FFF2-40B4-BE49-F238E27FC236}">
                <a16:creationId xmlns:a16="http://schemas.microsoft.com/office/drawing/2014/main" id="{6FF7F3CC-32AD-D041-95B5-3A59FF2F5203}"/>
              </a:ext>
            </a:extLst>
          </p:cNvPr>
          <p:cNvSpPr txBox="1"/>
          <p:nvPr/>
        </p:nvSpPr>
        <p:spPr>
          <a:xfrm>
            <a:off x="1672377" y="1472961"/>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g 2023</a:t>
            </a:r>
          </a:p>
        </p:txBody>
      </p:sp>
      <p:sp>
        <p:nvSpPr>
          <p:cNvPr id="29" name="TextBox 13">
            <a:extLst>
              <a:ext uri="{FF2B5EF4-FFF2-40B4-BE49-F238E27FC236}">
                <a16:creationId xmlns:a16="http://schemas.microsoft.com/office/drawing/2014/main" id="{7DEFD6EE-3752-5A7F-3BE0-9AAC060895A2}"/>
              </a:ext>
            </a:extLst>
          </p:cNvPr>
          <p:cNvSpPr txBox="1"/>
          <p:nvPr/>
        </p:nvSpPr>
        <p:spPr>
          <a:xfrm>
            <a:off x="3977646" y="1466499"/>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0" name="TextBox 13">
            <a:extLst>
              <a:ext uri="{FF2B5EF4-FFF2-40B4-BE49-F238E27FC236}">
                <a16:creationId xmlns:a16="http://schemas.microsoft.com/office/drawing/2014/main" id="{601C0169-47A3-9F7C-0413-8C45C9A5D9EC}"/>
              </a:ext>
            </a:extLst>
          </p:cNvPr>
          <p:cNvSpPr txBox="1"/>
          <p:nvPr/>
        </p:nvSpPr>
        <p:spPr>
          <a:xfrm>
            <a:off x="6148343" y="1460659"/>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1" name="TextBox 13">
            <a:extLst>
              <a:ext uri="{FF2B5EF4-FFF2-40B4-BE49-F238E27FC236}">
                <a16:creationId xmlns:a16="http://schemas.microsoft.com/office/drawing/2014/main" id="{D9907140-2174-D351-F381-A65D12FB0499}"/>
              </a:ext>
            </a:extLst>
          </p:cNvPr>
          <p:cNvSpPr txBox="1"/>
          <p:nvPr/>
        </p:nvSpPr>
        <p:spPr>
          <a:xfrm>
            <a:off x="8385770" y="1460658"/>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2025</a:t>
            </a:r>
          </a:p>
        </p:txBody>
      </p:sp>
      <p:sp>
        <p:nvSpPr>
          <p:cNvPr id="32" name="Rectangle: Rounded Corners 5">
            <a:extLst>
              <a:ext uri="{FF2B5EF4-FFF2-40B4-BE49-F238E27FC236}">
                <a16:creationId xmlns:a16="http://schemas.microsoft.com/office/drawing/2014/main" id="{83AC1B89-EB79-5732-E98F-CDAEDCFE8468}"/>
              </a:ext>
            </a:extLst>
          </p:cNvPr>
          <p:cNvSpPr/>
          <p:nvPr/>
        </p:nvSpPr>
        <p:spPr bwMode="auto">
          <a:xfrm>
            <a:off x="1315972" y="2398665"/>
            <a:ext cx="686990" cy="321850"/>
          </a:xfrm>
          <a:prstGeom prst="roundRect">
            <a:avLst/>
          </a:prstGeom>
          <a:solidFill>
            <a:srgbClr val="DEFBE6"/>
          </a:solidFill>
          <a:ln w="57150">
            <a:solidFill>
              <a:srgbClr val="24A14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BNL</a:t>
            </a:r>
            <a:endParaRPr lang="en-US" sz="1600" b="0" i="0" u="none" strike="noStrike" cap="none" normalizeH="0" baseline="0" dirty="0">
              <a:ln>
                <a:noFill/>
              </a:ln>
              <a:solidFill>
                <a:schemeClr val="tx1"/>
              </a:solidFill>
              <a:effectLst/>
              <a:latin typeface="+mn-lt"/>
            </a:endParaRPr>
          </a:p>
        </p:txBody>
      </p:sp>
      <p:sp>
        <p:nvSpPr>
          <p:cNvPr id="33" name="Rectangle: Rounded Corners 5">
            <a:extLst>
              <a:ext uri="{FF2B5EF4-FFF2-40B4-BE49-F238E27FC236}">
                <a16:creationId xmlns:a16="http://schemas.microsoft.com/office/drawing/2014/main" id="{05A6DC67-F5E8-A64C-B784-79ED3BED5731}"/>
              </a:ext>
            </a:extLst>
          </p:cNvPr>
          <p:cNvSpPr/>
          <p:nvPr/>
        </p:nvSpPr>
        <p:spPr bwMode="auto">
          <a:xfrm>
            <a:off x="1" y="2066231"/>
            <a:ext cx="973328" cy="321850"/>
          </a:xfrm>
          <a:prstGeom prst="roundRect">
            <a:avLst/>
          </a:prstGeom>
          <a:solidFill>
            <a:schemeClr val="accent6">
              <a:lumMod val="20000"/>
              <a:lumOff val="80000"/>
            </a:schemeClr>
          </a:solidFill>
          <a:ln w="57150">
            <a:solidFill>
              <a:schemeClr val="accent6">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Madison</a:t>
            </a:r>
            <a:endParaRPr lang="en-US" sz="1600" b="0" i="0" u="none" strike="noStrike" cap="none" normalizeH="0" baseline="0" dirty="0">
              <a:ln>
                <a:noFill/>
              </a:ln>
              <a:solidFill>
                <a:schemeClr val="tx1"/>
              </a:solidFill>
              <a:effectLst/>
              <a:latin typeface="+mn-lt"/>
            </a:endParaRPr>
          </a:p>
        </p:txBody>
      </p:sp>
      <p:sp>
        <p:nvSpPr>
          <p:cNvPr id="34" name="Rectangle: Rounded Corners 5">
            <a:extLst>
              <a:ext uri="{FF2B5EF4-FFF2-40B4-BE49-F238E27FC236}">
                <a16:creationId xmlns:a16="http://schemas.microsoft.com/office/drawing/2014/main" id="{E9F627C2-C222-50E3-0302-24F855C10359}"/>
              </a:ext>
            </a:extLst>
          </p:cNvPr>
          <p:cNvSpPr/>
          <p:nvPr/>
        </p:nvSpPr>
        <p:spPr bwMode="auto">
          <a:xfrm>
            <a:off x="2581991" y="2555671"/>
            <a:ext cx="3999895" cy="437303"/>
          </a:xfrm>
          <a:prstGeom prst="roundRect">
            <a:avLst/>
          </a:prstGeom>
          <a:solidFill>
            <a:schemeClr val="accent1">
              <a:lumMod val="20000"/>
              <a:lumOff val="80000"/>
            </a:schemeClr>
          </a:solidFill>
          <a:ln w="571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Chicago Quantum Exchange</a:t>
            </a:r>
          </a:p>
        </p:txBody>
      </p:sp>
      <p:sp>
        <p:nvSpPr>
          <p:cNvPr id="35" name="Rectangle: Rounded Corners 5">
            <a:extLst>
              <a:ext uri="{FF2B5EF4-FFF2-40B4-BE49-F238E27FC236}">
                <a16:creationId xmlns:a16="http://schemas.microsoft.com/office/drawing/2014/main" id="{A32F2486-DFEF-73B3-B094-D9B1C3E3222F}"/>
              </a:ext>
            </a:extLst>
          </p:cNvPr>
          <p:cNvSpPr/>
          <p:nvPr/>
        </p:nvSpPr>
        <p:spPr bwMode="auto">
          <a:xfrm>
            <a:off x="6816015" y="3570573"/>
            <a:ext cx="669015" cy="321850"/>
          </a:xfrm>
          <a:prstGeom prst="roundRect">
            <a:avLst/>
          </a:prstGeom>
          <a:solidFill>
            <a:srgbClr val="FCF4D6"/>
          </a:solidFill>
          <a:ln w="57150">
            <a:solidFill>
              <a:srgbClr val="FDDC6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GRFP</a:t>
            </a:r>
            <a:endParaRPr lang="en-US" sz="1600" b="0" i="0" u="none" strike="noStrike" cap="none" normalizeH="0" baseline="0" dirty="0">
              <a:ln>
                <a:noFill/>
              </a:ln>
              <a:solidFill>
                <a:schemeClr val="tx1"/>
              </a:solidFill>
              <a:effectLst/>
              <a:latin typeface="+mn-lt"/>
            </a:endParaRPr>
          </a:p>
        </p:txBody>
      </p:sp>
      <p:sp>
        <p:nvSpPr>
          <p:cNvPr id="36" name="Rectangle: Rounded Corners 5">
            <a:extLst>
              <a:ext uri="{FF2B5EF4-FFF2-40B4-BE49-F238E27FC236}">
                <a16:creationId xmlns:a16="http://schemas.microsoft.com/office/drawing/2014/main" id="{CA72BB08-005D-FE93-D9C7-FA05638ED3A2}"/>
              </a:ext>
            </a:extLst>
          </p:cNvPr>
          <p:cNvSpPr/>
          <p:nvPr/>
        </p:nvSpPr>
        <p:spPr bwMode="auto">
          <a:xfrm>
            <a:off x="6564435" y="4467434"/>
            <a:ext cx="1246387" cy="321850"/>
          </a:xfrm>
          <a:prstGeom prst="roundRect">
            <a:avLst/>
          </a:prstGeom>
          <a:solidFill>
            <a:srgbClr val="6FDC8C"/>
          </a:solidFill>
          <a:ln w="57150">
            <a:solidFill>
              <a:srgbClr val="19803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Argonne</a:t>
            </a:r>
            <a:endParaRPr lang="en-US" sz="1600" b="0" i="0" u="none" strike="noStrike" cap="none" normalizeH="0" baseline="0" dirty="0">
              <a:ln>
                <a:noFill/>
              </a:ln>
              <a:solidFill>
                <a:schemeClr val="tx1"/>
              </a:solidFill>
              <a:effectLst/>
              <a:latin typeface="+mn-lt"/>
            </a:endParaRPr>
          </a:p>
        </p:txBody>
      </p:sp>
      <p:sp>
        <p:nvSpPr>
          <p:cNvPr id="37" name="Rectangle: Rounded Corners 5">
            <a:extLst>
              <a:ext uri="{FF2B5EF4-FFF2-40B4-BE49-F238E27FC236}">
                <a16:creationId xmlns:a16="http://schemas.microsoft.com/office/drawing/2014/main" id="{4FC58518-2663-EA7B-B300-C2A317F8BB65}"/>
              </a:ext>
            </a:extLst>
          </p:cNvPr>
          <p:cNvSpPr/>
          <p:nvPr/>
        </p:nvSpPr>
        <p:spPr bwMode="auto">
          <a:xfrm>
            <a:off x="7076728" y="4019003"/>
            <a:ext cx="518600" cy="321850"/>
          </a:xfrm>
          <a:prstGeom prst="roundRect">
            <a:avLst/>
          </a:prstGeom>
          <a:solidFill>
            <a:srgbClr val="F8D9B8"/>
          </a:solidFill>
          <a:ln w="57150">
            <a:solidFill>
              <a:srgbClr val="FF6F0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400" dirty="0">
                <a:solidFill>
                  <a:schemeClr val="tx1"/>
                </a:solidFill>
              </a:rPr>
              <a:t>GEM</a:t>
            </a:r>
            <a:endParaRPr lang="en-US" sz="1400" b="0" i="0" u="none" strike="noStrike" cap="none" normalizeH="0" baseline="0" dirty="0">
              <a:ln>
                <a:noFill/>
              </a:ln>
              <a:solidFill>
                <a:schemeClr val="tx1"/>
              </a:solidFill>
              <a:effectLst/>
              <a:latin typeface="+mn-lt"/>
            </a:endParaRPr>
          </a:p>
        </p:txBody>
      </p:sp>
      <p:sp>
        <p:nvSpPr>
          <p:cNvPr id="38" name="Rectangle: Rounded Corners 5">
            <a:extLst>
              <a:ext uri="{FF2B5EF4-FFF2-40B4-BE49-F238E27FC236}">
                <a16:creationId xmlns:a16="http://schemas.microsoft.com/office/drawing/2014/main" id="{CF27B48B-5E0C-8EB2-81C6-3566844C9BEB}"/>
              </a:ext>
            </a:extLst>
          </p:cNvPr>
          <p:cNvSpPr/>
          <p:nvPr/>
        </p:nvSpPr>
        <p:spPr bwMode="auto">
          <a:xfrm>
            <a:off x="4422581" y="3248723"/>
            <a:ext cx="1187112" cy="321850"/>
          </a:xfrm>
          <a:prstGeom prst="roundRect">
            <a:avLst/>
          </a:prstGeom>
          <a:solidFill>
            <a:srgbClr val="9EF0F0"/>
          </a:solidFill>
          <a:ln w="57150">
            <a:solidFill>
              <a:srgbClr val="007D7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QRISE</a:t>
            </a:r>
            <a:endParaRPr lang="en-US" sz="1600" b="0" i="0" u="none" strike="noStrike" cap="none" normalizeH="0" baseline="0" dirty="0">
              <a:ln>
                <a:noFill/>
              </a:ln>
              <a:solidFill>
                <a:schemeClr val="tx1"/>
              </a:solidFill>
              <a:effectLst/>
              <a:latin typeface="+mn-lt"/>
            </a:endParaRPr>
          </a:p>
        </p:txBody>
      </p:sp>
      <p:sp>
        <p:nvSpPr>
          <p:cNvPr id="39" name="Rectangle: Rounded Corners 5">
            <a:extLst>
              <a:ext uri="{FF2B5EF4-FFF2-40B4-BE49-F238E27FC236}">
                <a16:creationId xmlns:a16="http://schemas.microsoft.com/office/drawing/2014/main" id="{CFCBC1AD-8158-E3C4-421E-9F12D2B6CDCA}"/>
              </a:ext>
            </a:extLst>
          </p:cNvPr>
          <p:cNvSpPr/>
          <p:nvPr/>
        </p:nvSpPr>
        <p:spPr bwMode="auto">
          <a:xfrm>
            <a:off x="3111117" y="3231559"/>
            <a:ext cx="1150050" cy="356176"/>
          </a:xfrm>
          <a:prstGeom prst="roundRect">
            <a:avLst/>
          </a:prstGeom>
          <a:solidFill>
            <a:schemeClr val="bg1">
              <a:lumMod val="85000"/>
            </a:schemeClr>
          </a:solidFill>
          <a:ln w="57150">
            <a:solidFill>
              <a:schemeClr val="tx2">
                <a:lumMod val="95000"/>
                <a:lumOff val="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Cafe Code</a:t>
            </a:r>
            <a:endParaRPr lang="en-US" sz="1600" b="0" i="0" u="none" strike="noStrike" cap="none" normalizeH="0" baseline="0" dirty="0">
              <a:ln>
                <a:noFill/>
              </a:ln>
              <a:solidFill>
                <a:schemeClr val="tx1"/>
              </a:solidFill>
              <a:effectLst/>
              <a:latin typeface="+mn-lt"/>
            </a:endParaRPr>
          </a:p>
        </p:txBody>
      </p:sp>
      <p:sp>
        <p:nvSpPr>
          <p:cNvPr id="57" name="Rectangle: Rounded Corners 5">
            <a:extLst>
              <a:ext uri="{FF2B5EF4-FFF2-40B4-BE49-F238E27FC236}">
                <a16:creationId xmlns:a16="http://schemas.microsoft.com/office/drawing/2014/main" id="{45C4257E-7884-DA16-B703-F27AB00A905D}"/>
              </a:ext>
            </a:extLst>
          </p:cNvPr>
          <p:cNvSpPr/>
          <p:nvPr/>
        </p:nvSpPr>
        <p:spPr bwMode="auto">
          <a:xfrm>
            <a:off x="7076728" y="5070114"/>
            <a:ext cx="1400071" cy="599958"/>
          </a:xfrm>
          <a:prstGeom prst="roundRect">
            <a:avLst/>
          </a:prstGeom>
          <a:solidFill>
            <a:srgbClr val="FCFFC3"/>
          </a:solidFill>
          <a:ln w="57150">
            <a:solidFill>
              <a:srgbClr val="FFFF0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Grad school app</a:t>
            </a:r>
            <a:r>
              <a:rPr lang="en-US" sz="1600" dirty="0">
                <a:solidFill>
                  <a:schemeClr val="tx1"/>
                </a:solidFill>
              </a:rPr>
              <a:t>lications</a:t>
            </a:r>
            <a:endParaRPr lang="en-US" sz="1600" b="0" i="0" u="none" strike="noStrike" cap="none" normalizeH="0" baseline="0" dirty="0">
              <a:ln>
                <a:noFill/>
              </a:ln>
              <a:solidFill>
                <a:schemeClr val="tx1"/>
              </a:solidFill>
              <a:effectLst/>
              <a:latin typeface="+mn-lt"/>
            </a:endParaRPr>
          </a:p>
        </p:txBody>
      </p:sp>
      <p:sp>
        <p:nvSpPr>
          <p:cNvPr id="64" name="TextBox 63">
            <a:extLst>
              <a:ext uri="{FF2B5EF4-FFF2-40B4-BE49-F238E27FC236}">
                <a16:creationId xmlns:a16="http://schemas.microsoft.com/office/drawing/2014/main" id="{DF1747FD-7739-4B2C-EE51-73F229D658EC}"/>
              </a:ext>
            </a:extLst>
          </p:cNvPr>
          <p:cNvSpPr txBox="1"/>
          <p:nvPr/>
        </p:nvSpPr>
        <p:spPr>
          <a:xfrm>
            <a:off x="2345853" y="363967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66" name="TextBox 65">
            <a:extLst>
              <a:ext uri="{FF2B5EF4-FFF2-40B4-BE49-F238E27FC236}">
                <a16:creationId xmlns:a16="http://schemas.microsoft.com/office/drawing/2014/main" id="{5A15D0A9-31A0-8601-AB93-BF491FADCA41}"/>
              </a:ext>
            </a:extLst>
          </p:cNvPr>
          <p:cNvSpPr txBox="1"/>
          <p:nvPr/>
        </p:nvSpPr>
        <p:spPr>
          <a:xfrm>
            <a:off x="4354865" y="388027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71" name="TextBox 70">
            <a:extLst>
              <a:ext uri="{FF2B5EF4-FFF2-40B4-BE49-F238E27FC236}">
                <a16:creationId xmlns:a16="http://schemas.microsoft.com/office/drawing/2014/main" id="{AC95F22A-7EDB-1C56-79E8-EAA4B6349AB4}"/>
              </a:ext>
            </a:extLst>
          </p:cNvPr>
          <p:cNvSpPr txBox="1"/>
          <p:nvPr/>
        </p:nvSpPr>
        <p:spPr>
          <a:xfrm>
            <a:off x="612840" y="1122510"/>
            <a:ext cx="957130" cy="2588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Start!</a:t>
            </a:r>
          </a:p>
        </p:txBody>
      </p:sp>
      <p:sp>
        <p:nvSpPr>
          <p:cNvPr id="72" name="TextBox 71">
            <a:extLst>
              <a:ext uri="{FF2B5EF4-FFF2-40B4-BE49-F238E27FC236}">
                <a16:creationId xmlns:a16="http://schemas.microsoft.com/office/drawing/2014/main" id="{1C49F2D5-4A1F-339C-40A6-3B3ACEBB2A66}"/>
              </a:ext>
            </a:extLst>
          </p:cNvPr>
          <p:cNvSpPr txBox="1"/>
          <p:nvPr/>
        </p:nvSpPr>
        <p:spPr>
          <a:xfrm>
            <a:off x="10555058" y="1122510"/>
            <a:ext cx="2064997" cy="289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Finish!</a:t>
            </a:r>
          </a:p>
        </p:txBody>
      </p:sp>
      <p:sp>
        <p:nvSpPr>
          <p:cNvPr id="2" name="Rectangle: Rounded Corners 5">
            <a:extLst>
              <a:ext uri="{FF2B5EF4-FFF2-40B4-BE49-F238E27FC236}">
                <a16:creationId xmlns:a16="http://schemas.microsoft.com/office/drawing/2014/main" id="{174D11DB-1282-C885-349E-77156D76B997}"/>
              </a:ext>
            </a:extLst>
          </p:cNvPr>
          <p:cNvSpPr/>
          <p:nvPr/>
        </p:nvSpPr>
        <p:spPr bwMode="auto">
          <a:xfrm>
            <a:off x="10833696" y="5257800"/>
            <a:ext cx="1358303" cy="1053942"/>
          </a:xfrm>
          <a:prstGeom prst="roundRect">
            <a:avLst/>
          </a:prstGeom>
          <a:solidFill>
            <a:schemeClr val="tx2">
              <a:lumMod val="50000"/>
              <a:lumOff val="50000"/>
            </a:schemeClr>
          </a:solidFill>
          <a:ln w="5715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Researching Quantum Computing full time</a:t>
            </a:r>
            <a:endParaRPr lang="en-US" sz="16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74569482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A7371A-13C4-0D3C-6C9C-0BA71A8A6045}"/>
            </a:ext>
          </a:extLst>
        </p:cNvPr>
        <p:cNvGrpSpPr/>
        <p:nvPr/>
      </p:nvGrpSpPr>
      <p:grpSpPr>
        <a:xfrm>
          <a:off x="0" y="0"/>
          <a:ext cx="0" cy="0"/>
          <a:chOff x="0" y="0"/>
          <a:chExt cx="0" cy="0"/>
        </a:xfrm>
      </p:grpSpPr>
      <p:graphicFrame>
        <p:nvGraphicFramePr>
          <p:cNvPr id="10" name="Content Placeholder 2">
            <a:extLst>
              <a:ext uri="{FF2B5EF4-FFF2-40B4-BE49-F238E27FC236}">
                <a16:creationId xmlns:a16="http://schemas.microsoft.com/office/drawing/2014/main" id="{3609F44D-1F66-9E5A-B377-7EE3E3678FA9}"/>
              </a:ext>
            </a:extLst>
          </p:cNvPr>
          <p:cNvGraphicFramePr>
            <a:graphicFrameLocks noGrp="1"/>
          </p:cNvGraphicFramePr>
          <p:nvPr>
            <p:ph sz="half" idx="1"/>
            <p:extLst>
              <p:ext uri="{D42A27DB-BD31-4B8C-83A1-F6EECF244321}">
                <p14:modId xmlns:p14="http://schemas.microsoft.com/office/powerpoint/2010/main" val="3688701126"/>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7" name="Title 1">
            <a:extLst>
              <a:ext uri="{FF2B5EF4-FFF2-40B4-BE49-F238E27FC236}">
                <a16:creationId xmlns:a16="http://schemas.microsoft.com/office/drawing/2014/main" id="{36ABC797-326A-3771-7A5E-5B96AEEB98BC}"/>
              </a:ext>
            </a:extLst>
          </p:cNvPr>
          <p:cNvSpPr txBox="1">
            <a:spLocks/>
          </p:cNvSpPr>
          <p:nvPr/>
        </p:nvSpPr>
        <p:spPr>
          <a:xfrm>
            <a:off x="927652" y="1140356"/>
            <a:ext cx="9160475" cy="1132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Come prepared</a:t>
            </a:r>
          </a:p>
        </p:txBody>
      </p:sp>
      <p:sp>
        <p:nvSpPr>
          <p:cNvPr id="14" name="TextBox 13">
            <a:extLst>
              <a:ext uri="{FF2B5EF4-FFF2-40B4-BE49-F238E27FC236}">
                <a16:creationId xmlns:a16="http://schemas.microsoft.com/office/drawing/2014/main" id="{017BC689-A017-9A51-DDF3-A6B059296218}"/>
              </a:ext>
            </a:extLst>
          </p:cNvPr>
          <p:cNvSpPr txBox="1"/>
          <p:nvPr/>
        </p:nvSpPr>
        <p:spPr>
          <a:xfrm>
            <a:off x="594966" y="5571707"/>
            <a:ext cx="3642138" cy="1200329"/>
          </a:xfrm>
          <a:prstGeom prst="rect">
            <a:avLst/>
          </a:prstGeom>
          <a:solidFill>
            <a:schemeClr val="accent5">
              <a:lumMod val="20000"/>
              <a:lumOff val="80000"/>
            </a:schemeClr>
          </a:solidFill>
          <a:ln>
            <a:solidFill>
              <a:schemeClr val="accent1">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accent5"/>
                </a:solidFill>
              </a:rPr>
              <a:t>Example: </a:t>
            </a:r>
            <a:endParaRPr lang="en-US">
              <a:solidFill>
                <a:schemeClr val="accent5"/>
              </a:solidFill>
            </a:endParaRPr>
          </a:p>
          <a:p>
            <a:r>
              <a:rPr lang="en-US" sz="3600" dirty="0">
                <a:solidFill>
                  <a:schemeClr val="accent5"/>
                </a:solidFill>
              </a:rPr>
              <a:t>SIAM conference</a:t>
            </a:r>
            <a:endParaRPr lang="en-US" dirty="0">
              <a:solidFill>
                <a:schemeClr val="accent5"/>
              </a:solidFill>
            </a:endParaRPr>
          </a:p>
        </p:txBody>
      </p:sp>
    </p:spTree>
    <p:extLst>
      <p:ext uri="{BB962C8B-B14F-4D97-AF65-F5344CB8AC3E}">
        <p14:creationId xmlns:p14="http://schemas.microsoft.com/office/powerpoint/2010/main" val="917543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825E5-B83D-EB88-B20A-1F49B5AC0054}"/>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B703F783-BEB8-2AEF-3013-AB4A9EAE7F92}"/>
              </a:ext>
            </a:extLst>
          </p:cNvPr>
          <p:cNvGrpSpPr/>
          <p:nvPr/>
        </p:nvGrpSpPr>
        <p:grpSpPr>
          <a:xfrm>
            <a:off x="381708" y="1447548"/>
            <a:ext cx="10451988" cy="5273764"/>
            <a:chOff x="542267" y="2255330"/>
            <a:chExt cx="20906698" cy="10548901"/>
          </a:xfrm>
        </p:grpSpPr>
        <p:sp>
          <p:nvSpPr>
            <p:cNvPr id="6" name="TextBox 19">
              <a:extLst>
                <a:ext uri="{FF2B5EF4-FFF2-40B4-BE49-F238E27FC236}">
                  <a16:creationId xmlns:a16="http://schemas.microsoft.com/office/drawing/2014/main" id="{9D996BC9-C44C-B8A8-7C70-52354712082B}"/>
                </a:ext>
              </a:extLst>
            </p:cNvPr>
            <p:cNvSpPr txBox="1"/>
            <p:nvPr/>
          </p:nvSpPr>
          <p:spPr>
            <a:xfrm>
              <a:off x="729393" y="2306161"/>
              <a:ext cx="1674654" cy="3276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May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7" name="TextBox 20">
              <a:extLst>
                <a:ext uri="{FF2B5EF4-FFF2-40B4-BE49-F238E27FC236}">
                  <a16:creationId xmlns:a16="http://schemas.microsoft.com/office/drawing/2014/main" id="{AA56CFB8-5305-319C-94EA-46A700132663}"/>
                </a:ext>
              </a:extLst>
            </p:cNvPr>
            <p:cNvSpPr txBox="1"/>
            <p:nvPr/>
          </p:nvSpPr>
          <p:spPr>
            <a:xfrm>
              <a:off x="5453438" y="2255330"/>
              <a:ext cx="1653479" cy="4757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Nov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8" name="TextBox 24">
              <a:extLst>
                <a:ext uri="{FF2B5EF4-FFF2-40B4-BE49-F238E27FC236}">
                  <a16:creationId xmlns:a16="http://schemas.microsoft.com/office/drawing/2014/main" id="{296420E7-B175-1678-1FF2-60AE40650AE4}"/>
                </a:ext>
              </a:extLst>
            </p:cNvPr>
            <p:cNvSpPr txBox="1"/>
            <p:nvPr/>
          </p:nvSpPr>
          <p:spPr>
            <a:xfrm>
              <a:off x="9805463" y="2286609"/>
              <a:ext cx="1611142" cy="444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9" name="TextBox 28">
              <a:extLst>
                <a:ext uri="{FF2B5EF4-FFF2-40B4-BE49-F238E27FC236}">
                  <a16:creationId xmlns:a16="http://schemas.microsoft.com/office/drawing/2014/main" id="{45090858-90BF-2C18-FBD1-C12A44173BDE}"/>
                </a:ext>
              </a:extLst>
            </p:cNvPr>
            <p:cNvSpPr txBox="1"/>
            <p:nvPr/>
          </p:nvSpPr>
          <p:spPr>
            <a:xfrm>
              <a:off x="14185123" y="2286610"/>
              <a:ext cx="1568802" cy="5926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Nov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0" name="TextBox 13">
              <a:extLst>
                <a:ext uri="{FF2B5EF4-FFF2-40B4-BE49-F238E27FC236}">
                  <a16:creationId xmlns:a16="http://schemas.microsoft.com/office/drawing/2014/main" id="{137A636C-2BB0-F255-BA61-EB358659D9E9}"/>
                </a:ext>
              </a:extLst>
            </p:cNvPr>
            <p:cNvSpPr txBox="1"/>
            <p:nvPr/>
          </p:nvSpPr>
          <p:spPr>
            <a:xfrm>
              <a:off x="18674786" y="2311498"/>
              <a:ext cx="2002209" cy="539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2025</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1" name="TextBox 34">
              <a:extLst>
                <a:ext uri="{FF2B5EF4-FFF2-40B4-BE49-F238E27FC236}">
                  <a16:creationId xmlns:a16="http://schemas.microsoft.com/office/drawing/2014/main" id="{84376A2D-F8AE-B273-E1E1-07F1ECA13291}"/>
                </a:ext>
              </a:extLst>
            </p:cNvPr>
            <p:cNvSpPr txBox="1"/>
            <p:nvPr/>
          </p:nvSpPr>
          <p:spPr>
            <a:xfrm rot="16200000">
              <a:off x="-252778" y="7478913"/>
              <a:ext cx="2688810" cy="10987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1400" b="1" kern="0" dirty="0">
                  <a:solidFill>
                    <a:srgbClr val="000000"/>
                  </a:solidFill>
                  <a:ea typeface="+mj-ea"/>
                  <a:cs typeface="+mj-cs"/>
                  <a:sym typeface="IBM Plex Sans Light"/>
                </a:rPr>
                <a:t>Milestones</a:t>
              </a:r>
              <a:endParaRPr lang="en-US" sz="1400" kern="0" dirty="0">
                <a:solidFill>
                  <a:srgbClr val="000000"/>
                </a:solidFill>
                <a:ea typeface="+mj-ea"/>
                <a:cs typeface="+mj-cs"/>
                <a:sym typeface="IBM Plex Sans Light"/>
              </a:endParaRPr>
            </a:p>
          </p:txBody>
        </p:sp>
        <p:grpSp>
          <p:nvGrpSpPr>
            <p:cNvPr id="12" name="Group 11">
              <a:extLst>
                <a:ext uri="{FF2B5EF4-FFF2-40B4-BE49-F238E27FC236}">
                  <a16:creationId xmlns:a16="http://schemas.microsoft.com/office/drawing/2014/main" id="{240E1A97-0DEC-3F86-AFC6-2ADE295B0375}"/>
                </a:ext>
              </a:extLst>
            </p:cNvPr>
            <p:cNvGrpSpPr/>
            <p:nvPr/>
          </p:nvGrpSpPr>
          <p:grpSpPr>
            <a:xfrm>
              <a:off x="1369154" y="2799065"/>
              <a:ext cx="20079811" cy="10005166"/>
              <a:chOff x="1369154" y="2799067"/>
              <a:chExt cx="20079811" cy="8747008"/>
            </a:xfrm>
          </p:grpSpPr>
          <p:cxnSp>
            <p:nvCxnSpPr>
              <p:cNvPr id="17" name="Straight Connector 16">
                <a:extLst>
                  <a:ext uri="{FF2B5EF4-FFF2-40B4-BE49-F238E27FC236}">
                    <a16:creationId xmlns:a16="http://schemas.microsoft.com/office/drawing/2014/main" id="{9B20140C-C0C1-30DD-1163-9BF8DA4D44DA}"/>
                  </a:ext>
                </a:extLst>
              </p:cNvPr>
              <p:cNvCxnSpPr>
                <a:cxnSpLocks/>
              </p:cNvCxnSpPr>
              <p:nvPr/>
            </p:nvCxnSpPr>
            <p:spPr bwMode="auto">
              <a:xfrm>
                <a:off x="1369154"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2D329B20-B8C2-788D-CCDF-F82A7609EFB5}"/>
                  </a:ext>
                </a:extLst>
              </p:cNvPr>
              <p:cNvCxnSpPr>
                <a:cxnSpLocks/>
              </p:cNvCxnSpPr>
              <p:nvPr/>
            </p:nvCxnSpPr>
            <p:spPr bwMode="auto">
              <a:xfrm>
                <a:off x="3587217"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AF8268A8-5387-0425-BB16-80B13A1A90AF}"/>
                  </a:ext>
                </a:extLst>
              </p:cNvPr>
              <p:cNvCxnSpPr>
                <a:cxnSpLocks/>
              </p:cNvCxnSpPr>
              <p:nvPr/>
            </p:nvCxnSpPr>
            <p:spPr bwMode="auto">
              <a:xfrm>
                <a:off x="5805280"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AEE1B1D5-262D-FC82-292A-8803645DA782}"/>
                  </a:ext>
                </a:extLst>
              </p:cNvPr>
              <p:cNvCxnSpPr>
                <a:cxnSpLocks/>
              </p:cNvCxnSpPr>
              <p:nvPr/>
            </p:nvCxnSpPr>
            <p:spPr bwMode="auto">
              <a:xfrm>
                <a:off x="8051554"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6905E66E-D463-B3A7-D181-4CD96356AB57}"/>
                  </a:ext>
                </a:extLst>
              </p:cNvPr>
              <p:cNvCxnSpPr>
                <a:cxnSpLocks/>
              </p:cNvCxnSpPr>
              <p:nvPr/>
            </p:nvCxnSpPr>
            <p:spPr bwMode="auto">
              <a:xfrm>
                <a:off x="10269617"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DC47D18-FC2D-3985-7425-E0EE1E6EBBB5}"/>
                  </a:ext>
                </a:extLst>
              </p:cNvPr>
              <p:cNvCxnSpPr>
                <a:cxnSpLocks/>
              </p:cNvCxnSpPr>
              <p:nvPr/>
            </p:nvCxnSpPr>
            <p:spPr bwMode="auto">
              <a:xfrm>
                <a:off x="12501785"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53297A1-4A27-948A-63EB-B55A4D1C3F26}"/>
                  </a:ext>
                </a:extLst>
              </p:cNvPr>
              <p:cNvCxnSpPr>
                <a:cxnSpLocks/>
              </p:cNvCxnSpPr>
              <p:nvPr/>
            </p:nvCxnSpPr>
            <p:spPr bwMode="auto">
              <a:xfrm>
                <a:off x="14733953"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97B4CEE3-C6C6-506E-63B8-2E66FF97A714}"/>
                  </a:ext>
                </a:extLst>
              </p:cNvPr>
              <p:cNvCxnSpPr>
                <a:cxnSpLocks/>
              </p:cNvCxnSpPr>
              <p:nvPr/>
            </p:nvCxnSpPr>
            <p:spPr bwMode="auto">
              <a:xfrm>
                <a:off x="16965137" y="2822944"/>
                <a:ext cx="0" cy="8723131"/>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7B7690E-0B97-B8A2-77F5-E32E95D7C610}"/>
                  </a:ext>
                </a:extLst>
              </p:cNvPr>
              <p:cNvCxnSpPr>
                <a:cxnSpLocks/>
              </p:cNvCxnSpPr>
              <p:nvPr/>
            </p:nvCxnSpPr>
            <p:spPr bwMode="auto">
              <a:xfrm>
                <a:off x="19202691"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F83C5840-519B-89B2-9EBE-38AAB0CF28AD}"/>
                  </a:ext>
                </a:extLst>
              </p:cNvPr>
              <p:cNvCxnSpPr>
                <a:cxnSpLocks/>
              </p:cNvCxnSpPr>
              <p:nvPr/>
            </p:nvCxnSpPr>
            <p:spPr bwMode="auto">
              <a:xfrm>
                <a:off x="21448965"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DD353842-7D81-F3A6-1680-6DF7081F7CF6}"/>
                </a:ext>
              </a:extLst>
            </p:cNvPr>
            <p:cNvGrpSpPr/>
            <p:nvPr/>
          </p:nvGrpSpPr>
          <p:grpSpPr>
            <a:xfrm>
              <a:off x="1510181" y="2764070"/>
              <a:ext cx="19820494" cy="689205"/>
              <a:chOff x="1510181" y="2764070"/>
              <a:chExt cx="19820494" cy="689205"/>
            </a:xfrm>
          </p:grpSpPr>
          <p:sp>
            <p:nvSpPr>
              <p:cNvPr id="14" name="Rounded Rectangle 9">
                <a:extLst>
                  <a:ext uri="{FF2B5EF4-FFF2-40B4-BE49-F238E27FC236}">
                    <a16:creationId xmlns:a16="http://schemas.microsoft.com/office/drawing/2014/main" id="{E466B6D5-F0A6-FD1E-4C7C-682DFBC758C2}"/>
                  </a:ext>
                </a:extLst>
              </p:cNvPr>
              <p:cNvSpPr/>
              <p:nvPr/>
            </p:nvSpPr>
            <p:spPr bwMode="auto">
              <a:xfrm>
                <a:off x="1510181" y="2764070"/>
                <a:ext cx="4169167" cy="643783"/>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6 months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5" name="Rounded Rectangle 18">
                <a:extLst>
                  <a:ext uri="{FF2B5EF4-FFF2-40B4-BE49-F238E27FC236}">
                    <a16:creationId xmlns:a16="http://schemas.microsoft.com/office/drawing/2014/main" id="{F02A21B9-A6E2-1365-E80D-C852C089EDB6}"/>
                  </a:ext>
                </a:extLst>
              </p:cNvPr>
              <p:cNvSpPr/>
              <p:nvPr/>
            </p:nvSpPr>
            <p:spPr bwMode="auto">
              <a:xfrm>
                <a:off x="5931213" y="2764070"/>
                <a:ext cx="8661714" cy="64378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400" dirty="0">
                    <a:solidFill>
                      <a:schemeClr val="tx1"/>
                    </a:solidFill>
                    <a:latin typeface="IBM Plex Sans Thin" panose="020B0203050203000203" pitchFamily="34" charset="0"/>
                  </a:rPr>
                  <a:t>1.5 years</a:t>
                </a:r>
                <a:endParaRPr kumimoji="0" lang="en-US" sz="14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6" name="Rounded Rectangle 21">
                <a:extLst>
                  <a:ext uri="{FF2B5EF4-FFF2-40B4-BE49-F238E27FC236}">
                    <a16:creationId xmlns:a16="http://schemas.microsoft.com/office/drawing/2014/main" id="{190AF23F-5C48-2F63-B394-86CE0A6DF9FB}"/>
                  </a:ext>
                </a:extLst>
              </p:cNvPr>
              <p:cNvSpPr/>
              <p:nvPr/>
            </p:nvSpPr>
            <p:spPr bwMode="auto">
              <a:xfrm>
                <a:off x="14866351" y="2809480"/>
                <a:ext cx="6464324" cy="64379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2.25 years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grpSp>
      </p:grpSp>
      <p:sp>
        <p:nvSpPr>
          <p:cNvPr id="5" name="TextBox 13">
            <a:extLst>
              <a:ext uri="{FF2B5EF4-FFF2-40B4-BE49-F238E27FC236}">
                <a16:creationId xmlns:a16="http://schemas.microsoft.com/office/drawing/2014/main" id="{7633453E-3E93-5C5B-4A97-19FC29F45A39}"/>
              </a:ext>
            </a:extLst>
          </p:cNvPr>
          <p:cNvSpPr txBox="1"/>
          <p:nvPr/>
        </p:nvSpPr>
        <p:spPr>
          <a:xfrm>
            <a:off x="10462903" y="1479298"/>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2025</a:t>
            </a:r>
            <a:endPar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endParaRPr>
          </a:p>
        </p:txBody>
      </p:sp>
      <p:sp>
        <p:nvSpPr>
          <p:cNvPr id="28" name="TextBox 13">
            <a:extLst>
              <a:ext uri="{FF2B5EF4-FFF2-40B4-BE49-F238E27FC236}">
                <a16:creationId xmlns:a16="http://schemas.microsoft.com/office/drawing/2014/main" id="{0A691FE1-3C57-4F8C-6F80-161F3DFFA131}"/>
              </a:ext>
            </a:extLst>
          </p:cNvPr>
          <p:cNvSpPr txBox="1"/>
          <p:nvPr/>
        </p:nvSpPr>
        <p:spPr>
          <a:xfrm>
            <a:off x="1672377" y="1472961"/>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g 2023</a:t>
            </a:r>
          </a:p>
        </p:txBody>
      </p:sp>
      <p:sp>
        <p:nvSpPr>
          <p:cNvPr id="29" name="TextBox 13">
            <a:extLst>
              <a:ext uri="{FF2B5EF4-FFF2-40B4-BE49-F238E27FC236}">
                <a16:creationId xmlns:a16="http://schemas.microsoft.com/office/drawing/2014/main" id="{69A9C642-93FD-DE8A-5059-E6B48E294763}"/>
              </a:ext>
            </a:extLst>
          </p:cNvPr>
          <p:cNvSpPr txBox="1"/>
          <p:nvPr/>
        </p:nvSpPr>
        <p:spPr>
          <a:xfrm>
            <a:off x="3977646" y="1466499"/>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0" name="TextBox 13">
            <a:extLst>
              <a:ext uri="{FF2B5EF4-FFF2-40B4-BE49-F238E27FC236}">
                <a16:creationId xmlns:a16="http://schemas.microsoft.com/office/drawing/2014/main" id="{F792F6AC-29F0-7699-93D2-C88CBA24E14A}"/>
              </a:ext>
            </a:extLst>
          </p:cNvPr>
          <p:cNvSpPr txBox="1"/>
          <p:nvPr/>
        </p:nvSpPr>
        <p:spPr>
          <a:xfrm>
            <a:off x="6148343" y="1460659"/>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1" name="TextBox 13">
            <a:extLst>
              <a:ext uri="{FF2B5EF4-FFF2-40B4-BE49-F238E27FC236}">
                <a16:creationId xmlns:a16="http://schemas.microsoft.com/office/drawing/2014/main" id="{B0258E53-E070-60DC-70EE-F781456321D0}"/>
              </a:ext>
            </a:extLst>
          </p:cNvPr>
          <p:cNvSpPr txBox="1"/>
          <p:nvPr/>
        </p:nvSpPr>
        <p:spPr>
          <a:xfrm>
            <a:off x="8385770" y="1460658"/>
            <a:ext cx="948057" cy="206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2025</a:t>
            </a:r>
          </a:p>
        </p:txBody>
      </p:sp>
      <p:sp>
        <p:nvSpPr>
          <p:cNvPr id="32" name="Rectangle: Rounded Corners 5">
            <a:extLst>
              <a:ext uri="{FF2B5EF4-FFF2-40B4-BE49-F238E27FC236}">
                <a16:creationId xmlns:a16="http://schemas.microsoft.com/office/drawing/2014/main" id="{A0685193-FAD7-20AC-4A05-75D32D88456A}"/>
              </a:ext>
            </a:extLst>
          </p:cNvPr>
          <p:cNvSpPr/>
          <p:nvPr/>
        </p:nvSpPr>
        <p:spPr bwMode="auto">
          <a:xfrm>
            <a:off x="1315972" y="2398665"/>
            <a:ext cx="686990" cy="321850"/>
          </a:xfrm>
          <a:prstGeom prst="roundRect">
            <a:avLst/>
          </a:prstGeom>
          <a:solidFill>
            <a:srgbClr val="DEFBE6"/>
          </a:solidFill>
          <a:ln w="57150">
            <a:solidFill>
              <a:srgbClr val="24A14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BNL</a:t>
            </a:r>
            <a:endParaRPr lang="en-US" sz="1600" b="0" i="0" u="none" strike="noStrike" cap="none" normalizeH="0" baseline="0" dirty="0">
              <a:ln>
                <a:noFill/>
              </a:ln>
              <a:solidFill>
                <a:schemeClr val="tx1"/>
              </a:solidFill>
              <a:effectLst/>
              <a:latin typeface="+mn-lt"/>
            </a:endParaRPr>
          </a:p>
        </p:txBody>
      </p:sp>
      <p:sp>
        <p:nvSpPr>
          <p:cNvPr id="33" name="Rectangle: Rounded Corners 5">
            <a:extLst>
              <a:ext uri="{FF2B5EF4-FFF2-40B4-BE49-F238E27FC236}">
                <a16:creationId xmlns:a16="http://schemas.microsoft.com/office/drawing/2014/main" id="{0E54118E-FC94-D6EE-486F-9C60C13B5927}"/>
              </a:ext>
            </a:extLst>
          </p:cNvPr>
          <p:cNvSpPr/>
          <p:nvPr/>
        </p:nvSpPr>
        <p:spPr bwMode="auto">
          <a:xfrm>
            <a:off x="1" y="2066231"/>
            <a:ext cx="973328" cy="321850"/>
          </a:xfrm>
          <a:prstGeom prst="roundRect">
            <a:avLst/>
          </a:prstGeom>
          <a:solidFill>
            <a:schemeClr val="accent6">
              <a:lumMod val="20000"/>
              <a:lumOff val="80000"/>
            </a:schemeClr>
          </a:solidFill>
          <a:ln w="57150">
            <a:solidFill>
              <a:schemeClr val="accent6">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Madison</a:t>
            </a:r>
            <a:endParaRPr lang="en-US" sz="1600" b="0" i="0" u="none" strike="noStrike" cap="none" normalizeH="0" baseline="0" dirty="0">
              <a:ln>
                <a:noFill/>
              </a:ln>
              <a:solidFill>
                <a:schemeClr val="tx1"/>
              </a:solidFill>
              <a:effectLst/>
              <a:latin typeface="+mn-lt"/>
            </a:endParaRPr>
          </a:p>
        </p:txBody>
      </p:sp>
      <p:sp>
        <p:nvSpPr>
          <p:cNvPr id="34" name="Rectangle: Rounded Corners 5">
            <a:extLst>
              <a:ext uri="{FF2B5EF4-FFF2-40B4-BE49-F238E27FC236}">
                <a16:creationId xmlns:a16="http://schemas.microsoft.com/office/drawing/2014/main" id="{1F4CEEB3-C384-3E63-CFBA-8ED6FA8C4467}"/>
              </a:ext>
            </a:extLst>
          </p:cNvPr>
          <p:cNvSpPr/>
          <p:nvPr/>
        </p:nvSpPr>
        <p:spPr bwMode="auto">
          <a:xfrm>
            <a:off x="2535811" y="2671124"/>
            <a:ext cx="7217226" cy="321850"/>
          </a:xfrm>
          <a:prstGeom prst="roundRect">
            <a:avLst/>
          </a:prstGeom>
          <a:solidFill>
            <a:schemeClr val="accent1">
              <a:lumMod val="20000"/>
              <a:lumOff val="80000"/>
            </a:schemeClr>
          </a:solidFill>
          <a:ln w="571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Chicago Quantum Exchange</a:t>
            </a:r>
          </a:p>
        </p:txBody>
      </p:sp>
      <p:sp>
        <p:nvSpPr>
          <p:cNvPr id="35" name="Rectangle: Rounded Corners 5">
            <a:extLst>
              <a:ext uri="{FF2B5EF4-FFF2-40B4-BE49-F238E27FC236}">
                <a16:creationId xmlns:a16="http://schemas.microsoft.com/office/drawing/2014/main" id="{0C0A2973-1691-8077-671F-641F6FA02F66}"/>
              </a:ext>
            </a:extLst>
          </p:cNvPr>
          <p:cNvSpPr/>
          <p:nvPr/>
        </p:nvSpPr>
        <p:spPr bwMode="auto">
          <a:xfrm>
            <a:off x="6816015" y="3570573"/>
            <a:ext cx="669015" cy="321850"/>
          </a:xfrm>
          <a:prstGeom prst="roundRect">
            <a:avLst/>
          </a:prstGeom>
          <a:solidFill>
            <a:srgbClr val="FCF4D6"/>
          </a:solidFill>
          <a:ln w="57150">
            <a:solidFill>
              <a:srgbClr val="FDDC6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GRFP</a:t>
            </a:r>
            <a:endParaRPr lang="en-US" sz="1600" b="0" i="0" u="none" strike="noStrike" cap="none" normalizeH="0" baseline="0" dirty="0">
              <a:ln>
                <a:noFill/>
              </a:ln>
              <a:solidFill>
                <a:schemeClr val="tx1"/>
              </a:solidFill>
              <a:effectLst/>
              <a:latin typeface="+mn-lt"/>
            </a:endParaRPr>
          </a:p>
        </p:txBody>
      </p:sp>
      <p:sp>
        <p:nvSpPr>
          <p:cNvPr id="36" name="Rectangle: Rounded Corners 5">
            <a:extLst>
              <a:ext uri="{FF2B5EF4-FFF2-40B4-BE49-F238E27FC236}">
                <a16:creationId xmlns:a16="http://schemas.microsoft.com/office/drawing/2014/main" id="{7A431780-D421-02C0-1C5C-2FEC26A54393}"/>
              </a:ext>
            </a:extLst>
          </p:cNvPr>
          <p:cNvSpPr/>
          <p:nvPr/>
        </p:nvSpPr>
        <p:spPr bwMode="auto">
          <a:xfrm>
            <a:off x="6564435" y="4467434"/>
            <a:ext cx="1246387" cy="321850"/>
          </a:xfrm>
          <a:prstGeom prst="roundRect">
            <a:avLst/>
          </a:prstGeom>
          <a:solidFill>
            <a:srgbClr val="6FDC8C"/>
          </a:solidFill>
          <a:ln w="57150">
            <a:solidFill>
              <a:srgbClr val="19803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Argonne</a:t>
            </a:r>
            <a:endParaRPr lang="en-US" sz="1600" b="0" i="0" u="none" strike="noStrike" cap="none" normalizeH="0" baseline="0" dirty="0">
              <a:ln>
                <a:noFill/>
              </a:ln>
              <a:solidFill>
                <a:schemeClr val="tx1"/>
              </a:solidFill>
              <a:effectLst/>
              <a:latin typeface="+mn-lt"/>
            </a:endParaRPr>
          </a:p>
        </p:txBody>
      </p:sp>
      <p:sp>
        <p:nvSpPr>
          <p:cNvPr id="37" name="Rectangle: Rounded Corners 5">
            <a:extLst>
              <a:ext uri="{FF2B5EF4-FFF2-40B4-BE49-F238E27FC236}">
                <a16:creationId xmlns:a16="http://schemas.microsoft.com/office/drawing/2014/main" id="{24FE3F40-27DB-E1B4-2C16-B300F35AE5BD}"/>
              </a:ext>
            </a:extLst>
          </p:cNvPr>
          <p:cNvSpPr/>
          <p:nvPr/>
        </p:nvSpPr>
        <p:spPr bwMode="auto">
          <a:xfrm>
            <a:off x="7076728" y="4019003"/>
            <a:ext cx="518600" cy="321850"/>
          </a:xfrm>
          <a:prstGeom prst="roundRect">
            <a:avLst/>
          </a:prstGeom>
          <a:solidFill>
            <a:srgbClr val="F8D9B8"/>
          </a:solidFill>
          <a:ln w="57150">
            <a:solidFill>
              <a:srgbClr val="FF6F0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400" dirty="0">
                <a:solidFill>
                  <a:schemeClr val="tx1"/>
                </a:solidFill>
              </a:rPr>
              <a:t>GEM</a:t>
            </a:r>
            <a:endParaRPr lang="en-US" sz="1400" b="0" i="0" u="none" strike="noStrike" cap="none" normalizeH="0" baseline="0" dirty="0">
              <a:ln>
                <a:noFill/>
              </a:ln>
              <a:solidFill>
                <a:schemeClr val="tx1"/>
              </a:solidFill>
              <a:effectLst/>
              <a:latin typeface="+mn-lt"/>
            </a:endParaRPr>
          </a:p>
        </p:txBody>
      </p:sp>
      <p:sp>
        <p:nvSpPr>
          <p:cNvPr id="38" name="Rectangle: Rounded Corners 5">
            <a:extLst>
              <a:ext uri="{FF2B5EF4-FFF2-40B4-BE49-F238E27FC236}">
                <a16:creationId xmlns:a16="http://schemas.microsoft.com/office/drawing/2014/main" id="{16DE123F-5B97-C4C7-42FE-3692BCA71BB6}"/>
              </a:ext>
            </a:extLst>
          </p:cNvPr>
          <p:cNvSpPr/>
          <p:nvPr/>
        </p:nvSpPr>
        <p:spPr bwMode="auto">
          <a:xfrm>
            <a:off x="4422581" y="3248723"/>
            <a:ext cx="1187112" cy="321850"/>
          </a:xfrm>
          <a:prstGeom prst="roundRect">
            <a:avLst/>
          </a:prstGeom>
          <a:solidFill>
            <a:srgbClr val="9EF0F0"/>
          </a:solidFill>
          <a:ln w="57150">
            <a:solidFill>
              <a:srgbClr val="007D7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QRISE</a:t>
            </a:r>
            <a:endParaRPr lang="en-US" sz="1600" b="0" i="0" u="none" strike="noStrike" cap="none" normalizeH="0" baseline="0" dirty="0">
              <a:ln>
                <a:noFill/>
              </a:ln>
              <a:solidFill>
                <a:schemeClr val="tx1"/>
              </a:solidFill>
              <a:effectLst/>
              <a:latin typeface="+mn-lt"/>
            </a:endParaRPr>
          </a:p>
        </p:txBody>
      </p:sp>
      <p:sp>
        <p:nvSpPr>
          <p:cNvPr id="39" name="Rectangle: Rounded Corners 5">
            <a:extLst>
              <a:ext uri="{FF2B5EF4-FFF2-40B4-BE49-F238E27FC236}">
                <a16:creationId xmlns:a16="http://schemas.microsoft.com/office/drawing/2014/main" id="{B2B6341B-51EE-3C70-9B58-309572855C87}"/>
              </a:ext>
            </a:extLst>
          </p:cNvPr>
          <p:cNvSpPr/>
          <p:nvPr/>
        </p:nvSpPr>
        <p:spPr bwMode="auto">
          <a:xfrm>
            <a:off x="3111117" y="3231559"/>
            <a:ext cx="1150050" cy="356176"/>
          </a:xfrm>
          <a:prstGeom prst="roundRect">
            <a:avLst/>
          </a:prstGeom>
          <a:solidFill>
            <a:schemeClr val="bg1">
              <a:lumMod val="85000"/>
            </a:schemeClr>
          </a:solidFill>
          <a:ln w="57150">
            <a:solidFill>
              <a:schemeClr val="tx2">
                <a:lumMod val="95000"/>
                <a:lumOff val="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Cafe Code</a:t>
            </a:r>
            <a:endParaRPr lang="en-US" sz="1600" b="0" i="0" u="none" strike="noStrike" cap="none" normalizeH="0" baseline="0" dirty="0">
              <a:ln>
                <a:noFill/>
              </a:ln>
              <a:solidFill>
                <a:schemeClr val="tx1"/>
              </a:solidFill>
              <a:effectLst/>
              <a:latin typeface="+mn-lt"/>
            </a:endParaRPr>
          </a:p>
        </p:txBody>
      </p:sp>
      <p:sp>
        <p:nvSpPr>
          <p:cNvPr id="40" name="Rectangle: Rounded Corners 5">
            <a:extLst>
              <a:ext uri="{FF2B5EF4-FFF2-40B4-BE49-F238E27FC236}">
                <a16:creationId xmlns:a16="http://schemas.microsoft.com/office/drawing/2014/main" id="{109A17EE-8FE5-789E-ACB8-4170E9AE387C}"/>
              </a:ext>
            </a:extLst>
          </p:cNvPr>
          <p:cNvSpPr/>
          <p:nvPr/>
        </p:nvSpPr>
        <p:spPr bwMode="auto">
          <a:xfrm>
            <a:off x="10935167" y="6321276"/>
            <a:ext cx="1256833" cy="321850"/>
          </a:xfrm>
          <a:prstGeom prst="roundRect">
            <a:avLst/>
          </a:prstGeom>
          <a:solidFill>
            <a:schemeClr val="accent2">
              <a:lumMod val="40000"/>
              <a:lumOff val="60000"/>
            </a:schemeClr>
          </a:solidFill>
          <a:ln w="5715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450" dirty="0">
                <a:solidFill>
                  <a:schemeClr val="tx1"/>
                </a:solidFill>
              </a:rPr>
              <a:t>Northwestern</a:t>
            </a:r>
            <a:endParaRPr lang="en-US" sz="1450" b="0" i="0" u="none" strike="noStrike" cap="none" normalizeH="0" baseline="0" dirty="0">
              <a:ln>
                <a:noFill/>
              </a:ln>
              <a:solidFill>
                <a:schemeClr val="tx1"/>
              </a:solidFill>
              <a:effectLst/>
              <a:latin typeface="+mn-lt"/>
            </a:endParaRPr>
          </a:p>
        </p:txBody>
      </p:sp>
      <p:sp>
        <p:nvSpPr>
          <p:cNvPr id="41" name="Rectangle: Rounded Corners 5">
            <a:extLst>
              <a:ext uri="{FF2B5EF4-FFF2-40B4-BE49-F238E27FC236}">
                <a16:creationId xmlns:a16="http://schemas.microsoft.com/office/drawing/2014/main" id="{7330F34C-6EC8-7590-D279-30F322853FAF}"/>
              </a:ext>
            </a:extLst>
          </p:cNvPr>
          <p:cNvSpPr/>
          <p:nvPr/>
        </p:nvSpPr>
        <p:spPr bwMode="auto">
          <a:xfrm>
            <a:off x="9948821" y="5670072"/>
            <a:ext cx="1051108" cy="321850"/>
          </a:xfrm>
          <a:prstGeom prst="roundRect">
            <a:avLst/>
          </a:prstGeom>
          <a:solidFill>
            <a:schemeClr val="accent3">
              <a:lumMod val="20000"/>
              <a:lumOff val="80000"/>
            </a:schemeClr>
          </a:solidFill>
          <a:ln w="57150">
            <a:solidFill>
              <a:schemeClr val="accent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IBM</a:t>
            </a:r>
            <a:endParaRPr lang="en-US" sz="1600" b="0" i="0" u="none" strike="noStrike" cap="none" normalizeH="0" baseline="0" dirty="0">
              <a:ln>
                <a:noFill/>
              </a:ln>
              <a:solidFill>
                <a:schemeClr val="tx1"/>
              </a:solidFill>
              <a:effectLst/>
              <a:latin typeface="+mn-lt"/>
            </a:endParaRPr>
          </a:p>
        </p:txBody>
      </p:sp>
      <p:sp>
        <p:nvSpPr>
          <p:cNvPr id="57" name="Rectangle: Rounded Corners 5">
            <a:extLst>
              <a:ext uri="{FF2B5EF4-FFF2-40B4-BE49-F238E27FC236}">
                <a16:creationId xmlns:a16="http://schemas.microsoft.com/office/drawing/2014/main" id="{45B675C0-986C-48BC-8A32-70D24EAA473C}"/>
              </a:ext>
            </a:extLst>
          </p:cNvPr>
          <p:cNvSpPr/>
          <p:nvPr/>
        </p:nvSpPr>
        <p:spPr bwMode="auto">
          <a:xfrm>
            <a:off x="7076728" y="5070114"/>
            <a:ext cx="1400071" cy="599958"/>
          </a:xfrm>
          <a:prstGeom prst="roundRect">
            <a:avLst/>
          </a:prstGeom>
          <a:solidFill>
            <a:srgbClr val="FCFFC3"/>
          </a:solidFill>
          <a:ln w="57150">
            <a:solidFill>
              <a:srgbClr val="FFFF0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Grad school app</a:t>
            </a:r>
            <a:r>
              <a:rPr lang="en-US" sz="1600" dirty="0">
                <a:solidFill>
                  <a:schemeClr val="tx1"/>
                </a:solidFill>
              </a:rPr>
              <a:t>lications</a:t>
            </a:r>
            <a:endParaRPr lang="en-US" sz="1600" b="0" i="0" u="none" strike="noStrike" cap="none" normalizeH="0" baseline="0" dirty="0">
              <a:ln>
                <a:noFill/>
              </a:ln>
              <a:solidFill>
                <a:schemeClr val="tx1"/>
              </a:solidFill>
              <a:effectLst/>
              <a:latin typeface="+mn-lt"/>
            </a:endParaRPr>
          </a:p>
        </p:txBody>
      </p:sp>
      <p:sp>
        <p:nvSpPr>
          <p:cNvPr id="64" name="TextBox 63">
            <a:extLst>
              <a:ext uri="{FF2B5EF4-FFF2-40B4-BE49-F238E27FC236}">
                <a16:creationId xmlns:a16="http://schemas.microsoft.com/office/drawing/2014/main" id="{B9634147-D3E8-5552-66C8-4905F6B825C3}"/>
              </a:ext>
            </a:extLst>
          </p:cNvPr>
          <p:cNvSpPr txBox="1"/>
          <p:nvPr/>
        </p:nvSpPr>
        <p:spPr>
          <a:xfrm>
            <a:off x="2345853" y="363967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66" name="TextBox 65">
            <a:extLst>
              <a:ext uri="{FF2B5EF4-FFF2-40B4-BE49-F238E27FC236}">
                <a16:creationId xmlns:a16="http://schemas.microsoft.com/office/drawing/2014/main" id="{6BC486A8-7136-DF57-8B58-9E0F23F0455E}"/>
              </a:ext>
            </a:extLst>
          </p:cNvPr>
          <p:cNvSpPr txBox="1"/>
          <p:nvPr/>
        </p:nvSpPr>
        <p:spPr>
          <a:xfrm>
            <a:off x="4354865" y="388027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71" name="TextBox 70">
            <a:extLst>
              <a:ext uri="{FF2B5EF4-FFF2-40B4-BE49-F238E27FC236}">
                <a16:creationId xmlns:a16="http://schemas.microsoft.com/office/drawing/2014/main" id="{023D4A69-C6DF-1E6F-6D0B-8BF619CB668B}"/>
              </a:ext>
            </a:extLst>
          </p:cNvPr>
          <p:cNvSpPr txBox="1"/>
          <p:nvPr/>
        </p:nvSpPr>
        <p:spPr>
          <a:xfrm>
            <a:off x="612840" y="1122510"/>
            <a:ext cx="957130" cy="2588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Start!</a:t>
            </a:r>
          </a:p>
        </p:txBody>
      </p:sp>
      <p:sp>
        <p:nvSpPr>
          <p:cNvPr id="72" name="TextBox 71">
            <a:extLst>
              <a:ext uri="{FF2B5EF4-FFF2-40B4-BE49-F238E27FC236}">
                <a16:creationId xmlns:a16="http://schemas.microsoft.com/office/drawing/2014/main" id="{D95B703B-339B-09EC-0CC5-5433C5677FB8}"/>
              </a:ext>
            </a:extLst>
          </p:cNvPr>
          <p:cNvSpPr txBox="1"/>
          <p:nvPr/>
        </p:nvSpPr>
        <p:spPr>
          <a:xfrm>
            <a:off x="10555058" y="1122510"/>
            <a:ext cx="2064997" cy="289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Finish! (Sorta)</a:t>
            </a:r>
          </a:p>
        </p:txBody>
      </p:sp>
      <p:sp>
        <p:nvSpPr>
          <p:cNvPr id="2" name="Rectangle: Rounded Corners 5">
            <a:extLst>
              <a:ext uri="{FF2B5EF4-FFF2-40B4-BE49-F238E27FC236}">
                <a16:creationId xmlns:a16="http://schemas.microsoft.com/office/drawing/2014/main" id="{A1CDCBE1-3AD5-4632-972F-5D91029688F6}"/>
              </a:ext>
            </a:extLst>
          </p:cNvPr>
          <p:cNvSpPr/>
          <p:nvPr/>
        </p:nvSpPr>
        <p:spPr bwMode="auto">
          <a:xfrm>
            <a:off x="7054942" y="5842601"/>
            <a:ext cx="732993" cy="237184"/>
          </a:xfrm>
          <a:prstGeom prst="roundRect">
            <a:avLst/>
          </a:prstGeom>
          <a:solidFill>
            <a:srgbClr val="9EF0F0"/>
          </a:solidFill>
          <a:ln w="57150">
            <a:solidFill>
              <a:srgbClr val="007D7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a:lnSpc>
                <a:spcPct val="100000"/>
              </a:lnSpc>
              <a:spcBef>
                <a:spcPct val="0"/>
              </a:spcBef>
              <a:spcAft>
                <a:spcPct val="0"/>
              </a:spcAft>
              <a:buNone/>
              <a:tabLst/>
            </a:pPr>
            <a:r>
              <a:rPr lang="en-US" sz="1600" dirty="0"/>
              <a:t>SIAM</a:t>
            </a:r>
            <a:endParaRPr lang="en-US" dirty="0"/>
          </a:p>
        </p:txBody>
      </p:sp>
    </p:spTree>
    <p:extLst>
      <p:ext uri="{BB962C8B-B14F-4D97-AF65-F5344CB8AC3E}">
        <p14:creationId xmlns:p14="http://schemas.microsoft.com/office/powerpoint/2010/main" val="89385915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0BCDF-D495-9A82-9C48-5C86E71BB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291F9-46B9-2491-112C-1696FAE3DD8F}"/>
              </a:ext>
            </a:extLst>
          </p:cNvPr>
          <p:cNvSpPr>
            <a:spLocks noGrp="1"/>
          </p:cNvSpPr>
          <p:nvPr>
            <p:ph type="title"/>
          </p:nvPr>
        </p:nvSpPr>
        <p:spPr/>
        <p:txBody>
          <a:bodyPr/>
          <a:lstStyle/>
          <a:p>
            <a:r>
              <a:rPr lang="en-US" dirty="0"/>
              <a:t>Remember success is a slide</a:t>
            </a:r>
          </a:p>
        </p:txBody>
      </p:sp>
      <p:pic>
        <p:nvPicPr>
          <p:cNvPr id="5" name="Content Placeholder 4" descr="A yellow slide with a ladder&#10;&#10;AI-generated content may be incorrect.">
            <a:extLst>
              <a:ext uri="{FF2B5EF4-FFF2-40B4-BE49-F238E27FC236}">
                <a16:creationId xmlns:a16="http://schemas.microsoft.com/office/drawing/2014/main" id="{74556B17-F0EB-A9D7-8F88-505A4A9A8208}"/>
              </a:ext>
            </a:extLst>
          </p:cNvPr>
          <p:cNvPicPr>
            <a:picLocks noGrp="1" noChangeAspect="1"/>
          </p:cNvPicPr>
          <p:nvPr>
            <p:ph sz="half" idx="1"/>
          </p:nvPr>
        </p:nvPicPr>
        <p:blipFill>
          <a:blip r:embed="rId2"/>
          <a:srcRect l="5220" t="9615" r="7953" b="8461"/>
          <a:stretch>
            <a:fillRect/>
          </a:stretch>
        </p:blipFill>
        <p:spPr>
          <a:xfrm>
            <a:off x="1696814" y="2378404"/>
            <a:ext cx="6044975" cy="4062430"/>
          </a:xfrm>
          <a:prstGeom prst="rect">
            <a:avLst/>
          </a:prstGeom>
          <a:ln>
            <a:noFill/>
          </a:ln>
        </p:spPr>
      </p:pic>
      <p:sp>
        <p:nvSpPr>
          <p:cNvPr id="3" name="TextBox 2">
            <a:extLst>
              <a:ext uri="{FF2B5EF4-FFF2-40B4-BE49-F238E27FC236}">
                <a16:creationId xmlns:a16="http://schemas.microsoft.com/office/drawing/2014/main" id="{1CF55041-54BC-3730-2370-8DC1F6C5AD05}"/>
              </a:ext>
            </a:extLst>
          </p:cNvPr>
          <p:cNvSpPr txBox="1"/>
          <p:nvPr/>
        </p:nvSpPr>
        <p:spPr>
          <a:xfrm>
            <a:off x="912713" y="3283377"/>
            <a:ext cx="15676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dirty="0"/>
              <a:t>Sucks</a:t>
            </a:r>
          </a:p>
        </p:txBody>
      </p:sp>
      <p:sp>
        <p:nvSpPr>
          <p:cNvPr id="6" name="TextBox 5">
            <a:extLst>
              <a:ext uri="{FF2B5EF4-FFF2-40B4-BE49-F238E27FC236}">
                <a16:creationId xmlns:a16="http://schemas.microsoft.com/office/drawing/2014/main" id="{E0D1082F-5CAC-B19F-EBAE-41123C0B901C}"/>
              </a:ext>
            </a:extLst>
          </p:cNvPr>
          <p:cNvSpPr txBox="1"/>
          <p:nvPr/>
        </p:nvSpPr>
        <p:spPr>
          <a:xfrm>
            <a:off x="6292893" y="3283377"/>
            <a:ext cx="146763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dirty="0"/>
              <a:t>Yes!</a:t>
            </a:r>
          </a:p>
        </p:txBody>
      </p:sp>
      <p:cxnSp>
        <p:nvCxnSpPr>
          <p:cNvPr id="7" name="Straight Arrow Connector 6">
            <a:extLst>
              <a:ext uri="{FF2B5EF4-FFF2-40B4-BE49-F238E27FC236}">
                <a16:creationId xmlns:a16="http://schemas.microsoft.com/office/drawing/2014/main" id="{DD9DAFD7-5F9E-119E-8FC1-62884EDE4A64}"/>
              </a:ext>
            </a:extLst>
          </p:cNvPr>
          <p:cNvCxnSpPr/>
          <p:nvPr/>
        </p:nvCxnSpPr>
        <p:spPr>
          <a:xfrm flipV="1">
            <a:off x="1746471" y="2095312"/>
            <a:ext cx="1451744" cy="372856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F26300F4-DD12-38F0-960F-17C49EF9EC69}"/>
              </a:ext>
            </a:extLst>
          </p:cNvPr>
          <p:cNvCxnSpPr>
            <a:cxnSpLocks/>
          </p:cNvCxnSpPr>
          <p:nvPr/>
        </p:nvCxnSpPr>
        <p:spPr>
          <a:xfrm>
            <a:off x="4232590" y="2106235"/>
            <a:ext cx="3483747" cy="370671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389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9B244-BB3D-0071-8980-476ACF579282}"/>
              </a:ext>
            </a:extLst>
          </p:cNvPr>
          <p:cNvSpPr>
            <a:spLocks noGrp="1"/>
          </p:cNvSpPr>
          <p:nvPr>
            <p:ph type="title"/>
          </p:nvPr>
        </p:nvSpPr>
        <p:spPr/>
        <p:txBody>
          <a:bodyPr/>
          <a:lstStyle/>
          <a:p>
            <a:r>
              <a:rPr lang="en-US" dirty="0"/>
              <a:t>The many moments of doubt</a:t>
            </a:r>
          </a:p>
        </p:txBody>
      </p:sp>
      <p:sp>
        <p:nvSpPr>
          <p:cNvPr id="3" name="Content Placeholder 2">
            <a:extLst>
              <a:ext uri="{FF2B5EF4-FFF2-40B4-BE49-F238E27FC236}">
                <a16:creationId xmlns:a16="http://schemas.microsoft.com/office/drawing/2014/main" id="{4FAED4CC-AEB0-35EC-0C21-9FCA2485E10A}"/>
              </a:ext>
            </a:extLst>
          </p:cNvPr>
          <p:cNvSpPr>
            <a:spLocks noGrp="1"/>
          </p:cNvSpPr>
          <p:nvPr>
            <p:ph sz="half" idx="1"/>
          </p:nvPr>
        </p:nvSpPr>
        <p:spPr>
          <a:xfrm>
            <a:off x="838199" y="1825625"/>
            <a:ext cx="8070669" cy="4351338"/>
          </a:xfrm>
        </p:spPr>
        <p:txBody>
          <a:bodyPr>
            <a:normAutofit fontScale="92500" lnSpcReduction="20000"/>
          </a:bodyPr>
          <a:lstStyle/>
          <a:p>
            <a:r>
              <a:rPr lang="en-US" dirty="0"/>
              <a:t>1. Got rejected from all grad programs I applied to </a:t>
            </a:r>
          </a:p>
          <a:p>
            <a:r>
              <a:rPr lang="en-US" dirty="0"/>
              <a:t>2. Believed I would never again be allowed to work in a STEM research role</a:t>
            </a:r>
          </a:p>
          <a:p>
            <a:r>
              <a:rPr lang="en-US" dirty="0"/>
              <a:t>3. Wanted to do research but didn’t think I was smart enough</a:t>
            </a:r>
          </a:p>
          <a:p>
            <a:r>
              <a:rPr lang="en-US" dirty="0"/>
              <a:t>4. Seriously wondered if any of the work I did was getting me closer to my goal</a:t>
            </a:r>
          </a:p>
          <a:p>
            <a:r>
              <a:rPr lang="en-US" dirty="0"/>
              <a:t>5. Quit my full-time job for an internship, on the belief  it would help me get into grad school</a:t>
            </a:r>
          </a:p>
          <a:p>
            <a:r>
              <a:rPr lang="en-US" dirty="0"/>
              <a:t>6. Application to GRFP rejected</a:t>
            </a:r>
          </a:p>
          <a:p>
            <a:r>
              <a:rPr lang="en-US" dirty="0"/>
              <a:t>7. Lost the GEM fellowship because of Northwestern’s </a:t>
            </a:r>
            <a:r>
              <a:rPr lang="en-US"/>
              <a:t>political landscape</a:t>
            </a:r>
            <a:endParaRPr lang="en-US" dirty="0"/>
          </a:p>
        </p:txBody>
      </p:sp>
      <p:sp>
        <p:nvSpPr>
          <p:cNvPr id="17" name="Oval 16">
            <a:extLst>
              <a:ext uri="{FF2B5EF4-FFF2-40B4-BE49-F238E27FC236}">
                <a16:creationId xmlns:a16="http://schemas.microsoft.com/office/drawing/2014/main" id="{5A171C6E-593D-0AA5-7390-718E36744990}"/>
              </a:ext>
            </a:extLst>
          </p:cNvPr>
          <p:cNvSpPr/>
          <p:nvPr/>
        </p:nvSpPr>
        <p:spPr bwMode="auto">
          <a:xfrm>
            <a:off x="8094499" y="251550"/>
            <a:ext cx="1628737" cy="1552712"/>
          </a:xfrm>
          <a:prstGeom prst="ellipse">
            <a:avLst/>
          </a:prstGeom>
          <a:solidFill>
            <a:srgbClr val="FF0000"/>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F0000"/>
              </a:solidFill>
              <a:effectLst/>
              <a:latin typeface="+mn-lt"/>
            </a:endParaRPr>
          </a:p>
        </p:txBody>
      </p:sp>
    </p:spTree>
    <p:extLst>
      <p:ext uri="{BB962C8B-B14F-4D97-AF65-F5344CB8AC3E}">
        <p14:creationId xmlns:p14="http://schemas.microsoft.com/office/powerpoint/2010/main" val="261346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D8E5E6B0-E88D-C7D1-48FA-814CCABAA072}"/>
              </a:ext>
            </a:extLst>
          </p:cNvPr>
          <p:cNvGrpSpPr/>
          <p:nvPr/>
        </p:nvGrpSpPr>
        <p:grpSpPr>
          <a:xfrm>
            <a:off x="381708" y="1447548"/>
            <a:ext cx="10451988" cy="5273764"/>
            <a:chOff x="542267" y="2255330"/>
            <a:chExt cx="20906698" cy="10548901"/>
          </a:xfrm>
        </p:grpSpPr>
        <p:sp>
          <p:nvSpPr>
            <p:cNvPr id="6" name="TextBox 19">
              <a:extLst>
                <a:ext uri="{FF2B5EF4-FFF2-40B4-BE49-F238E27FC236}">
                  <a16:creationId xmlns:a16="http://schemas.microsoft.com/office/drawing/2014/main" id="{46BE585B-DF8A-BC1C-2B75-1A2AD717EB69}"/>
                </a:ext>
              </a:extLst>
            </p:cNvPr>
            <p:cNvSpPr txBox="1"/>
            <p:nvPr/>
          </p:nvSpPr>
          <p:spPr>
            <a:xfrm>
              <a:off x="729393" y="2306161"/>
              <a:ext cx="1674654" cy="32760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May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7" name="TextBox 20">
              <a:extLst>
                <a:ext uri="{FF2B5EF4-FFF2-40B4-BE49-F238E27FC236}">
                  <a16:creationId xmlns:a16="http://schemas.microsoft.com/office/drawing/2014/main" id="{2293F458-B428-B470-1280-22DA3E393281}"/>
                </a:ext>
              </a:extLst>
            </p:cNvPr>
            <p:cNvSpPr txBox="1"/>
            <p:nvPr/>
          </p:nvSpPr>
          <p:spPr>
            <a:xfrm>
              <a:off x="5453438" y="2255330"/>
              <a:ext cx="1653479" cy="475786"/>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a:sym typeface="IBM Plex Sans Light"/>
                </a:rPr>
                <a:t>Nov 2023</a:t>
              </a:r>
              <a:endParaRPr lang="en-US" sz="1400" b="0" i="0" u="none" strike="noStrike" kern="0" cap="none" spc="0" normalizeH="0" baseline="0" noProof="0" dirty="0">
                <a:ln>
                  <a:noFill/>
                </a:ln>
                <a:solidFill>
                  <a:srgbClr val="000000"/>
                </a:solidFill>
                <a:effectLst/>
                <a:uLnTx/>
                <a:uFillTx/>
                <a:latin typeface="IBM Plex Sans"/>
              </a:endParaRPr>
            </a:p>
          </p:txBody>
        </p:sp>
        <p:sp>
          <p:nvSpPr>
            <p:cNvPr id="8" name="TextBox 24">
              <a:extLst>
                <a:ext uri="{FF2B5EF4-FFF2-40B4-BE49-F238E27FC236}">
                  <a16:creationId xmlns:a16="http://schemas.microsoft.com/office/drawing/2014/main" id="{00C05666-449A-8A17-3A13-283F143BEECE}"/>
                </a:ext>
              </a:extLst>
            </p:cNvPr>
            <p:cNvSpPr txBox="1"/>
            <p:nvPr/>
          </p:nvSpPr>
          <p:spPr>
            <a:xfrm>
              <a:off x="9805463" y="2286609"/>
              <a:ext cx="1611142" cy="444508"/>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9" name="TextBox 28">
              <a:extLst>
                <a:ext uri="{FF2B5EF4-FFF2-40B4-BE49-F238E27FC236}">
                  <a16:creationId xmlns:a16="http://schemas.microsoft.com/office/drawing/2014/main" id="{228E76BE-EB8C-D219-B7A7-F358F3C2BBA4}"/>
                </a:ext>
              </a:extLst>
            </p:cNvPr>
            <p:cNvSpPr txBox="1"/>
            <p:nvPr/>
          </p:nvSpPr>
          <p:spPr>
            <a:xfrm>
              <a:off x="14185123" y="2286610"/>
              <a:ext cx="1568802" cy="592691"/>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Nov 2024</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0" name="TextBox 13">
              <a:extLst>
                <a:ext uri="{FF2B5EF4-FFF2-40B4-BE49-F238E27FC236}">
                  <a16:creationId xmlns:a16="http://schemas.microsoft.com/office/drawing/2014/main" id="{FFEC6E9F-1443-5630-CE5E-3FB1C714C6B6}"/>
                </a:ext>
              </a:extLst>
            </p:cNvPr>
            <p:cNvSpPr txBox="1"/>
            <p:nvPr/>
          </p:nvSpPr>
          <p:spPr>
            <a:xfrm>
              <a:off x="18674786" y="2311498"/>
              <a:ext cx="2002209" cy="539294"/>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a:sym typeface="IBM Plex Sans Light"/>
                </a:rPr>
                <a:t>May 2025</a:t>
              </a:r>
              <a:endParaRPr lang="en-US" sz="1400" b="0" i="0" u="none" strike="noStrike" kern="0" cap="none" spc="0" normalizeH="0" baseline="0" noProof="0" dirty="0">
                <a:ln>
                  <a:noFill/>
                </a:ln>
                <a:solidFill>
                  <a:srgbClr val="000000"/>
                </a:solidFill>
                <a:effectLst/>
                <a:uLnTx/>
                <a:uFillTx/>
                <a:latin typeface="IBM Plex Sans"/>
              </a:endParaRPr>
            </a:p>
          </p:txBody>
        </p:sp>
        <p:sp>
          <p:nvSpPr>
            <p:cNvPr id="11" name="TextBox 34">
              <a:extLst>
                <a:ext uri="{FF2B5EF4-FFF2-40B4-BE49-F238E27FC236}">
                  <a16:creationId xmlns:a16="http://schemas.microsoft.com/office/drawing/2014/main" id="{DE679778-01AF-26A2-A9CE-738B85174B4B}"/>
                </a:ext>
              </a:extLst>
            </p:cNvPr>
            <p:cNvSpPr txBox="1"/>
            <p:nvPr/>
          </p:nvSpPr>
          <p:spPr>
            <a:xfrm rot="16200000">
              <a:off x="-252778" y="7478913"/>
              <a:ext cx="2688810" cy="1098719"/>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1400" b="1" kern="0" dirty="0">
                  <a:solidFill>
                    <a:srgbClr val="000000"/>
                  </a:solidFill>
                  <a:ea typeface="+mj-ea"/>
                  <a:cs typeface="+mj-cs"/>
                  <a:sym typeface="IBM Plex Sans Light"/>
                </a:rPr>
                <a:t>Milestones</a:t>
              </a:r>
              <a:endParaRPr lang="en-US" sz="1400" kern="0" dirty="0">
                <a:solidFill>
                  <a:srgbClr val="000000"/>
                </a:solidFill>
                <a:ea typeface="+mj-ea"/>
                <a:cs typeface="+mj-cs"/>
                <a:sym typeface="IBM Plex Sans Light"/>
              </a:endParaRPr>
            </a:p>
          </p:txBody>
        </p:sp>
        <p:grpSp>
          <p:nvGrpSpPr>
            <p:cNvPr id="12" name="Group 11">
              <a:extLst>
                <a:ext uri="{FF2B5EF4-FFF2-40B4-BE49-F238E27FC236}">
                  <a16:creationId xmlns:a16="http://schemas.microsoft.com/office/drawing/2014/main" id="{7F86B609-430B-FA64-B393-94CE10860C5B}"/>
                </a:ext>
              </a:extLst>
            </p:cNvPr>
            <p:cNvGrpSpPr/>
            <p:nvPr/>
          </p:nvGrpSpPr>
          <p:grpSpPr>
            <a:xfrm>
              <a:off x="1369154" y="2799065"/>
              <a:ext cx="20079811" cy="10005166"/>
              <a:chOff x="1369154" y="2799067"/>
              <a:chExt cx="20079811" cy="8747008"/>
            </a:xfrm>
          </p:grpSpPr>
          <p:cxnSp>
            <p:nvCxnSpPr>
              <p:cNvPr id="17" name="Straight Connector 16">
                <a:extLst>
                  <a:ext uri="{FF2B5EF4-FFF2-40B4-BE49-F238E27FC236}">
                    <a16:creationId xmlns:a16="http://schemas.microsoft.com/office/drawing/2014/main" id="{A26DC6A4-EFC9-49EA-D5BC-9D5ADAFFA6F2}"/>
                  </a:ext>
                </a:extLst>
              </p:cNvPr>
              <p:cNvCxnSpPr>
                <a:cxnSpLocks/>
              </p:cNvCxnSpPr>
              <p:nvPr/>
            </p:nvCxnSpPr>
            <p:spPr bwMode="auto">
              <a:xfrm>
                <a:off x="1369154"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B791B144-2CC9-C5B5-D3D6-985A2E638EA3}"/>
                  </a:ext>
                </a:extLst>
              </p:cNvPr>
              <p:cNvCxnSpPr>
                <a:cxnSpLocks/>
              </p:cNvCxnSpPr>
              <p:nvPr/>
            </p:nvCxnSpPr>
            <p:spPr bwMode="auto">
              <a:xfrm>
                <a:off x="3587217"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CF26C91E-24A0-1186-971E-580D2457F2BF}"/>
                  </a:ext>
                </a:extLst>
              </p:cNvPr>
              <p:cNvCxnSpPr>
                <a:cxnSpLocks/>
              </p:cNvCxnSpPr>
              <p:nvPr/>
            </p:nvCxnSpPr>
            <p:spPr bwMode="auto">
              <a:xfrm>
                <a:off x="5805280"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26572DC-1B8E-FC6D-03B6-B4E4261C9655}"/>
                  </a:ext>
                </a:extLst>
              </p:cNvPr>
              <p:cNvCxnSpPr>
                <a:cxnSpLocks/>
              </p:cNvCxnSpPr>
              <p:nvPr/>
            </p:nvCxnSpPr>
            <p:spPr bwMode="auto">
              <a:xfrm>
                <a:off x="8051554"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D29E9ACF-5157-DD6D-B85A-2580C4B45919}"/>
                  </a:ext>
                </a:extLst>
              </p:cNvPr>
              <p:cNvCxnSpPr>
                <a:cxnSpLocks/>
              </p:cNvCxnSpPr>
              <p:nvPr/>
            </p:nvCxnSpPr>
            <p:spPr bwMode="auto">
              <a:xfrm>
                <a:off x="10269617"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273BE1A-905A-701D-8116-2D082C46B8CB}"/>
                  </a:ext>
                </a:extLst>
              </p:cNvPr>
              <p:cNvCxnSpPr>
                <a:cxnSpLocks/>
              </p:cNvCxnSpPr>
              <p:nvPr/>
            </p:nvCxnSpPr>
            <p:spPr bwMode="auto">
              <a:xfrm>
                <a:off x="12501785" y="2822944"/>
                <a:ext cx="0" cy="8628788"/>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262287A2-A970-E9AC-B5AF-50DEA5616176}"/>
                  </a:ext>
                </a:extLst>
              </p:cNvPr>
              <p:cNvCxnSpPr>
                <a:cxnSpLocks/>
              </p:cNvCxnSpPr>
              <p:nvPr/>
            </p:nvCxnSpPr>
            <p:spPr bwMode="auto">
              <a:xfrm>
                <a:off x="14733953" y="2822944"/>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C036589D-7CB8-434A-9923-BD3716A49AD5}"/>
                  </a:ext>
                </a:extLst>
              </p:cNvPr>
              <p:cNvCxnSpPr>
                <a:cxnSpLocks/>
              </p:cNvCxnSpPr>
              <p:nvPr/>
            </p:nvCxnSpPr>
            <p:spPr bwMode="auto">
              <a:xfrm>
                <a:off x="16965137" y="2822944"/>
                <a:ext cx="0" cy="8723131"/>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EEB6E107-CC79-78B4-3959-D8B513A5DFF7}"/>
                  </a:ext>
                </a:extLst>
              </p:cNvPr>
              <p:cNvCxnSpPr>
                <a:cxnSpLocks/>
              </p:cNvCxnSpPr>
              <p:nvPr/>
            </p:nvCxnSpPr>
            <p:spPr bwMode="auto">
              <a:xfrm>
                <a:off x="19202691"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4D2916EC-F787-34E0-5272-95198F16BD88}"/>
                  </a:ext>
                </a:extLst>
              </p:cNvPr>
              <p:cNvCxnSpPr>
                <a:cxnSpLocks/>
              </p:cNvCxnSpPr>
              <p:nvPr/>
            </p:nvCxnSpPr>
            <p:spPr bwMode="auto">
              <a:xfrm>
                <a:off x="21448965" y="2799067"/>
                <a:ext cx="0" cy="8628788"/>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D1A609FB-A5A2-1C18-7A11-CDF7961C1474}"/>
                </a:ext>
              </a:extLst>
            </p:cNvPr>
            <p:cNvGrpSpPr/>
            <p:nvPr/>
          </p:nvGrpSpPr>
          <p:grpSpPr>
            <a:xfrm>
              <a:off x="1510181" y="2764070"/>
              <a:ext cx="19820494" cy="689205"/>
              <a:chOff x="1510181" y="2764070"/>
              <a:chExt cx="19820494" cy="689205"/>
            </a:xfrm>
          </p:grpSpPr>
          <p:sp>
            <p:nvSpPr>
              <p:cNvPr id="14" name="Rounded Rectangle 9">
                <a:extLst>
                  <a:ext uri="{FF2B5EF4-FFF2-40B4-BE49-F238E27FC236}">
                    <a16:creationId xmlns:a16="http://schemas.microsoft.com/office/drawing/2014/main" id="{D2406F27-6864-5F1D-3A77-6002B5C67584}"/>
                  </a:ext>
                </a:extLst>
              </p:cNvPr>
              <p:cNvSpPr/>
              <p:nvPr/>
            </p:nvSpPr>
            <p:spPr bwMode="auto">
              <a:xfrm>
                <a:off x="1510181" y="2764070"/>
                <a:ext cx="4169167" cy="643783"/>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6 months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5" name="Rounded Rectangle 18">
                <a:extLst>
                  <a:ext uri="{FF2B5EF4-FFF2-40B4-BE49-F238E27FC236}">
                    <a16:creationId xmlns:a16="http://schemas.microsoft.com/office/drawing/2014/main" id="{47FB206D-749F-7375-1364-EE1682E1006B}"/>
                  </a:ext>
                </a:extLst>
              </p:cNvPr>
              <p:cNvSpPr/>
              <p:nvPr/>
            </p:nvSpPr>
            <p:spPr bwMode="auto">
              <a:xfrm>
                <a:off x="5931213" y="2764070"/>
                <a:ext cx="8661714" cy="64378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400" dirty="0">
                    <a:solidFill>
                      <a:schemeClr val="tx1"/>
                    </a:solidFill>
                    <a:latin typeface="IBM Plex Sans Thin" panose="020B0203050203000203" pitchFamily="34" charset="0"/>
                  </a:rPr>
                  <a:t>1.5 years</a:t>
                </a:r>
                <a:endParaRPr kumimoji="0" lang="en-US" sz="1400" u="none" strike="noStrike" kern="1200" cap="none" spc="0" normalizeH="0" baseline="0" noProof="0" dirty="0">
                  <a:ln>
                    <a:noFill/>
                  </a:ln>
                  <a:solidFill>
                    <a:schemeClr val="tx1"/>
                  </a:solidFill>
                  <a:effectLst/>
                  <a:uLnTx/>
                  <a:uFillTx/>
                  <a:latin typeface="IBM Plex Sans Thin" panose="020B0203050203000203" pitchFamily="34" charset="0"/>
                </a:endParaRPr>
              </a:p>
            </p:txBody>
          </p:sp>
          <p:sp>
            <p:nvSpPr>
              <p:cNvPr id="16" name="Rounded Rectangle 21">
                <a:extLst>
                  <a:ext uri="{FF2B5EF4-FFF2-40B4-BE49-F238E27FC236}">
                    <a16:creationId xmlns:a16="http://schemas.microsoft.com/office/drawing/2014/main" id="{1019AA86-1F90-0C85-1C87-7B49B41AC671}"/>
                  </a:ext>
                </a:extLst>
              </p:cNvPr>
              <p:cNvSpPr/>
              <p:nvPr/>
            </p:nvSpPr>
            <p:spPr bwMode="auto">
              <a:xfrm>
                <a:off x="14866351" y="2809480"/>
                <a:ext cx="6464324" cy="643795"/>
              </a:xfrm>
              <a:prstGeom prst="roundRect">
                <a:avLst/>
              </a:prstGeom>
              <a:solidFill>
                <a:schemeClr val="bg1">
                  <a:lumMod val="95000"/>
                </a:schemeClr>
              </a:solidFill>
              <a:ln w="19050">
                <a:solidFill>
                  <a:schemeClr val="bg1">
                    <a:lumMod val="9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ctr" defTabSz="457109" rtl="0" eaLnBrk="1" fontAlgn="base" latinLnBrk="0" hangingPunct="1">
                  <a:lnSpc>
                    <a:spcPct val="100000"/>
                  </a:lnSpc>
                  <a:spcBef>
                    <a:spcPct val="0"/>
                  </a:spcBef>
                  <a:spcAft>
                    <a:spcPct val="0"/>
                  </a:spcAft>
                  <a:buClrTx/>
                  <a:buSzTx/>
                  <a:buFont typeface="IBM Plex Sans Light"/>
                  <a:buNone/>
                  <a:tabLst/>
                  <a:defRPr/>
                </a:pPr>
                <a:r>
                  <a:rPr lang="en-US" sz="1600" dirty="0">
                    <a:solidFill>
                      <a:schemeClr val="tx1"/>
                    </a:solidFill>
                    <a:latin typeface="IBM Plex Sans Thin" panose="020B0203050203000203" pitchFamily="34" charset="0"/>
                  </a:rPr>
                  <a:t>2.25 years</a:t>
                </a:r>
                <a:endParaRPr kumimoji="0" lang="en-US" sz="1600" u="none" strike="noStrike" kern="1200" cap="none" spc="0" normalizeH="0" baseline="0" noProof="0" dirty="0">
                  <a:ln>
                    <a:noFill/>
                  </a:ln>
                  <a:solidFill>
                    <a:schemeClr val="tx1"/>
                  </a:solidFill>
                  <a:effectLst/>
                  <a:uLnTx/>
                  <a:uFillTx/>
                  <a:latin typeface="IBM Plex Sans Thin" panose="020B0203050203000203" pitchFamily="34" charset="0"/>
                </a:endParaRPr>
              </a:p>
            </p:txBody>
          </p:sp>
        </p:grpSp>
      </p:grpSp>
      <p:sp>
        <p:nvSpPr>
          <p:cNvPr id="5" name="TextBox 13">
            <a:extLst>
              <a:ext uri="{FF2B5EF4-FFF2-40B4-BE49-F238E27FC236}">
                <a16:creationId xmlns:a16="http://schemas.microsoft.com/office/drawing/2014/main" id="{EE8FCE02-0399-7D39-4576-02619CE30EAC}"/>
              </a:ext>
            </a:extLst>
          </p:cNvPr>
          <p:cNvSpPr txBox="1"/>
          <p:nvPr/>
        </p:nvSpPr>
        <p:spPr>
          <a:xfrm>
            <a:off x="10462903" y="1479298"/>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2025</a:t>
            </a:r>
            <a:endPar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endParaRPr>
          </a:p>
        </p:txBody>
      </p:sp>
      <p:sp>
        <p:nvSpPr>
          <p:cNvPr id="28" name="TextBox 13">
            <a:extLst>
              <a:ext uri="{FF2B5EF4-FFF2-40B4-BE49-F238E27FC236}">
                <a16:creationId xmlns:a16="http://schemas.microsoft.com/office/drawing/2014/main" id="{6EC4529E-48D1-76A8-BD24-132DDE685342}"/>
              </a:ext>
            </a:extLst>
          </p:cNvPr>
          <p:cNvSpPr txBox="1"/>
          <p:nvPr/>
        </p:nvSpPr>
        <p:spPr>
          <a:xfrm>
            <a:off x="1672377" y="1472961"/>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g 2023</a:t>
            </a:r>
          </a:p>
        </p:txBody>
      </p:sp>
      <p:sp>
        <p:nvSpPr>
          <p:cNvPr id="29" name="TextBox 13">
            <a:extLst>
              <a:ext uri="{FF2B5EF4-FFF2-40B4-BE49-F238E27FC236}">
                <a16:creationId xmlns:a16="http://schemas.microsoft.com/office/drawing/2014/main" id="{13479BF9-8562-12C5-8D89-27E1195845FB}"/>
              </a:ext>
            </a:extLst>
          </p:cNvPr>
          <p:cNvSpPr txBox="1"/>
          <p:nvPr/>
        </p:nvSpPr>
        <p:spPr>
          <a:xfrm>
            <a:off x="3977646" y="1466499"/>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0" name="TextBox 13">
            <a:extLst>
              <a:ext uri="{FF2B5EF4-FFF2-40B4-BE49-F238E27FC236}">
                <a16:creationId xmlns:a16="http://schemas.microsoft.com/office/drawing/2014/main" id="{55D45980-524D-04B3-9683-E17EC0EE41E2}"/>
              </a:ext>
            </a:extLst>
          </p:cNvPr>
          <p:cNvSpPr txBox="1"/>
          <p:nvPr/>
        </p:nvSpPr>
        <p:spPr>
          <a:xfrm>
            <a:off x="6148343" y="1460659"/>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lang="en-US" sz="1400" kern="0" dirty="0">
                <a:solidFill>
                  <a:srgbClr val="000000"/>
                </a:solidFill>
                <a:latin typeface="IBM Plex Sans" panose="020B0503050203000203" pitchFamily="34" charset="0"/>
                <a:sym typeface="IBM Plex Sans Light"/>
              </a:rPr>
              <a:t>Aug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2024</a:t>
            </a:r>
          </a:p>
        </p:txBody>
      </p:sp>
      <p:sp>
        <p:nvSpPr>
          <p:cNvPr id="31" name="TextBox 13">
            <a:extLst>
              <a:ext uri="{FF2B5EF4-FFF2-40B4-BE49-F238E27FC236}">
                <a16:creationId xmlns:a16="http://schemas.microsoft.com/office/drawing/2014/main" id="{56CBA475-6088-4323-BA65-421D89DD9EE5}"/>
              </a:ext>
            </a:extLst>
          </p:cNvPr>
          <p:cNvSpPr txBox="1"/>
          <p:nvPr/>
        </p:nvSpPr>
        <p:spPr>
          <a:xfrm>
            <a:off x="8385770" y="1460658"/>
            <a:ext cx="948057" cy="206113"/>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l" defTabSz="1218956" rtl="0" eaLnBrk="1" fontAlgn="auto" latinLnBrk="0" hangingPunct="1">
              <a:lnSpc>
                <a:spcPct val="100000"/>
              </a:lnSpc>
              <a:spcBef>
                <a:spcPts val="1450"/>
              </a:spcBef>
              <a:spcAft>
                <a:spcPts val="0"/>
              </a:spcAft>
              <a:buClrTx/>
              <a:buSzPct val="100000"/>
              <a:buFontTx/>
              <a:buNone/>
              <a:tabLst/>
              <a:defRPr/>
            </a:pP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Feb</a:t>
            </a:r>
            <a:r>
              <a:rPr lang="en-US" sz="1400" kern="0" dirty="0">
                <a:solidFill>
                  <a:srgbClr val="000000"/>
                </a:solidFill>
                <a:latin typeface="IBM Plex Sans" panose="020B0503050203000203" pitchFamily="34" charset="0"/>
                <a:sym typeface="IBM Plex Sans Light"/>
              </a:rPr>
              <a:t> </a:t>
            </a:r>
            <a:r>
              <a:rPr kumimoji="0" lang="en-US" sz="1400"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2025</a:t>
            </a:r>
          </a:p>
        </p:txBody>
      </p:sp>
      <p:sp>
        <p:nvSpPr>
          <p:cNvPr id="32" name="Rectangle: Rounded Corners 5">
            <a:extLst>
              <a:ext uri="{FF2B5EF4-FFF2-40B4-BE49-F238E27FC236}">
                <a16:creationId xmlns:a16="http://schemas.microsoft.com/office/drawing/2014/main" id="{09A38C59-93B7-C87D-347D-2276D01C09A4}"/>
              </a:ext>
            </a:extLst>
          </p:cNvPr>
          <p:cNvSpPr/>
          <p:nvPr/>
        </p:nvSpPr>
        <p:spPr bwMode="auto">
          <a:xfrm>
            <a:off x="1315972" y="2398665"/>
            <a:ext cx="686990" cy="321850"/>
          </a:xfrm>
          <a:prstGeom prst="roundRect">
            <a:avLst/>
          </a:prstGeom>
          <a:solidFill>
            <a:srgbClr val="DEFBE6"/>
          </a:solidFill>
          <a:ln w="57150">
            <a:solidFill>
              <a:srgbClr val="24A14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BNL</a:t>
            </a:r>
            <a:endParaRPr lang="en-US" sz="1600" b="0" i="0" u="none" strike="noStrike" cap="none" normalizeH="0" baseline="0" dirty="0">
              <a:ln>
                <a:noFill/>
              </a:ln>
              <a:solidFill>
                <a:schemeClr val="tx1"/>
              </a:solidFill>
              <a:effectLst/>
              <a:latin typeface="+mn-lt"/>
            </a:endParaRPr>
          </a:p>
        </p:txBody>
      </p:sp>
      <p:sp>
        <p:nvSpPr>
          <p:cNvPr id="33" name="Rectangle: Rounded Corners 5">
            <a:extLst>
              <a:ext uri="{FF2B5EF4-FFF2-40B4-BE49-F238E27FC236}">
                <a16:creationId xmlns:a16="http://schemas.microsoft.com/office/drawing/2014/main" id="{98F784CB-23E3-E391-A74B-0F31385B0104}"/>
              </a:ext>
            </a:extLst>
          </p:cNvPr>
          <p:cNvSpPr/>
          <p:nvPr/>
        </p:nvSpPr>
        <p:spPr bwMode="auto">
          <a:xfrm>
            <a:off x="1" y="2066231"/>
            <a:ext cx="973328" cy="321850"/>
          </a:xfrm>
          <a:prstGeom prst="roundRect">
            <a:avLst/>
          </a:prstGeom>
          <a:solidFill>
            <a:schemeClr val="accent6">
              <a:lumMod val="20000"/>
              <a:lumOff val="80000"/>
            </a:schemeClr>
          </a:solidFill>
          <a:ln w="57150">
            <a:solidFill>
              <a:schemeClr val="accent6">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Madison</a:t>
            </a:r>
            <a:endParaRPr lang="en-US" sz="1600" b="0" i="0" u="none" strike="noStrike" cap="none" normalizeH="0" baseline="0" dirty="0">
              <a:ln>
                <a:noFill/>
              </a:ln>
              <a:solidFill>
                <a:schemeClr val="tx1"/>
              </a:solidFill>
              <a:effectLst/>
              <a:latin typeface="+mn-lt"/>
            </a:endParaRPr>
          </a:p>
        </p:txBody>
      </p:sp>
      <p:sp>
        <p:nvSpPr>
          <p:cNvPr id="34" name="Rectangle: Rounded Corners 5">
            <a:extLst>
              <a:ext uri="{FF2B5EF4-FFF2-40B4-BE49-F238E27FC236}">
                <a16:creationId xmlns:a16="http://schemas.microsoft.com/office/drawing/2014/main" id="{2D971E3C-348E-8374-5143-A62EE43D038C}"/>
              </a:ext>
            </a:extLst>
          </p:cNvPr>
          <p:cNvSpPr/>
          <p:nvPr/>
        </p:nvSpPr>
        <p:spPr bwMode="auto">
          <a:xfrm>
            <a:off x="2535811" y="2671124"/>
            <a:ext cx="7217226" cy="321850"/>
          </a:xfrm>
          <a:prstGeom prst="roundRect">
            <a:avLst/>
          </a:prstGeom>
          <a:solidFill>
            <a:schemeClr val="accent1">
              <a:lumMod val="20000"/>
              <a:lumOff val="80000"/>
            </a:schemeClr>
          </a:solidFill>
          <a:ln w="571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Chicago Quantum Exchange</a:t>
            </a:r>
          </a:p>
        </p:txBody>
      </p:sp>
      <p:sp>
        <p:nvSpPr>
          <p:cNvPr id="35" name="Rectangle: Rounded Corners 5">
            <a:extLst>
              <a:ext uri="{FF2B5EF4-FFF2-40B4-BE49-F238E27FC236}">
                <a16:creationId xmlns:a16="http://schemas.microsoft.com/office/drawing/2014/main" id="{20054EF5-6080-3BED-EE03-B10476EB20AA}"/>
              </a:ext>
            </a:extLst>
          </p:cNvPr>
          <p:cNvSpPr/>
          <p:nvPr/>
        </p:nvSpPr>
        <p:spPr bwMode="auto">
          <a:xfrm>
            <a:off x="6816015" y="3570573"/>
            <a:ext cx="669015" cy="321850"/>
          </a:xfrm>
          <a:prstGeom prst="roundRect">
            <a:avLst/>
          </a:prstGeom>
          <a:solidFill>
            <a:srgbClr val="FCF4D6"/>
          </a:solidFill>
          <a:ln w="57150">
            <a:solidFill>
              <a:srgbClr val="FDDC6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GRFP</a:t>
            </a:r>
            <a:endParaRPr lang="en-US" sz="1600" b="0" i="0" u="none" strike="noStrike" cap="none" normalizeH="0" baseline="0" dirty="0">
              <a:ln>
                <a:noFill/>
              </a:ln>
              <a:solidFill>
                <a:schemeClr val="tx1"/>
              </a:solidFill>
              <a:effectLst/>
              <a:latin typeface="+mn-lt"/>
            </a:endParaRPr>
          </a:p>
        </p:txBody>
      </p:sp>
      <p:sp>
        <p:nvSpPr>
          <p:cNvPr id="36" name="Rectangle: Rounded Corners 5">
            <a:extLst>
              <a:ext uri="{FF2B5EF4-FFF2-40B4-BE49-F238E27FC236}">
                <a16:creationId xmlns:a16="http://schemas.microsoft.com/office/drawing/2014/main" id="{D014A2B0-B5A9-B6D5-4A3D-040DAACA84F9}"/>
              </a:ext>
            </a:extLst>
          </p:cNvPr>
          <p:cNvSpPr/>
          <p:nvPr/>
        </p:nvSpPr>
        <p:spPr bwMode="auto">
          <a:xfrm>
            <a:off x="6564435" y="4467434"/>
            <a:ext cx="1246387" cy="321850"/>
          </a:xfrm>
          <a:prstGeom prst="roundRect">
            <a:avLst/>
          </a:prstGeom>
          <a:solidFill>
            <a:srgbClr val="6FDC8C"/>
          </a:solidFill>
          <a:ln w="57150">
            <a:solidFill>
              <a:srgbClr val="19803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Argonne</a:t>
            </a:r>
            <a:endParaRPr lang="en-US" sz="1600" b="0" i="0" u="none" strike="noStrike" cap="none" normalizeH="0" baseline="0" dirty="0">
              <a:ln>
                <a:noFill/>
              </a:ln>
              <a:solidFill>
                <a:schemeClr val="tx1"/>
              </a:solidFill>
              <a:effectLst/>
              <a:latin typeface="+mn-lt"/>
            </a:endParaRPr>
          </a:p>
        </p:txBody>
      </p:sp>
      <p:sp>
        <p:nvSpPr>
          <p:cNvPr id="37" name="Rectangle: Rounded Corners 5">
            <a:extLst>
              <a:ext uri="{FF2B5EF4-FFF2-40B4-BE49-F238E27FC236}">
                <a16:creationId xmlns:a16="http://schemas.microsoft.com/office/drawing/2014/main" id="{67639AF2-EBBE-0D10-2573-8BD76E46E4DB}"/>
              </a:ext>
            </a:extLst>
          </p:cNvPr>
          <p:cNvSpPr/>
          <p:nvPr/>
        </p:nvSpPr>
        <p:spPr bwMode="auto">
          <a:xfrm>
            <a:off x="7076728" y="4019003"/>
            <a:ext cx="518600" cy="321850"/>
          </a:xfrm>
          <a:prstGeom prst="roundRect">
            <a:avLst/>
          </a:prstGeom>
          <a:solidFill>
            <a:srgbClr val="F8D9B8"/>
          </a:solidFill>
          <a:ln w="57150">
            <a:solidFill>
              <a:srgbClr val="FF6F0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400" dirty="0">
                <a:solidFill>
                  <a:schemeClr val="tx1"/>
                </a:solidFill>
              </a:rPr>
              <a:t>GEM</a:t>
            </a:r>
            <a:endParaRPr lang="en-US" sz="1400" b="0" i="0" u="none" strike="noStrike" cap="none" normalizeH="0" baseline="0" dirty="0">
              <a:ln>
                <a:noFill/>
              </a:ln>
              <a:solidFill>
                <a:schemeClr val="tx1"/>
              </a:solidFill>
              <a:effectLst/>
              <a:latin typeface="+mn-lt"/>
            </a:endParaRPr>
          </a:p>
        </p:txBody>
      </p:sp>
      <p:sp>
        <p:nvSpPr>
          <p:cNvPr id="38" name="Rectangle: Rounded Corners 5">
            <a:extLst>
              <a:ext uri="{FF2B5EF4-FFF2-40B4-BE49-F238E27FC236}">
                <a16:creationId xmlns:a16="http://schemas.microsoft.com/office/drawing/2014/main" id="{C9CB02AF-6674-2001-940A-D4D3A9FFC6D2}"/>
              </a:ext>
            </a:extLst>
          </p:cNvPr>
          <p:cNvSpPr/>
          <p:nvPr/>
        </p:nvSpPr>
        <p:spPr bwMode="auto">
          <a:xfrm>
            <a:off x="4422581" y="3248723"/>
            <a:ext cx="1187112" cy="321850"/>
          </a:xfrm>
          <a:prstGeom prst="roundRect">
            <a:avLst/>
          </a:prstGeom>
          <a:solidFill>
            <a:srgbClr val="9EF0F0"/>
          </a:solidFill>
          <a:ln w="57150">
            <a:solidFill>
              <a:srgbClr val="007D79"/>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QRISE</a:t>
            </a:r>
            <a:endParaRPr lang="en-US" sz="1600" b="0" i="0" u="none" strike="noStrike" cap="none" normalizeH="0" baseline="0" dirty="0">
              <a:ln>
                <a:noFill/>
              </a:ln>
              <a:solidFill>
                <a:schemeClr val="tx1"/>
              </a:solidFill>
              <a:effectLst/>
              <a:latin typeface="+mn-lt"/>
            </a:endParaRPr>
          </a:p>
        </p:txBody>
      </p:sp>
      <p:sp>
        <p:nvSpPr>
          <p:cNvPr id="39" name="Rectangle: Rounded Corners 5">
            <a:extLst>
              <a:ext uri="{FF2B5EF4-FFF2-40B4-BE49-F238E27FC236}">
                <a16:creationId xmlns:a16="http://schemas.microsoft.com/office/drawing/2014/main" id="{7A1487DB-82BA-AF2D-3505-01E130BCFE84}"/>
              </a:ext>
            </a:extLst>
          </p:cNvPr>
          <p:cNvSpPr/>
          <p:nvPr/>
        </p:nvSpPr>
        <p:spPr bwMode="auto">
          <a:xfrm>
            <a:off x="3111117" y="3231559"/>
            <a:ext cx="1150050" cy="356176"/>
          </a:xfrm>
          <a:prstGeom prst="roundRect">
            <a:avLst/>
          </a:prstGeom>
          <a:solidFill>
            <a:schemeClr val="bg1">
              <a:lumMod val="85000"/>
            </a:schemeClr>
          </a:solidFill>
          <a:ln w="57150">
            <a:solidFill>
              <a:schemeClr val="tx2">
                <a:lumMod val="95000"/>
                <a:lumOff val="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Cafe Code</a:t>
            </a:r>
            <a:endParaRPr lang="en-US" sz="1600" b="0" i="0" u="none" strike="noStrike" cap="none" normalizeH="0" baseline="0" dirty="0">
              <a:ln>
                <a:noFill/>
              </a:ln>
              <a:solidFill>
                <a:schemeClr val="tx1"/>
              </a:solidFill>
              <a:effectLst/>
              <a:latin typeface="+mn-lt"/>
            </a:endParaRPr>
          </a:p>
        </p:txBody>
      </p:sp>
      <p:sp>
        <p:nvSpPr>
          <p:cNvPr id="40" name="Rectangle: Rounded Corners 5">
            <a:extLst>
              <a:ext uri="{FF2B5EF4-FFF2-40B4-BE49-F238E27FC236}">
                <a16:creationId xmlns:a16="http://schemas.microsoft.com/office/drawing/2014/main" id="{906D74BA-5D46-2AE7-2527-BC2680C83D75}"/>
              </a:ext>
            </a:extLst>
          </p:cNvPr>
          <p:cNvSpPr/>
          <p:nvPr/>
        </p:nvSpPr>
        <p:spPr bwMode="auto">
          <a:xfrm>
            <a:off x="10935167" y="6321276"/>
            <a:ext cx="1256833" cy="321850"/>
          </a:xfrm>
          <a:prstGeom prst="roundRect">
            <a:avLst/>
          </a:prstGeom>
          <a:solidFill>
            <a:schemeClr val="accent2">
              <a:lumMod val="40000"/>
              <a:lumOff val="60000"/>
            </a:schemeClr>
          </a:solidFill>
          <a:ln w="5715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450" dirty="0">
                <a:solidFill>
                  <a:schemeClr val="tx1"/>
                </a:solidFill>
              </a:rPr>
              <a:t>Northwestern</a:t>
            </a:r>
            <a:endParaRPr lang="en-US" sz="1450" b="0" i="0" u="none" strike="noStrike" cap="none" normalizeH="0" baseline="0" dirty="0">
              <a:ln>
                <a:noFill/>
              </a:ln>
              <a:solidFill>
                <a:schemeClr val="tx1"/>
              </a:solidFill>
              <a:effectLst/>
              <a:latin typeface="+mn-lt"/>
            </a:endParaRPr>
          </a:p>
        </p:txBody>
      </p:sp>
      <p:sp>
        <p:nvSpPr>
          <p:cNvPr id="41" name="Rectangle: Rounded Corners 5">
            <a:extLst>
              <a:ext uri="{FF2B5EF4-FFF2-40B4-BE49-F238E27FC236}">
                <a16:creationId xmlns:a16="http://schemas.microsoft.com/office/drawing/2014/main" id="{9FA9173A-80EE-75BE-084F-3543910FCDA2}"/>
              </a:ext>
            </a:extLst>
          </p:cNvPr>
          <p:cNvSpPr/>
          <p:nvPr/>
        </p:nvSpPr>
        <p:spPr bwMode="auto">
          <a:xfrm>
            <a:off x="9948821" y="5670072"/>
            <a:ext cx="1051108" cy="321850"/>
          </a:xfrm>
          <a:prstGeom prst="roundRect">
            <a:avLst/>
          </a:prstGeom>
          <a:solidFill>
            <a:schemeClr val="accent3">
              <a:lumMod val="20000"/>
              <a:lumOff val="80000"/>
            </a:schemeClr>
          </a:solidFill>
          <a:ln w="57150">
            <a:solidFill>
              <a:schemeClr val="accent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dirty="0">
                <a:solidFill>
                  <a:schemeClr val="tx1"/>
                </a:solidFill>
              </a:rPr>
              <a:t>IBM</a:t>
            </a:r>
            <a:endParaRPr lang="en-US" sz="1600" b="0" i="0" u="none" strike="noStrike" cap="none" normalizeH="0" baseline="0" dirty="0">
              <a:ln>
                <a:noFill/>
              </a:ln>
              <a:solidFill>
                <a:schemeClr val="tx1"/>
              </a:solidFill>
              <a:effectLst/>
              <a:latin typeface="+mn-lt"/>
            </a:endParaRPr>
          </a:p>
        </p:txBody>
      </p:sp>
      <p:sp>
        <p:nvSpPr>
          <p:cNvPr id="57" name="Rectangle: Rounded Corners 5">
            <a:extLst>
              <a:ext uri="{FF2B5EF4-FFF2-40B4-BE49-F238E27FC236}">
                <a16:creationId xmlns:a16="http://schemas.microsoft.com/office/drawing/2014/main" id="{9C35B362-26DD-D780-48AE-6609659ADC9F}"/>
              </a:ext>
            </a:extLst>
          </p:cNvPr>
          <p:cNvSpPr/>
          <p:nvPr/>
        </p:nvSpPr>
        <p:spPr bwMode="auto">
          <a:xfrm>
            <a:off x="7076728" y="5070114"/>
            <a:ext cx="1400071" cy="599958"/>
          </a:xfrm>
          <a:prstGeom prst="roundRect">
            <a:avLst/>
          </a:prstGeom>
          <a:solidFill>
            <a:srgbClr val="FCFFC3"/>
          </a:solidFill>
          <a:ln w="57150">
            <a:solidFill>
              <a:srgbClr val="FFFF0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ctr" defTabSz="457109" rtl="0" eaLnBrk="1" fontAlgn="base" latinLnBrk="0" hangingPunct="1">
              <a:lnSpc>
                <a:spcPct val="100000"/>
              </a:lnSpc>
              <a:spcBef>
                <a:spcPct val="0"/>
              </a:spcBef>
              <a:spcAft>
                <a:spcPct val="0"/>
              </a:spcAft>
              <a:buClrTx/>
              <a:buSzTx/>
              <a:buFont typeface="IBM Plex Sans Light"/>
              <a:buNone/>
              <a:tabLst/>
            </a:pPr>
            <a:r>
              <a:rPr lang="en-US" sz="1600" b="0" i="0" u="none" strike="noStrike" cap="none" normalizeH="0" baseline="0" dirty="0">
                <a:ln>
                  <a:noFill/>
                </a:ln>
                <a:solidFill>
                  <a:schemeClr val="tx1"/>
                </a:solidFill>
                <a:effectLst/>
                <a:latin typeface="+mn-lt"/>
              </a:rPr>
              <a:t>Grad school app</a:t>
            </a:r>
            <a:r>
              <a:rPr lang="en-US" sz="1600" dirty="0">
                <a:solidFill>
                  <a:schemeClr val="tx1"/>
                </a:solidFill>
              </a:rPr>
              <a:t>lications</a:t>
            </a:r>
            <a:endParaRPr lang="en-US" sz="1600" b="0" i="0" u="none" strike="noStrike" cap="none" normalizeH="0" baseline="0" dirty="0">
              <a:ln>
                <a:noFill/>
              </a:ln>
              <a:solidFill>
                <a:schemeClr val="tx1"/>
              </a:solidFill>
              <a:effectLst/>
              <a:latin typeface="+mn-lt"/>
            </a:endParaRPr>
          </a:p>
        </p:txBody>
      </p:sp>
      <p:sp>
        <p:nvSpPr>
          <p:cNvPr id="64" name="TextBox 63">
            <a:extLst>
              <a:ext uri="{FF2B5EF4-FFF2-40B4-BE49-F238E27FC236}">
                <a16:creationId xmlns:a16="http://schemas.microsoft.com/office/drawing/2014/main" id="{25BC2E27-1EB7-3A4C-73AB-BEAA01D44231}"/>
              </a:ext>
            </a:extLst>
          </p:cNvPr>
          <p:cNvSpPr txBox="1"/>
          <p:nvPr/>
        </p:nvSpPr>
        <p:spPr>
          <a:xfrm>
            <a:off x="2345853" y="363967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66" name="TextBox 65">
            <a:extLst>
              <a:ext uri="{FF2B5EF4-FFF2-40B4-BE49-F238E27FC236}">
                <a16:creationId xmlns:a16="http://schemas.microsoft.com/office/drawing/2014/main" id="{37BA3BB0-48DA-F25D-C09D-0D18FD45D8B4}"/>
              </a:ext>
            </a:extLst>
          </p:cNvPr>
          <p:cNvSpPr txBox="1"/>
          <p:nvPr/>
        </p:nvSpPr>
        <p:spPr>
          <a:xfrm>
            <a:off x="4354865" y="388027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71" name="TextBox 70">
            <a:extLst>
              <a:ext uri="{FF2B5EF4-FFF2-40B4-BE49-F238E27FC236}">
                <a16:creationId xmlns:a16="http://schemas.microsoft.com/office/drawing/2014/main" id="{72EF52BB-F78B-EEF0-203F-50A950254828}"/>
              </a:ext>
            </a:extLst>
          </p:cNvPr>
          <p:cNvSpPr txBox="1"/>
          <p:nvPr/>
        </p:nvSpPr>
        <p:spPr>
          <a:xfrm>
            <a:off x="612840" y="1122510"/>
            <a:ext cx="957130" cy="2588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Start!</a:t>
            </a:r>
          </a:p>
        </p:txBody>
      </p:sp>
      <p:sp>
        <p:nvSpPr>
          <p:cNvPr id="72" name="TextBox 71">
            <a:extLst>
              <a:ext uri="{FF2B5EF4-FFF2-40B4-BE49-F238E27FC236}">
                <a16:creationId xmlns:a16="http://schemas.microsoft.com/office/drawing/2014/main" id="{83B58974-17CF-1C7D-F70D-93A0A0525DAC}"/>
              </a:ext>
            </a:extLst>
          </p:cNvPr>
          <p:cNvSpPr txBox="1"/>
          <p:nvPr/>
        </p:nvSpPr>
        <p:spPr>
          <a:xfrm>
            <a:off x="10555058" y="1122510"/>
            <a:ext cx="2064997" cy="289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l" defTabSz="1218956">
              <a:spcBef>
                <a:spcPts val="1450"/>
              </a:spcBef>
              <a:buSzPct val="100000"/>
            </a:pPr>
            <a:r>
              <a:rPr lang="en-US" sz="1400" b="1" kern="0" dirty="0">
                <a:solidFill>
                  <a:srgbClr val="000000"/>
                </a:solidFill>
                <a:ea typeface="+mj-ea"/>
                <a:cs typeface="+mj-cs"/>
                <a:sym typeface="IBM Plex Sans Light"/>
              </a:rPr>
              <a:t>Finish! (Sorta)</a:t>
            </a:r>
          </a:p>
        </p:txBody>
      </p:sp>
      <p:sp>
        <p:nvSpPr>
          <p:cNvPr id="2" name="Oval 1">
            <a:extLst>
              <a:ext uri="{FF2B5EF4-FFF2-40B4-BE49-F238E27FC236}">
                <a16:creationId xmlns:a16="http://schemas.microsoft.com/office/drawing/2014/main" id="{EA33BDC7-A94E-919D-4CDE-8FEC65B56A4F}"/>
              </a:ext>
            </a:extLst>
          </p:cNvPr>
          <p:cNvSpPr/>
          <p:nvPr/>
        </p:nvSpPr>
        <p:spPr bwMode="auto">
          <a:xfrm>
            <a:off x="984864" y="2562122"/>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 name="Oval 2">
            <a:extLst>
              <a:ext uri="{FF2B5EF4-FFF2-40B4-BE49-F238E27FC236}">
                <a16:creationId xmlns:a16="http://schemas.microsoft.com/office/drawing/2014/main" id="{B4D8D81E-B3C6-FE2A-C2E4-7B1389BBDB12}"/>
              </a:ext>
            </a:extLst>
          </p:cNvPr>
          <p:cNvSpPr/>
          <p:nvPr/>
        </p:nvSpPr>
        <p:spPr bwMode="auto">
          <a:xfrm>
            <a:off x="2123767" y="2832509"/>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 name="Oval 3">
            <a:extLst>
              <a:ext uri="{FF2B5EF4-FFF2-40B4-BE49-F238E27FC236}">
                <a16:creationId xmlns:a16="http://schemas.microsoft.com/office/drawing/2014/main" id="{E01CD7D9-D6BD-40D7-7661-7F97EA45A1F3}"/>
              </a:ext>
            </a:extLst>
          </p:cNvPr>
          <p:cNvSpPr/>
          <p:nvPr/>
        </p:nvSpPr>
        <p:spPr bwMode="auto">
          <a:xfrm>
            <a:off x="6040283" y="4340122"/>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2" name="Oval 41">
            <a:extLst>
              <a:ext uri="{FF2B5EF4-FFF2-40B4-BE49-F238E27FC236}">
                <a16:creationId xmlns:a16="http://schemas.microsoft.com/office/drawing/2014/main" id="{8FE08217-59AE-D633-3B0B-26312BACD664}"/>
              </a:ext>
            </a:extLst>
          </p:cNvPr>
          <p:cNvSpPr/>
          <p:nvPr/>
        </p:nvSpPr>
        <p:spPr bwMode="auto">
          <a:xfrm>
            <a:off x="4925960" y="3733798"/>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3" name="Oval 42">
            <a:extLst>
              <a:ext uri="{FF2B5EF4-FFF2-40B4-BE49-F238E27FC236}">
                <a16:creationId xmlns:a16="http://schemas.microsoft.com/office/drawing/2014/main" id="{CB4EA253-FD16-FEEC-2C00-94C9AE7F5BE4}"/>
              </a:ext>
            </a:extLst>
          </p:cNvPr>
          <p:cNvSpPr/>
          <p:nvPr/>
        </p:nvSpPr>
        <p:spPr bwMode="auto">
          <a:xfrm>
            <a:off x="3574025" y="3733799"/>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4" name="Oval 43">
            <a:extLst>
              <a:ext uri="{FF2B5EF4-FFF2-40B4-BE49-F238E27FC236}">
                <a16:creationId xmlns:a16="http://schemas.microsoft.com/office/drawing/2014/main" id="{BE6A5FEF-2C18-8014-234A-27B38835D9F8}"/>
              </a:ext>
            </a:extLst>
          </p:cNvPr>
          <p:cNvSpPr/>
          <p:nvPr/>
        </p:nvSpPr>
        <p:spPr bwMode="auto">
          <a:xfrm>
            <a:off x="9227573" y="5741219"/>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5" name="Oval 44">
            <a:extLst>
              <a:ext uri="{FF2B5EF4-FFF2-40B4-BE49-F238E27FC236}">
                <a16:creationId xmlns:a16="http://schemas.microsoft.com/office/drawing/2014/main" id="{58FC29D2-D812-135D-A010-64DAED375D92}"/>
              </a:ext>
            </a:extLst>
          </p:cNvPr>
          <p:cNvSpPr/>
          <p:nvPr/>
        </p:nvSpPr>
        <p:spPr bwMode="auto">
          <a:xfrm>
            <a:off x="8755078" y="3639448"/>
            <a:ext cx="217948" cy="185174"/>
          </a:xfrm>
          <a:prstGeom prst="ellipse">
            <a:avLst/>
          </a:prstGeom>
          <a:solidFill>
            <a:schemeClr val="accent6">
              <a:lumMod val="75000"/>
            </a:schemeClr>
          </a:solidFill>
          <a:ln w="19050">
            <a:solidFill>
              <a:schemeClr val="accent6">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7" name="TextBox 46">
            <a:extLst>
              <a:ext uri="{FF2B5EF4-FFF2-40B4-BE49-F238E27FC236}">
                <a16:creationId xmlns:a16="http://schemas.microsoft.com/office/drawing/2014/main" id="{31B1E93E-6A0E-2184-2590-8B9628F35E24}"/>
              </a:ext>
            </a:extLst>
          </p:cNvPr>
          <p:cNvSpPr txBox="1"/>
          <p:nvPr/>
        </p:nvSpPr>
        <p:spPr>
          <a:xfrm>
            <a:off x="106796" y="5391501"/>
            <a:ext cx="6322422" cy="1200329"/>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ea typeface="Calibri"/>
                <a:cs typeface="Calibri"/>
              </a:rPr>
              <a:t>All that to say, sometimes your journey will take you up hills and maintaining your happy “pace” will get much harder, but if you're starting where you can, asking for help, and showing up prepared, the sucks will be worth the yes!</a:t>
            </a:r>
          </a:p>
        </p:txBody>
      </p:sp>
    </p:spTree>
    <p:extLst>
      <p:ext uri="{BB962C8B-B14F-4D97-AF65-F5344CB8AC3E}">
        <p14:creationId xmlns:p14="http://schemas.microsoft.com/office/powerpoint/2010/main" val="209837149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42" grpId="0" animBg="1"/>
      <p:bldP spid="43" grpId="0" animBg="1"/>
      <p:bldP spid="44" grpId="0" animBg="1"/>
      <p:bldP spid="4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7E3BB0-0F13-C245-9978-95A4FCC85232}"/>
              </a:ext>
            </a:extLst>
          </p:cNvPr>
          <p:cNvSpPr>
            <a:spLocks noGrp="1"/>
          </p:cNvSpPr>
          <p:nvPr>
            <p:ph type="sldNum" sz="quarter" idx="4294967295"/>
          </p:nvPr>
        </p:nvSpPr>
        <p:spPr>
          <a:xfrm>
            <a:off x="12057063" y="6469063"/>
            <a:ext cx="134937" cy="123825"/>
          </a:xfrm>
        </p:spPr>
        <p:txBody>
          <a:bodyPr/>
          <a:lstStyle/>
          <a:p>
            <a:fld id="{86CB4B4D-7CA3-9044-876B-883B54F8677D}" type="slidenum">
              <a:rPr lang="en-US" smtClean="0"/>
              <a:pPr/>
              <a:t>13</a:t>
            </a:fld>
            <a:endParaRPr lang="en-US"/>
          </a:p>
        </p:txBody>
      </p:sp>
      <p:sp>
        <p:nvSpPr>
          <p:cNvPr id="5" name="TextBox 4">
            <a:extLst>
              <a:ext uri="{FF2B5EF4-FFF2-40B4-BE49-F238E27FC236}">
                <a16:creationId xmlns:a16="http://schemas.microsoft.com/office/drawing/2014/main" id="{E2C039B9-4590-5C69-E5B9-784ADC6D61F6}"/>
              </a:ext>
            </a:extLst>
          </p:cNvPr>
          <p:cNvSpPr txBox="1"/>
          <p:nvPr/>
        </p:nvSpPr>
        <p:spPr>
          <a:xfrm>
            <a:off x="4131599" y="3012193"/>
            <a:ext cx="3931478" cy="830997"/>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2438400">
              <a:spcBef>
                <a:spcPts val="2900"/>
              </a:spcBef>
              <a:buSzPct val="100000"/>
            </a:pPr>
            <a:r>
              <a:rPr lang="en-US" sz="5400" kern="0" dirty="0">
                <a:solidFill>
                  <a:srgbClr val="000000"/>
                </a:solidFill>
                <a:ea typeface="+mj-ea"/>
                <a:cs typeface="+mj-cs"/>
              </a:rPr>
              <a:t>Thank You</a:t>
            </a:r>
            <a:endParaRPr lang="en-US" dirty="0">
              <a:ea typeface="+mj-ea"/>
              <a:cs typeface="+mj-cs"/>
            </a:endParaRPr>
          </a:p>
        </p:txBody>
      </p:sp>
      <p:pic>
        <p:nvPicPr>
          <p:cNvPr id="6" name="Picture 5" descr="A qr code with a white background&#10;&#10;AI-generated content may be incorrect.">
            <a:extLst>
              <a:ext uri="{FF2B5EF4-FFF2-40B4-BE49-F238E27FC236}">
                <a16:creationId xmlns:a16="http://schemas.microsoft.com/office/drawing/2014/main" id="{3E88CAAF-C114-3B89-8E43-579BB3B39EBC}"/>
              </a:ext>
            </a:extLst>
          </p:cNvPr>
          <p:cNvPicPr>
            <a:picLocks noChangeAspect="1"/>
          </p:cNvPicPr>
          <p:nvPr/>
        </p:nvPicPr>
        <p:blipFill>
          <a:blip r:embed="rId2"/>
          <a:stretch>
            <a:fillRect/>
          </a:stretch>
        </p:blipFill>
        <p:spPr>
          <a:xfrm>
            <a:off x="8062575" y="3078787"/>
            <a:ext cx="3517516" cy="3517516"/>
          </a:xfrm>
          <a:prstGeom prst="rect">
            <a:avLst/>
          </a:prstGeom>
        </p:spPr>
      </p:pic>
      <p:sp>
        <p:nvSpPr>
          <p:cNvPr id="7" name="TextBox 6">
            <a:extLst>
              <a:ext uri="{FF2B5EF4-FFF2-40B4-BE49-F238E27FC236}">
                <a16:creationId xmlns:a16="http://schemas.microsoft.com/office/drawing/2014/main" id="{05F0A8A9-B14B-064F-4B89-E050CD9F4262}"/>
              </a:ext>
            </a:extLst>
          </p:cNvPr>
          <p:cNvSpPr txBox="1"/>
          <p:nvPr/>
        </p:nvSpPr>
        <p:spPr>
          <a:xfrm>
            <a:off x="8302018" y="2936895"/>
            <a:ext cx="3290956" cy="27699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2438400">
              <a:spcBef>
                <a:spcPts val="2900"/>
              </a:spcBef>
              <a:buSzPct val="100000"/>
            </a:pPr>
            <a:r>
              <a:rPr lang="en-US" b="1" kern="0" dirty="0">
                <a:solidFill>
                  <a:srgbClr val="000000"/>
                </a:solidFill>
                <a:ea typeface="+mj-ea"/>
                <a:cs typeface="+mj-cs"/>
              </a:rPr>
              <a:t>Happy to connect on LinkedIn</a:t>
            </a:r>
          </a:p>
        </p:txBody>
      </p:sp>
      <p:sp>
        <p:nvSpPr>
          <p:cNvPr id="8" name="TextBox 7">
            <a:extLst>
              <a:ext uri="{FF2B5EF4-FFF2-40B4-BE49-F238E27FC236}">
                <a16:creationId xmlns:a16="http://schemas.microsoft.com/office/drawing/2014/main" id="{5F785AAB-DDB2-B801-A133-5E6A2B2D226F}"/>
              </a:ext>
            </a:extLst>
          </p:cNvPr>
          <p:cNvSpPr txBox="1"/>
          <p:nvPr/>
        </p:nvSpPr>
        <p:spPr>
          <a:xfrm>
            <a:off x="395892" y="621781"/>
            <a:ext cx="2958648" cy="92589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2438400">
              <a:spcBef>
                <a:spcPts val="2900"/>
              </a:spcBef>
              <a:buSzPct val="100000"/>
            </a:pPr>
            <a:r>
              <a:rPr lang="en-US" kern="0" dirty="0">
                <a:solidFill>
                  <a:srgbClr val="000000"/>
                </a:solidFill>
                <a:ea typeface="+mj-ea"/>
                <a:cs typeface="+mj-cs"/>
              </a:rPr>
              <a:t>Email me at:</a:t>
            </a:r>
          </a:p>
          <a:p>
            <a:pPr defTabSz="2438400">
              <a:spcBef>
                <a:spcPts val="2900"/>
              </a:spcBef>
            </a:pPr>
            <a:r>
              <a:rPr lang="en-US" kern="0" dirty="0">
                <a:solidFill>
                  <a:srgbClr val="000000"/>
                </a:solidFill>
                <a:ea typeface="+mj-ea"/>
                <a:cs typeface="+mj-cs"/>
              </a:rPr>
              <a:t>Kaytlin.harrison@gmail.com</a:t>
            </a:r>
          </a:p>
        </p:txBody>
      </p:sp>
    </p:spTree>
    <p:extLst>
      <p:ext uri="{BB962C8B-B14F-4D97-AF65-F5344CB8AC3E}">
        <p14:creationId xmlns:p14="http://schemas.microsoft.com/office/powerpoint/2010/main" val="229932627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EC280-A1BD-F45B-B413-7CAE555F39CC}"/>
              </a:ext>
            </a:extLst>
          </p:cNvPr>
          <p:cNvSpPr>
            <a:spLocks noGrp="1"/>
          </p:cNvSpPr>
          <p:nvPr>
            <p:ph type="title"/>
          </p:nvPr>
        </p:nvSpPr>
        <p:spPr/>
        <p:txBody>
          <a:bodyPr/>
          <a:lstStyle/>
          <a:p>
            <a:r>
              <a:rPr lang="en-US" dirty="0"/>
              <a:t>Some example topics to ask about</a:t>
            </a:r>
          </a:p>
        </p:txBody>
      </p:sp>
      <p:sp>
        <p:nvSpPr>
          <p:cNvPr id="4" name="Content Placeholder 3">
            <a:extLst>
              <a:ext uri="{FF2B5EF4-FFF2-40B4-BE49-F238E27FC236}">
                <a16:creationId xmlns:a16="http://schemas.microsoft.com/office/drawing/2014/main" id="{0DE88B85-F7B1-F0EE-1079-681AF86FC23C}"/>
              </a:ext>
            </a:extLst>
          </p:cNvPr>
          <p:cNvSpPr>
            <a:spLocks noGrp="1"/>
          </p:cNvSpPr>
          <p:nvPr>
            <p:ph sz="half" idx="2"/>
          </p:nvPr>
        </p:nvSpPr>
        <p:spPr>
          <a:xfrm>
            <a:off x="839788" y="1997075"/>
            <a:ext cx="10254173" cy="3684588"/>
          </a:xfrm>
        </p:spPr>
        <p:txBody>
          <a:bodyPr vert="horz" lIns="91440" tIns="45720" rIns="91440" bIns="45720" rtlCol="0" anchor="t">
            <a:normAutofit/>
          </a:bodyPr>
          <a:lstStyle/>
          <a:p>
            <a:pPr marL="457200" indent="-457200"/>
            <a:r>
              <a:rPr lang="en-US" sz="2400" dirty="0"/>
              <a:t>What is research in a National Lab is like</a:t>
            </a:r>
          </a:p>
          <a:p>
            <a:pPr marL="457200" indent="-457200"/>
            <a:r>
              <a:rPr lang="en-US" sz="2400" dirty="0"/>
              <a:t>How to get into university research</a:t>
            </a:r>
          </a:p>
          <a:p>
            <a:pPr marL="457200" indent="-457200"/>
            <a:r>
              <a:rPr lang="en-US" sz="2400" dirty="0"/>
              <a:t>Where to find</a:t>
            </a:r>
            <a:r>
              <a:rPr lang="en-US" sz="2400" b="1" dirty="0"/>
              <a:t> Scholarships and Grant funds</a:t>
            </a:r>
            <a:endParaRPr lang="en-US" sz="2400" dirty="0"/>
          </a:p>
          <a:p>
            <a:pPr marL="457200" indent="-457200"/>
            <a:r>
              <a:rPr lang="en-US" sz="2400" dirty="0"/>
              <a:t>Research in Quantum Optimization (specifically QAOA)</a:t>
            </a:r>
          </a:p>
          <a:p>
            <a:pPr marL="457200" indent="-457200"/>
            <a:r>
              <a:rPr lang="en-US" sz="2400" dirty="0"/>
              <a:t>Transferring from a Community College</a:t>
            </a:r>
          </a:p>
          <a:p>
            <a:pPr marL="457200" indent="-457200"/>
            <a:r>
              <a:rPr lang="en-US" sz="2400" dirty="0"/>
              <a:t>Which Quantum Stocks to buy (just kidding!)</a:t>
            </a:r>
          </a:p>
          <a:p>
            <a:pPr marL="457200" indent="-457200"/>
            <a:r>
              <a:rPr lang="en-US" sz="2400" dirty="0"/>
              <a:t>Applying for the GRFP</a:t>
            </a:r>
          </a:p>
          <a:p>
            <a:pPr marL="457200" indent="-457200"/>
            <a:r>
              <a:rPr lang="en-US" sz="2400" dirty="0"/>
              <a:t>Applying STEM skills in a STEM </a:t>
            </a:r>
            <a:r>
              <a:rPr lang="en-US" sz="2400" b="1" dirty="0"/>
              <a:t>adjacent role</a:t>
            </a:r>
          </a:p>
        </p:txBody>
      </p:sp>
    </p:spTree>
    <p:extLst>
      <p:ext uri="{BB962C8B-B14F-4D97-AF65-F5344CB8AC3E}">
        <p14:creationId xmlns:p14="http://schemas.microsoft.com/office/powerpoint/2010/main" val="359142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D4252-360E-DEA8-FDB2-8603C856C32C}"/>
              </a:ext>
            </a:extLst>
          </p:cNvPr>
          <p:cNvSpPr>
            <a:spLocks noGrp="1"/>
          </p:cNvSpPr>
          <p:nvPr>
            <p:ph type="title"/>
          </p:nvPr>
        </p:nvSpPr>
        <p:spPr>
          <a:xfrm>
            <a:off x="280302" y="10947"/>
            <a:ext cx="3852347" cy="294007"/>
          </a:xfrm>
        </p:spPr>
        <p:txBody>
          <a:bodyPr lIns="0" tIns="0" rIns="0" bIns="0" anchor="t"/>
          <a:lstStyle/>
          <a:p>
            <a:r>
              <a:rPr lang="en-US" sz="2400" dirty="0"/>
              <a:t>Research at Argonne</a:t>
            </a:r>
          </a:p>
        </p:txBody>
      </p:sp>
      <p:sp>
        <p:nvSpPr>
          <p:cNvPr id="3" name="Footer Placeholder 2">
            <a:extLst>
              <a:ext uri="{FF2B5EF4-FFF2-40B4-BE49-F238E27FC236}">
                <a16:creationId xmlns:a16="http://schemas.microsoft.com/office/drawing/2014/main" id="{D4194C39-30D2-F96E-DE0E-BDC1F4206A4E}"/>
              </a:ext>
            </a:extLst>
          </p:cNvPr>
          <p:cNvSpPr>
            <a:spLocks noGrp="1"/>
          </p:cNvSpPr>
          <p:nvPr>
            <p:ph type="ftr" sz="quarter" idx="12"/>
          </p:nvPr>
        </p:nvSpPr>
        <p:spPr/>
        <p:txBody>
          <a:bodyPr/>
          <a:lstStyle/>
          <a:p>
            <a:r>
              <a:rPr lang="en-US"/>
              <a:t>IBM Quantum Summit 2023</a:t>
            </a:r>
          </a:p>
        </p:txBody>
      </p:sp>
      <p:sp>
        <p:nvSpPr>
          <p:cNvPr id="4" name="Slide Number Placeholder 3">
            <a:extLst>
              <a:ext uri="{FF2B5EF4-FFF2-40B4-BE49-F238E27FC236}">
                <a16:creationId xmlns:a16="http://schemas.microsoft.com/office/drawing/2014/main" id="{71753E92-C2CC-BB43-3309-471EC98FF2C0}"/>
              </a:ext>
            </a:extLst>
          </p:cNvPr>
          <p:cNvSpPr>
            <a:spLocks noGrp="1"/>
          </p:cNvSpPr>
          <p:nvPr>
            <p:ph type="sldNum" sz="quarter" idx="4"/>
          </p:nvPr>
        </p:nvSpPr>
        <p:spPr/>
        <p:txBody>
          <a:bodyPr/>
          <a:lstStyle/>
          <a:p>
            <a:fld id="{86CB4B4D-7CA3-9044-876B-883B54F8677D}" type="slidenum">
              <a:rPr lang="en-US" smtClean="0"/>
              <a:pPr/>
              <a:t>15</a:t>
            </a:fld>
            <a:endParaRPr lang="en-US"/>
          </a:p>
        </p:txBody>
      </p:sp>
      <p:pic>
        <p:nvPicPr>
          <p:cNvPr id="7" name="Picture 6" descr="A screenshot of a computer&#10;&#10;AI-generated content may be incorrect.">
            <a:extLst>
              <a:ext uri="{FF2B5EF4-FFF2-40B4-BE49-F238E27FC236}">
                <a16:creationId xmlns:a16="http://schemas.microsoft.com/office/drawing/2014/main" id="{CFCE49BC-BC84-2EF9-74CF-5C259E17B72F}"/>
              </a:ext>
            </a:extLst>
          </p:cNvPr>
          <p:cNvPicPr>
            <a:picLocks noChangeAspect="1"/>
          </p:cNvPicPr>
          <p:nvPr/>
        </p:nvPicPr>
        <p:blipFill>
          <a:blip r:embed="rId2"/>
          <a:stretch>
            <a:fillRect/>
          </a:stretch>
        </p:blipFill>
        <p:spPr>
          <a:xfrm>
            <a:off x="-1481" y="421658"/>
            <a:ext cx="12192000" cy="6433773"/>
          </a:xfrm>
          <a:prstGeom prst="rect">
            <a:avLst/>
          </a:prstGeom>
        </p:spPr>
      </p:pic>
    </p:spTree>
    <p:extLst>
      <p:ext uri="{BB962C8B-B14F-4D97-AF65-F5344CB8AC3E}">
        <p14:creationId xmlns:p14="http://schemas.microsoft.com/office/powerpoint/2010/main" val="9325052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33FD74-B287-EA7C-AEF7-C976AF5C8281}"/>
              </a:ext>
            </a:extLst>
          </p:cNvPr>
          <p:cNvSpPr>
            <a:spLocks noGrp="1"/>
          </p:cNvSpPr>
          <p:nvPr>
            <p:ph type="sldNum" sz="quarter" idx="4"/>
          </p:nvPr>
        </p:nvSpPr>
        <p:spPr/>
        <p:txBody>
          <a:bodyPr/>
          <a:lstStyle/>
          <a:p>
            <a:fld id="{86CB4B4D-7CA3-9044-876B-883B54F8677D}" type="slidenum">
              <a:rPr lang="en-US" smtClean="0"/>
              <a:pPr/>
              <a:t>16</a:t>
            </a:fld>
            <a:endParaRPr lang="en-US"/>
          </a:p>
        </p:txBody>
      </p:sp>
      <p:pic>
        <p:nvPicPr>
          <p:cNvPr id="6" name="Picture 5" descr="A screenshot of a graph&#10;&#10;AI-generated content may be incorrect.">
            <a:extLst>
              <a:ext uri="{FF2B5EF4-FFF2-40B4-BE49-F238E27FC236}">
                <a16:creationId xmlns:a16="http://schemas.microsoft.com/office/drawing/2014/main" id="{E8538C6C-BC2E-7FEF-B747-2E86747966E1}"/>
              </a:ext>
            </a:extLst>
          </p:cNvPr>
          <p:cNvPicPr>
            <a:picLocks noChangeAspect="1"/>
          </p:cNvPicPr>
          <p:nvPr/>
        </p:nvPicPr>
        <p:blipFill>
          <a:blip r:embed="rId2"/>
          <a:stretch>
            <a:fillRect/>
          </a:stretch>
        </p:blipFill>
        <p:spPr>
          <a:xfrm>
            <a:off x="423032" y="0"/>
            <a:ext cx="10968784" cy="6858000"/>
          </a:xfrm>
          <a:prstGeom prst="rect">
            <a:avLst/>
          </a:prstGeom>
        </p:spPr>
      </p:pic>
    </p:spTree>
    <p:extLst>
      <p:ext uri="{BB962C8B-B14F-4D97-AF65-F5344CB8AC3E}">
        <p14:creationId xmlns:p14="http://schemas.microsoft.com/office/powerpoint/2010/main" val="238030999"/>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8" id="{113BFA09-69C9-5E4F-BF47-1A11B42BC8F0}" vid="{6124F050-50E5-7D46-8850-4BD75B9217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168</TotalTime>
  <Words>1335</Words>
  <Application>Microsoft Macintosh PowerPoint</Application>
  <PresentationFormat>Widescreen</PresentationFormat>
  <Paragraphs>246</Paragraphs>
  <Slides>16</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Aptos</vt:lpstr>
      <vt:lpstr>Aptos Display</vt:lpstr>
      <vt:lpstr>Arial</vt:lpstr>
      <vt:lpstr>Calibri</vt:lpstr>
      <vt:lpstr>IBM Plex Sans</vt:lpstr>
      <vt:lpstr>IBM Plex Sans ExtLt</vt:lpstr>
      <vt:lpstr>IBM Plex Sans Light</vt:lpstr>
      <vt:lpstr>IBM Plex Sans Thin</vt:lpstr>
      <vt:lpstr>office theme</vt:lpstr>
      <vt:lpstr>IBM presentation template</vt:lpstr>
      <vt:lpstr>“What are my chances of success?”</vt:lpstr>
      <vt:lpstr>PowerPoint Presentation</vt:lpstr>
      <vt:lpstr>PowerPoint Presentation</vt:lpstr>
      <vt:lpstr>Start where you can</vt:lpstr>
      <vt:lpstr>PowerPoint Presentation</vt:lpstr>
      <vt:lpstr>Ask for help</vt:lpstr>
      <vt:lpstr>PowerPoint Presentation</vt:lpstr>
      <vt:lpstr>PowerPoint Presentation</vt:lpstr>
      <vt:lpstr>PowerPoint Presentation</vt:lpstr>
      <vt:lpstr>Remember success is a slide</vt:lpstr>
      <vt:lpstr>The many moments of doubt</vt:lpstr>
      <vt:lpstr>PowerPoint Presentation</vt:lpstr>
      <vt:lpstr>PowerPoint Presentation</vt:lpstr>
      <vt:lpstr>Some example topics to ask about</vt:lpstr>
      <vt:lpstr>Research at Argonne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Katie Harrison</cp:lastModifiedBy>
  <cp:revision>1160</cp:revision>
  <cp:lastPrinted>2025-11-24T15:22:33Z</cp:lastPrinted>
  <dcterms:created xsi:type="dcterms:W3CDTF">2025-07-09T01:38:35Z</dcterms:created>
  <dcterms:modified xsi:type="dcterms:W3CDTF">2025-11-24T17:30:12Z</dcterms:modified>
</cp:coreProperties>
</file>