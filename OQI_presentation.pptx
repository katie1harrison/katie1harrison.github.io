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notesMasterIdLst>
    <p:notesMasterId r:id="rId14"/>
  </p:notesMasterIdLst>
  <p:sldIdLst>
    <p:sldId id="256" r:id="rId2"/>
    <p:sldId id="266" r:id="rId3"/>
    <p:sldId id="283" r:id="rId4"/>
    <p:sldId id="280" r:id="rId5"/>
    <p:sldId id="286" r:id="rId6"/>
    <p:sldId id="284" r:id="rId7"/>
    <p:sldId id="281" r:id="rId8"/>
    <p:sldId id="275" r:id="rId9"/>
    <p:sldId id="259" r:id="rId10"/>
    <p:sldId id="282" r:id="rId11"/>
    <p:sldId id="263" r:id="rId12"/>
    <p:sldId id="27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44A96C0-357F-EB4F-10C5-E45E6AD7B23C}" name="Katie HARRISON" initials="KH" userId="S::kfharrison@wisc.edu::f5e22dcb-aa54-4825-b422-a6b74624f705" providerId="AD"/>
  <p188:author id="{E95EEACE-89F9-EA0D-65DE-606011909586}" name="Guest User" initials="GU" userId="S::urn:spo:anon#4ea81e82b2808dbed81512e0f26c9d338402b275b0191e2f2da9cbdd5d3420b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E10D0"/>
    <a:srgbClr val="0CEBF2"/>
    <a:srgbClr val="2DCC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11CAED-107C-4CE3-CA39-EBD906FB5FC2}" v="170" dt="2022-08-16T17:11:25.713"/>
    <p1510:client id="{10058B86-22E6-7E82-D8C6-0B002E6354EE}" v="19" dt="2022-09-30T18:57:00.192"/>
    <p1510:client id="{644E7C53-2720-0687-ABF1-3D637C8C2557}" v="76" dt="2022-08-16T04:09:06.436"/>
    <p1510:client id="{68F84E03-6341-C7E4-6833-704A4AA78B31}" v="10" dt="2022-08-16T19:12:39.053"/>
    <p1510:client id="{7A089944-C11D-0201-47DE-3347B635BF9C}" v="37" dt="2022-08-16T05:26:53.914"/>
    <p1510:client id="{7EB054E6-14B0-052E-AD71-19B3808C3962}" v="224" dt="2022-08-16T05:20:22.471"/>
    <p1510:client id="{7F76E428-0F77-C252-E400-DE4DC8B6956E}" v="237" dt="2022-08-16T15:34:03.402"/>
    <p1510:client id="{BBD29EB2-DFA8-095D-4E03-CB71C70D877C}" v="4" dt="2022-11-28T22:36:59.223"/>
    <p1510:client id="{D4FCB9E7-F5CA-75A7-234E-9A8B9BD7B05C}" v="1126" dt="2022-08-16T03:43:21.719"/>
    <p1510:client id="{D927F93E-CD0B-5B46-A5F9-92B9547271CE}" v="18" dt="2022-08-16T19:25:41.5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21"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tie HARRISON" userId="S::kfharrison@wisc.edu::f5e22dcb-aa54-4825-b422-a6b74624f705" providerId="AD" clId="Web-{ADA1B72D-6269-2747-86A6-489AFDC6B988}"/>
    <pc:docChg chg="addSld modSld addMainMaster delMainMaster">
      <pc:chgData name="Katie HARRISON" userId="S::kfharrison@wisc.edu::f5e22dcb-aa54-4825-b422-a6b74624f705" providerId="AD" clId="Web-{ADA1B72D-6269-2747-86A6-489AFDC6B988}" dt="2022-08-07T03:06:29.611" v="17"/>
      <pc:docMkLst>
        <pc:docMk/>
      </pc:docMkLst>
      <pc:sldChg chg="addSp delSp modSp mod setBg modClrScheme chgLayout">
        <pc:chgData name="Katie HARRISON" userId="S::kfharrison@wisc.edu::f5e22dcb-aa54-4825-b422-a6b74624f705" providerId="AD" clId="Web-{ADA1B72D-6269-2747-86A6-489AFDC6B988}" dt="2022-08-07T03:06:29.611" v="17"/>
        <pc:sldMkLst>
          <pc:docMk/>
          <pc:sldMk cId="109857222" sldId="256"/>
        </pc:sldMkLst>
        <pc:spChg chg="mod">
          <ac:chgData name="Katie HARRISON" userId="S::kfharrison@wisc.edu::f5e22dcb-aa54-4825-b422-a6b74624f705" providerId="AD" clId="Web-{ADA1B72D-6269-2747-86A6-489AFDC6B988}" dt="2022-08-07T03:06:29.595" v="16"/>
          <ac:spMkLst>
            <pc:docMk/>
            <pc:sldMk cId="109857222" sldId="256"/>
            <ac:spMk id="2" creationId="{00000000-0000-0000-0000-000000000000}"/>
          </ac:spMkLst>
        </pc:spChg>
        <pc:spChg chg="mod">
          <ac:chgData name="Katie HARRISON" userId="S::kfharrison@wisc.edu::f5e22dcb-aa54-4825-b422-a6b74624f705" providerId="AD" clId="Web-{ADA1B72D-6269-2747-86A6-489AFDC6B988}" dt="2022-08-07T03:06:29.595" v="16"/>
          <ac:spMkLst>
            <pc:docMk/>
            <pc:sldMk cId="109857222" sldId="256"/>
            <ac:spMk id="3" creationId="{00000000-0000-0000-0000-000000000000}"/>
          </ac:spMkLst>
        </pc:spChg>
        <pc:spChg chg="add del">
          <ac:chgData name="Katie HARRISON" userId="S::kfharrison@wisc.edu::f5e22dcb-aa54-4825-b422-a6b74624f705" providerId="AD" clId="Web-{ADA1B72D-6269-2747-86A6-489AFDC6B988}" dt="2022-08-07T03:06:29.611" v="17"/>
          <ac:spMkLst>
            <pc:docMk/>
            <pc:sldMk cId="109857222" sldId="256"/>
            <ac:spMk id="9" creationId="{E91DC736-0EF8-4F87-9146-EBF1D2EE4D3D}"/>
          </ac:spMkLst>
        </pc:spChg>
        <pc:spChg chg="add del">
          <ac:chgData name="Katie HARRISON" userId="S::kfharrison@wisc.edu::f5e22dcb-aa54-4825-b422-a6b74624f705" providerId="AD" clId="Web-{ADA1B72D-6269-2747-86A6-489AFDC6B988}" dt="2022-08-07T03:06:29.611" v="17"/>
          <ac:spMkLst>
            <pc:docMk/>
            <pc:sldMk cId="109857222" sldId="256"/>
            <ac:spMk id="11" creationId="{097CD68E-23E3-4007-8847-CD0944C4F7BE}"/>
          </ac:spMkLst>
        </pc:spChg>
        <pc:spChg chg="add del">
          <ac:chgData name="Katie HARRISON" userId="S::kfharrison@wisc.edu::f5e22dcb-aa54-4825-b422-a6b74624f705" providerId="AD" clId="Web-{ADA1B72D-6269-2747-86A6-489AFDC6B988}" dt="2022-08-07T03:06:29.611" v="17"/>
          <ac:spMkLst>
            <pc:docMk/>
            <pc:sldMk cId="109857222" sldId="256"/>
            <ac:spMk id="13" creationId="{AF2F604E-43BE-4DC3-B983-E071523364F8}"/>
          </ac:spMkLst>
        </pc:spChg>
        <pc:spChg chg="add del">
          <ac:chgData name="Katie HARRISON" userId="S::kfharrison@wisc.edu::f5e22dcb-aa54-4825-b422-a6b74624f705" providerId="AD" clId="Web-{ADA1B72D-6269-2747-86A6-489AFDC6B988}" dt="2022-08-07T03:06:29.611" v="17"/>
          <ac:spMkLst>
            <pc:docMk/>
            <pc:sldMk cId="109857222" sldId="256"/>
            <ac:spMk id="15" creationId="{08C9B587-E65E-4B52-B37C-ABEBB6E87928}"/>
          </ac:spMkLst>
        </pc:spChg>
        <pc:spChg chg="add del">
          <ac:chgData name="Katie HARRISON" userId="S::kfharrison@wisc.edu::f5e22dcb-aa54-4825-b422-a6b74624f705" providerId="AD" clId="Web-{ADA1B72D-6269-2747-86A6-489AFDC6B988}" dt="2022-08-07T03:05:46.141" v="6"/>
          <ac:spMkLst>
            <pc:docMk/>
            <pc:sldMk cId="109857222" sldId="256"/>
            <ac:spMk id="17" creationId="{E91DC736-0EF8-4F87-9146-EBF1D2EE4D3D}"/>
          </ac:spMkLst>
        </pc:spChg>
        <pc:spChg chg="add del">
          <ac:chgData name="Katie HARRISON" userId="S::kfharrison@wisc.edu::f5e22dcb-aa54-4825-b422-a6b74624f705" providerId="AD" clId="Web-{ADA1B72D-6269-2747-86A6-489AFDC6B988}" dt="2022-08-07T03:05:46.141" v="6"/>
          <ac:spMkLst>
            <pc:docMk/>
            <pc:sldMk cId="109857222" sldId="256"/>
            <ac:spMk id="18" creationId="{097CD68E-23E3-4007-8847-CD0944C4F7BE}"/>
          </ac:spMkLst>
        </pc:spChg>
        <pc:spChg chg="add del">
          <ac:chgData name="Katie HARRISON" userId="S::kfharrison@wisc.edu::f5e22dcb-aa54-4825-b422-a6b74624f705" providerId="AD" clId="Web-{ADA1B72D-6269-2747-86A6-489AFDC6B988}" dt="2022-08-07T03:05:46.141" v="6"/>
          <ac:spMkLst>
            <pc:docMk/>
            <pc:sldMk cId="109857222" sldId="256"/>
            <ac:spMk id="19" creationId="{AF2F604E-43BE-4DC3-B983-E071523364F8}"/>
          </ac:spMkLst>
        </pc:spChg>
        <pc:spChg chg="add del">
          <ac:chgData name="Katie HARRISON" userId="S::kfharrison@wisc.edu::f5e22dcb-aa54-4825-b422-a6b74624f705" providerId="AD" clId="Web-{ADA1B72D-6269-2747-86A6-489AFDC6B988}" dt="2022-08-07T03:05:33.422" v="4"/>
          <ac:spMkLst>
            <pc:docMk/>
            <pc:sldMk cId="109857222" sldId="256"/>
            <ac:spMk id="20" creationId="{E91DC736-0EF8-4F87-9146-EBF1D2EE4D3D}"/>
          </ac:spMkLst>
        </pc:spChg>
        <pc:spChg chg="add del">
          <ac:chgData name="Katie HARRISON" userId="S::kfharrison@wisc.edu::f5e22dcb-aa54-4825-b422-a6b74624f705" providerId="AD" clId="Web-{ADA1B72D-6269-2747-86A6-489AFDC6B988}" dt="2022-08-07T03:05:46.141" v="6"/>
          <ac:spMkLst>
            <pc:docMk/>
            <pc:sldMk cId="109857222" sldId="256"/>
            <ac:spMk id="21" creationId="{08C9B587-E65E-4B52-B37C-ABEBB6E87928}"/>
          </ac:spMkLst>
        </pc:spChg>
        <pc:spChg chg="add del">
          <ac:chgData name="Katie HARRISON" userId="S::kfharrison@wisc.edu::f5e22dcb-aa54-4825-b422-a6b74624f705" providerId="AD" clId="Web-{ADA1B72D-6269-2747-86A6-489AFDC6B988}" dt="2022-08-07T03:05:33.422" v="4"/>
          <ac:spMkLst>
            <pc:docMk/>
            <pc:sldMk cId="109857222" sldId="256"/>
            <ac:spMk id="22" creationId="{097CD68E-23E3-4007-8847-CD0944C4F7BE}"/>
          </ac:spMkLst>
        </pc:spChg>
        <pc:spChg chg="add del">
          <ac:chgData name="Katie HARRISON" userId="S::kfharrison@wisc.edu::f5e22dcb-aa54-4825-b422-a6b74624f705" providerId="AD" clId="Web-{ADA1B72D-6269-2747-86A6-489AFDC6B988}" dt="2022-08-07T03:05:49.938" v="8"/>
          <ac:spMkLst>
            <pc:docMk/>
            <pc:sldMk cId="109857222" sldId="256"/>
            <ac:spMk id="23" creationId="{C7B352FC-1F44-4AB9-A2BD-FBF231C6B1C1}"/>
          </ac:spMkLst>
        </pc:spChg>
        <pc:spChg chg="add del">
          <ac:chgData name="Katie HARRISON" userId="S::kfharrison@wisc.edu::f5e22dcb-aa54-4825-b422-a6b74624f705" providerId="AD" clId="Web-{ADA1B72D-6269-2747-86A6-489AFDC6B988}" dt="2022-08-07T03:05:33.422" v="4"/>
          <ac:spMkLst>
            <pc:docMk/>
            <pc:sldMk cId="109857222" sldId="256"/>
            <ac:spMk id="24" creationId="{AF2F604E-43BE-4DC3-B983-E071523364F8}"/>
          </ac:spMkLst>
        </pc:spChg>
        <pc:spChg chg="add del">
          <ac:chgData name="Katie HARRISON" userId="S::kfharrison@wisc.edu::f5e22dcb-aa54-4825-b422-a6b74624f705" providerId="AD" clId="Web-{ADA1B72D-6269-2747-86A6-489AFDC6B988}" dt="2022-08-07T03:05:49.938" v="8"/>
          <ac:spMkLst>
            <pc:docMk/>
            <pc:sldMk cId="109857222" sldId="256"/>
            <ac:spMk id="25" creationId="{0ADDB668-2CA4-4D2B-9C34-3487CA330BA8}"/>
          </ac:spMkLst>
        </pc:spChg>
        <pc:spChg chg="add del">
          <ac:chgData name="Katie HARRISON" userId="S::kfharrison@wisc.edu::f5e22dcb-aa54-4825-b422-a6b74624f705" providerId="AD" clId="Web-{ADA1B72D-6269-2747-86A6-489AFDC6B988}" dt="2022-08-07T03:05:33.422" v="4"/>
          <ac:spMkLst>
            <pc:docMk/>
            <pc:sldMk cId="109857222" sldId="256"/>
            <ac:spMk id="26" creationId="{08C9B587-E65E-4B52-B37C-ABEBB6E87928}"/>
          </ac:spMkLst>
        </pc:spChg>
        <pc:spChg chg="add del">
          <ac:chgData name="Katie HARRISON" userId="S::kfharrison@wisc.edu::f5e22dcb-aa54-4825-b422-a6b74624f705" providerId="AD" clId="Web-{ADA1B72D-6269-2747-86A6-489AFDC6B988}" dt="2022-08-07T03:05:49.938" v="8"/>
          <ac:spMkLst>
            <pc:docMk/>
            <pc:sldMk cId="109857222" sldId="256"/>
            <ac:spMk id="27" creationId="{2568BC19-F052-4108-93E1-6A3D1DEC072F}"/>
          </ac:spMkLst>
        </pc:spChg>
        <pc:spChg chg="add del">
          <ac:chgData name="Katie HARRISON" userId="S::kfharrison@wisc.edu::f5e22dcb-aa54-4825-b422-a6b74624f705" providerId="AD" clId="Web-{ADA1B72D-6269-2747-86A6-489AFDC6B988}" dt="2022-08-07T03:05:49.938" v="8"/>
          <ac:spMkLst>
            <pc:docMk/>
            <pc:sldMk cId="109857222" sldId="256"/>
            <ac:spMk id="28" creationId="{D5FD337D-4D6B-4C8B-B6F5-121097E09881}"/>
          </ac:spMkLst>
        </pc:spChg>
        <pc:spChg chg="add del">
          <ac:chgData name="Katie HARRISON" userId="S::kfharrison@wisc.edu::f5e22dcb-aa54-4825-b422-a6b74624f705" providerId="AD" clId="Web-{ADA1B72D-6269-2747-86A6-489AFDC6B988}" dt="2022-08-07T03:05:56.766" v="10"/>
          <ac:spMkLst>
            <pc:docMk/>
            <pc:sldMk cId="109857222" sldId="256"/>
            <ac:spMk id="30" creationId="{E91DC736-0EF8-4F87-9146-EBF1D2EE4D3D}"/>
          </ac:spMkLst>
        </pc:spChg>
        <pc:spChg chg="add del">
          <ac:chgData name="Katie HARRISON" userId="S::kfharrison@wisc.edu::f5e22dcb-aa54-4825-b422-a6b74624f705" providerId="AD" clId="Web-{ADA1B72D-6269-2747-86A6-489AFDC6B988}" dt="2022-08-07T03:05:56.766" v="10"/>
          <ac:spMkLst>
            <pc:docMk/>
            <pc:sldMk cId="109857222" sldId="256"/>
            <ac:spMk id="31" creationId="{097CD68E-23E3-4007-8847-CD0944C4F7BE}"/>
          </ac:spMkLst>
        </pc:spChg>
        <pc:spChg chg="add del">
          <ac:chgData name="Katie HARRISON" userId="S::kfharrison@wisc.edu::f5e22dcb-aa54-4825-b422-a6b74624f705" providerId="AD" clId="Web-{ADA1B72D-6269-2747-86A6-489AFDC6B988}" dt="2022-08-07T03:05:56.766" v="10"/>
          <ac:spMkLst>
            <pc:docMk/>
            <pc:sldMk cId="109857222" sldId="256"/>
            <ac:spMk id="32" creationId="{AF2F604E-43BE-4DC3-B983-E071523364F8}"/>
          </ac:spMkLst>
        </pc:spChg>
        <pc:spChg chg="add del">
          <ac:chgData name="Katie HARRISON" userId="S::kfharrison@wisc.edu::f5e22dcb-aa54-4825-b422-a6b74624f705" providerId="AD" clId="Web-{ADA1B72D-6269-2747-86A6-489AFDC6B988}" dt="2022-08-07T03:05:56.766" v="10"/>
          <ac:spMkLst>
            <pc:docMk/>
            <pc:sldMk cId="109857222" sldId="256"/>
            <ac:spMk id="33" creationId="{08C9B587-E65E-4B52-B37C-ABEBB6E87928}"/>
          </ac:spMkLst>
        </pc:spChg>
        <pc:spChg chg="add del">
          <ac:chgData name="Katie HARRISON" userId="S::kfharrison@wisc.edu::f5e22dcb-aa54-4825-b422-a6b74624f705" providerId="AD" clId="Web-{ADA1B72D-6269-2747-86A6-489AFDC6B988}" dt="2022-08-07T03:06:06.595" v="12"/>
          <ac:spMkLst>
            <pc:docMk/>
            <pc:sldMk cId="109857222" sldId="256"/>
            <ac:spMk id="35" creationId="{C7B352FC-1F44-4AB9-A2BD-FBF231C6B1C1}"/>
          </ac:spMkLst>
        </pc:spChg>
        <pc:spChg chg="add del">
          <ac:chgData name="Katie HARRISON" userId="S::kfharrison@wisc.edu::f5e22dcb-aa54-4825-b422-a6b74624f705" providerId="AD" clId="Web-{ADA1B72D-6269-2747-86A6-489AFDC6B988}" dt="2022-08-07T03:06:06.595" v="12"/>
          <ac:spMkLst>
            <pc:docMk/>
            <pc:sldMk cId="109857222" sldId="256"/>
            <ac:spMk id="36" creationId="{0ADDB668-2CA4-4D2B-9C34-3487CA330BA8}"/>
          </ac:spMkLst>
        </pc:spChg>
        <pc:spChg chg="add del">
          <ac:chgData name="Katie HARRISON" userId="S::kfharrison@wisc.edu::f5e22dcb-aa54-4825-b422-a6b74624f705" providerId="AD" clId="Web-{ADA1B72D-6269-2747-86A6-489AFDC6B988}" dt="2022-08-07T03:06:06.595" v="12"/>
          <ac:spMkLst>
            <pc:docMk/>
            <pc:sldMk cId="109857222" sldId="256"/>
            <ac:spMk id="37" creationId="{2568BC19-F052-4108-93E1-6A3D1DEC072F}"/>
          </ac:spMkLst>
        </pc:spChg>
        <pc:spChg chg="add del">
          <ac:chgData name="Katie HARRISON" userId="S::kfharrison@wisc.edu::f5e22dcb-aa54-4825-b422-a6b74624f705" providerId="AD" clId="Web-{ADA1B72D-6269-2747-86A6-489AFDC6B988}" dt="2022-08-07T03:06:06.595" v="12"/>
          <ac:spMkLst>
            <pc:docMk/>
            <pc:sldMk cId="109857222" sldId="256"/>
            <ac:spMk id="38" creationId="{D5FD337D-4D6B-4C8B-B6F5-121097E09881}"/>
          </ac:spMkLst>
        </pc:spChg>
        <pc:spChg chg="add del">
          <ac:chgData name="Katie HARRISON" userId="S::kfharrison@wisc.edu::f5e22dcb-aa54-4825-b422-a6b74624f705" providerId="AD" clId="Web-{ADA1B72D-6269-2747-86A6-489AFDC6B988}" dt="2022-08-07T03:06:24.126" v="14"/>
          <ac:spMkLst>
            <pc:docMk/>
            <pc:sldMk cId="109857222" sldId="256"/>
            <ac:spMk id="40" creationId="{E91DC736-0EF8-4F87-9146-EBF1D2EE4D3D}"/>
          </ac:spMkLst>
        </pc:spChg>
        <pc:spChg chg="add del">
          <ac:chgData name="Katie HARRISON" userId="S::kfharrison@wisc.edu::f5e22dcb-aa54-4825-b422-a6b74624f705" providerId="AD" clId="Web-{ADA1B72D-6269-2747-86A6-489AFDC6B988}" dt="2022-08-07T03:06:24.126" v="14"/>
          <ac:spMkLst>
            <pc:docMk/>
            <pc:sldMk cId="109857222" sldId="256"/>
            <ac:spMk id="41" creationId="{097CD68E-23E3-4007-8847-CD0944C4F7BE}"/>
          </ac:spMkLst>
        </pc:spChg>
        <pc:spChg chg="add del">
          <ac:chgData name="Katie HARRISON" userId="S::kfharrison@wisc.edu::f5e22dcb-aa54-4825-b422-a6b74624f705" providerId="AD" clId="Web-{ADA1B72D-6269-2747-86A6-489AFDC6B988}" dt="2022-08-07T03:06:24.126" v="14"/>
          <ac:spMkLst>
            <pc:docMk/>
            <pc:sldMk cId="109857222" sldId="256"/>
            <ac:spMk id="42" creationId="{AF2F604E-43BE-4DC3-B983-E071523364F8}"/>
          </ac:spMkLst>
        </pc:spChg>
        <pc:spChg chg="add del">
          <ac:chgData name="Katie HARRISON" userId="S::kfharrison@wisc.edu::f5e22dcb-aa54-4825-b422-a6b74624f705" providerId="AD" clId="Web-{ADA1B72D-6269-2747-86A6-489AFDC6B988}" dt="2022-08-07T03:06:24.126" v="14"/>
          <ac:spMkLst>
            <pc:docMk/>
            <pc:sldMk cId="109857222" sldId="256"/>
            <ac:spMk id="43" creationId="{08C9B587-E65E-4B52-B37C-ABEBB6E87928}"/>
          </ac:spMkLst>
        </pc:spChg>
        <pc:spChg chg="add del">
          <ac:chgData name="Katie HARRISON" userId="S::kfharrison@wisc.edu::f5e22dcb-aa54-4825-b422-a6b74624f705" providerId="AD" clId="Web-{ADA1B72D-6269-2747-86A6-489AFDC6B988}" dt="2022-08-07T03:06:29.595" v="16"/>
          <ac:spMkLst>
            <pc:docMk/>
            <pc:sldMk cId="109857222" sldId="256"/>
            <ac:spMk id="45" creationId="{4DA4374D-F270-4C02-88D7-B751FD9BD6BD}"/>
          </ac:spMkLst>
        </pc:spChg>
        <pc:spChg chg="add del">
          <ac:chgData name="Katie HARRISON" userId="S::kfharrison@wisc.edu::f5e22dcb-aa54-4825-b422-a6b74624f705" providerId="AD" clId="Web-{ADA1B72D-6269-2747-86A6-489AFDC6B988}" dt="2022-08-07T03:06:29.595" v="16"/>
          <ac:spMkLst>
            <pc:docMk/>
            <pc:sldMk cId="109857222" sldId="256"/>
            <ac:spMk id="46" creationId="{1ACA2EA0-FFD3-42EC-9406-B595015ED96E}"/>
          </ac:spMkLst>
        </pc:spChg>
        <pc:spChg chg="add del">
          <ac:chgData name="Katie HARRISON" userId="S::kfharrison@wisc.edu::f5e22dcb-aa54-4825-b422-a6b74624f705" providerId="AD" clId="Web-{ADA1B72D-6269-2747-86A6-489AFDC6B988}" dt="2022-08-07T03:06:29.595" v="16"/>
          <ac:spMkLst>
            <pc:docMk/>
            <pc:sldMk cId="109857222" sldId="256"/>
            <ac:spMk id="47" creationId="{D5288BCE-665C-472A-8C43-664BCFA31E43}"/>
          </ac:spMkLst>
        </pc:spChg>
        <pc:spChg chg="add del">
          <ac:chgData name="Katie HARRISON" userId="S::kfharrison@wisc.edu::f5e22dcb-aa54-4825-b422-a6b74624f705" providerId="AD" clId="Web-{ADA1B72D-6269-2747-86A6-489AFDC6B988}" dt="2022-08-07T03:06:29.595" v="16"/>
          <ac:spMkLst>
            <pc:docMk/>
            <pc:sldMk cId="109857222" sldId="256"/>
            <ac:spMk id="48" creationId="{46C57131-53A7-4C1A-BEA8-25F06A06AD29}"/>
          </ac:spMkLst>
        </pc:spChg>
        <pc:spChg chg="add">
          <ac:chgData name="Katie HARRISON" userId="S::kfharrison@wisc.edu::f5e22dcb-aa54-4825-b422-a6b74624f705" providerId="AD" clId="Web-{ADA1B72D-6269-2747-86A6-489AFDC6B988}" dt="2022-08-07T03:06:29.611" v="17"/>
          <ac:spMkLst>
            <pc:docMk/>
            <pc:sldMk cId="109857222" sldId="256"/>
            <ac:spMk id="50" creationId="{55666830-9A19-4E01-8505-D6C7F9AC5665}"/>
          </ac:spMkLst>
        </pc:spChg>
        <pc:spChg chg="add">
          <ac:chgData name="Katie HARRISON" userId="S::kfharrison@wisc.edu::f5e22dcb-aa54-4825-b422-a6b74624f705" providerId="AD" clId="Web-{ADA1B72D-6269-2747-86A6-489AFDC6B988}" dt="2022-08-07T03:06:29.611" v="17"/>
          <ac:spMkLst>
            <pc:docMk/>
            <pc:sldMk cId="109857222" sldId="256"/>
            <ac:spMk id="51" creationId="{AE9FC877-7FB6-4D22-9988-35420644E202}"/>
          </ac:spMkLst>
        </pc:spChg>
        <pc:spChg chg="add">
          <ac:chgData name="Katie HARRISON" userId="S::kfharrison@wisc.edu::f5e22dcb-aa54-4825-b422-a6b74624f705" providerId="AD" clId="Web-{ADA1B72D-6269-2747-86A6-489AFDC6B988}" dt="2022-08-07T03:06:29.611" v="17"/>
          <ac:spMkLst>
            <pc:docMk/>
            <pc:sldMk cId="109857222" sldId="256"/>
            <ac:spMk id="52" creationId="{E41809D1-F12E-46BB-B804-5F209D325E8B}"/>
          </ac:spMkLst>
        </pc:spChg>
        <pc:spChg chg="add">
          <ac:chgData name="Katie HARRISON" userId="S::kfharrison@wisc.edu::f5e22dcb-aa54-4825-b422-a6b74624f705" providerId="AD" clId="Web-{ADA1B72D-6269-2747-86A6-489AFDC6B988}" dt="2022-08-07T03:06:29.611" v="17"/>
          <ac:spMkLst>
            <pc:docMk/>
            <pc:sldMk cId="109857222" sldId="256"/>
            <ac:spMk id="53" creationId="{AF2F604E-43BE-4DC3-B983-E071523364F8}"/>
          </ac:spMkLst>
        </pc:spChg>
        <pc:spChg chg="add">
          <ac:chgData name="Katie HARRISON" userId="S::kfharrison@wisc.edu::f5e22dcb-aa54-4825-b422-a6b74624f705" providerId="AD" clId="Web-{ADA1B72D-6269-2747-86A6-489AFDC6B988}" dt="2022-08-07T03:06:29.611" v="17"/>
          <ac:spMkLst>
            <pc:docMk/>
            <pc:sldMk cId="109857222" sldId="256"/>
            <ac:spMk id="54" creationId="{08C9B587-E65E-4B52-B37C-ABEBB6E87928}"/>
          </ac:spMkLst>
        </pc:spChg>
        <pc:picChg chg="add mod">
          <ac:chgData name="Katie HARRISON" userId="S::kfharrison@wisc.edu::f5e22dcb-aa54-4825-b422-a6b74624f705" providerId="AD" clId="Web-{ADA1B72D-6269-2747-86A6-489AFDC6B988}" dt="2022-08-07T03:06:29.611" v="17"/>
          <ac:picMkLst>
            <pc:docMk/>
            <pc:sldMk cId="109857222" sldId="256"/>
            <ac:picMk id="4" creationId="{42D044D1-661B-D323-2970-AD0AF3924360}"/>
          </ac:picMkLst>
        </pc:picChg>
      </pc:sldChg>
      <pc:sldChg chg="new">
        <pc:chgData name="Katie HARRISON" userId="S::kfharrison@wisc.edu::f5e22dcb-aa54-4825-b422-a6b74624f705" providerId="AD" clId="Web-{ADA1B72D-6269-2747-86A6-489AFDC6B988}" dt="2022-08-07T03:04:34.420" v="1"/>
        <pc:sldMkLst>
          <pc:docMk/>
          <pc:sldMk cId="535810320" sldId="257"/>
        </pc:sldMkLst>
      </pc:sldChg>
      <pc:sldChg chg="new">
        <pc:chgData name="Katie HARRISON" userId="S::kfharrison@wisc.edu::f5e22dcb-aa54-4825-b422-a6b74624f705" providerId="AD" clId="Web-{ADA1B72D-6269-2747-86A6-489AFDC6B988}" dt="2022-08-07T03:04:36.342" v="2"/>
        <pc:sldMkLst>
          <pc:docMk/>
          <pc:sldMk cId="308295134" sldId="258"/>
        </pc:sldMkLst>
      </pc:sldChg>
      <pc:sldMasterChg chg="del delSldLayout">
        <pc:chgData name="Katie HARRISON" userId="S::kfharrison@wisc.edu::f5e22dcb-aa54-4825-b422-a6b74624f705" providerId="AD" clId="Web-{ADA1B72D-6269-2747-86A6-489AFDC6B988}" dt="2022-08-07T03:04:05.357" v="0"/>
        <pc:sldMasterMkLst>
          <pc:docMk/>
          <pc:sldMasterMk cId="2460954070" sldId="2147483660"/>
        </pc:sldMasterMkLst>
        <pc:sldLayoutChg chg="del">
          <pc:chgData name="Katie HARRISON" userId="S::kfharrison@wisc.edu::f5e22dcb-aa54-4825-b422-a6b74624f705" providerId="AD" clId="Web-{ADA1B72D-6269-2747-86A6-489AFDC6B988}" dt="2022-08-07T03:04:05.357" v="0"/>
          <pc:sldLayoutMkLst>
            <pc:docMk/>
            <pc:sldMasterMk cId="2460954070" sldId="2147483660"/>
            <pc:sldLayoutMk cId="2385387890" sldId="2147483661"/>
          </pc:sldLayoutMkLst>
        </pc:sldLayoutChg>
        <pc:sldLayoutChg chg="del">
          <pc:chgData name="Katie HARRISON" userId="S::kfharrison@wisc.edu::f5e22dcb-aa54-4825-b422-a6b74624f705" providerId="AD" clId="Web-{ADA1B72D-6269-2747-86A6-489AFDC6B988}" dt="2022-08-07T03:04:05.357" v="0"/>
          <pc:sldLayoutMkLst>
            <pc:docMk/>
            <pc:sldMasterMk cId="2460954070" sldId="2147483660"/>
            <pc:sldLayoutMk cId="949138452" sldId="2147483662"/>
          </pc:sldLayoutMkLst>
        </pc:sldLayoutChg>
        <pc:sldLayoutChg chg="del">
          <pc:chgData name="Katie HARRISON" userId="S::kfharrison@wisc.edu::f5e22dcb-aa54-4825-b422-a6b74624f705" providerId="AD" clId="Web-{ADA1B72D-6269-2747-86A6-489AFDC6B988}" dt="2022-08-07T03:04:05.357" v="0"/>
          <pc:sldLayoutMkLst>
            <pc:docMk/>
            <pc:sldMasterMk cId="2460954070" sldId="2147483660"/>
            <pc:sldLayoutMk cId="2591524520" sldId="2147483663"/>
          </pc:sldLayoutMkLst>
        </pc:sldLayoutChg>
        <pc:sldLayoutChg chg="del">
          <pc:chgData name="Katie HARRISON" userId="S::kfharrison@wisc.edu::f5e22dcb-aa54-4825-b422-a6b74624f705" providerId="AD" clId="Web-{ADA1B72D-6269-2747-86A6-489AFDC6B988}" dt="2022-08-07T03:04:05.357" v="0"/>
          <pc:sldLayoutMkLst>
            <pc:docMk/>
            <pc:sldMasterMk cId="2460954070" sldId="2147483660"/>
            <pc:sldLayoutMk cId="1203092039" sldId="2147483664"/>
          </pc:sldLayoutMkLst>
        </pc:sldLayoutChg>
        <pc:sldLayoutChg chg="del">
          <pc:chgData name="Katie HARRISON" userId="S::kfharrison@wisc.edu::f5e22dcb-aa54-4825-b422-a6b74624f705" providerId="AD" clId="Web-{ADA1B72D-6269-2747-86A6-489AFDC6B988}" dt="2022-08-07T03:04:05.357" v="0"/>
          <pc:sldLayoutMkLst>
            <pc:docMk/>
            <pc:sldMasterMk cId="2460954070" sldId="2147483660"/>
            <pc:sldLayoutMk cId="3733172339" sldId="2147483665"/>
          </pc:sldLayoutMkLst>
        </pc:sldLayoutChg>
        <pc:sldLayoutChg chg="del">
          <pc:chgData name="Katie HARRISON" userId="S::kfharrison@wisc.edu::f5e22dcb-aa54-4825-b422-a6b74624f705" providerId="AD" clId="Web-{ADA1B72D-6269-2747-86A6-489AFDC6B988}" dt="2022-08-07T03:04:05.357" v="0"/>
          <pc:sldLayoutMkLst>
            <pc:docMk/>
            <pc:sldMasterMk cId="2460954070" sldId="2147483660"/>
            <pc:sldLayoutMk cId="3210312558" sldId="2147483666"/>
          </pc:sldLayoutMkLst>
        </pc:sldLayoutChg>
        <pc:sldLayoutChg chg="del">
          <pc:chgData name="Katie HARRISON" userId="S::kfharrison@wisc.edu::f5e22dcb-aa54-4825-b422-a6b74624f705" providerId="AD" clId="Web-{ADA1B72D-6269-2747-86A6-489AFDC6B988}" dt="2022-08-07T03:04:05.357" v="0"/>
          <pc:sldLayoutMkLst>
            <pc:docMk/>
            <pc:sldMasterMk cId="2460954070" sldId="2147483660"/>
            <pc:sldLayoutMk cId="3146388984" sldId="2147483667"/>
          </pc:sldLayoutMkLst>
        </pc:sldLayoutChg>
        <pc:sldLayoutChg chg="del">
          <pc:chgData name="Katie HARRISON" userId="S::kfharrison@wisc.edu::f5e22dcb-aa54-4825-b422-a6b74624f705" providerId="AD" clId="Web-{ADA1B72D-6269-2747-86A6-489AFDC6B988}" dt="2022-08-07T03:04:05.357" v="0"/>
          <pc:sldLayoutMkLst>
            <pc:docMk/>
            <pc:sldMasterMk cId="2460954070" sldId="2147483660"/>
            <pc:sldLayoutMk cId="3171841454" sldId="2147483668"/>
          </pc:sldLayoutMkLst>
        </pc:sldLayoutChg>
        <pc:sldLayoutChg chg="del">
          <pc:chgData name="Katie HARRISON" userId="S::kfharrison@wisc.edu::f5e22dcb-aa54-4825-b422-a6b74624f705" providerId="AD" clId="Web-{ADA1B72D-6269-2747-86A6-489AFDC6B988}" dt="2022-08-07T03:04:05.357" v="0"/>
          <pc:sldLayoutMkLst>
            <pc:docMk/>
            <pc:sldMasterMk cId="2460954070" sldId="2147483660"/>
            <pc:sldLayoutMk cId="1718958274" sldId="2147483669"/>
          </pc:sldLayoutMkLst>
        </pc:sldLayoutChg>
        <pc:sldLayoutChg chg="del">
          <pc:chgData name="Katie HARRISON" userId="S::kfharrison@wisc.edu::f5e22dcb-aa54-4825-b422-a6b74624f705" providerId="AD" clId="Web-{ADA1B72D-6269-2747-86A6-489AFDC6B988}" dt="2022-08-07T03:04:05.357" v="0"/>
          <pc:sldLayoutMkLst>
            <pc:docMk/>
            <pc:sldMasterMk cId="2460954070" sldId="2147483660"/>
            <pc:sldLayoutMk cId="2202905451" sldId="2147483670"/>
          </pc:sldLayoutMkLst>
        </pc:sldLayoutChg>
        <pc:sldLayoutChg chg="del">
          <pc:chgData name="Katie HARRISON" userId="S::kfharrison@wisc.edu::f5e22dcb-aa54-4825-b422-a6b74624f705" providerId="AD" clId="Web-{ADA1B72D-6269-2747-86A6-489AFDC6B988}" dt="2022-08-07T03:04:05.357" v="0"/>
          <pc:sldLayoutMkLst>
            <pc:docMk/>
            <pc:sldMasterMk cId="2460954070" sldId="2147483660"/>
            <pc:sldLayoutMk cId="3479445657" sldId="2147483671"/>
          </pc:sldLayoutMkLst>
        </pc:sldLayoutChg>
      </pc:sldMasterChg>
      <pc:sldMasterChg chg="add addSldLayout">
        <pc:chgData name="Katie HARRISON" userId="S::kfharrison@wisc.edu::f5e22dcb-aa54-4825-b422-a6b74624f705" providerId="AD" clId="Web-{ADA1B72D-6269-2747-86A6-489AFDC6B988}" dt="2022-08-07T03:04:05.357" v="0"/>
        <pc:sldMasterMkLst>
          <pc:docMk/>
          <pc:sldMasterMk cId="2545246819" sldId="2147483711"/>
        </pc:sldMasterMkLst>
        <pc:sldLayoutChg chg="add">
          <pc:chgData name="Katie HARRISON" userId="S::kfharrison@wisc.edu::f5e22dcb-aa54-4825-b422-a6b74624f705" providerId="AD" clId="Web-{ADA1B72D-6269-2747-86A6-489AFDC6B988}" dt="2022-08-07T03:04:05.357" v="0"/>
          <pc:sldLayoutMkLst>
            <pc:docMk/>
            <pc:sldMasterMk cId="2545246819" sldId="2147483711"/>
            <pc:sldLayoutMk cId="1270311202" sldId="2147483700"/>
          </pc:sldLayoutMkLst>
        </pc:sldLayoutChg>
        <pc:sldLayoutChg chg="add">
          <pc:chgData name="Katie HARRISON" userId="S::kfharrison@wisc.edu::f5e22dcb-aa54-4825-b422-a6b74624f705" providerId="AD" clId="Web-{ADA1B72D-6269-2747-86A6-489AFDC6B988}" dt="2022-08-07T03:04:05.357" v="0"/>
          <pc:sldLayoutMkLst>
            <pc:docMk/>
            <pc:sldMasterMk cId="2545246819" sldId="2147483711"/>
            <pc:sldLayoutMk cId="2544601085" sldId="2147483701"/>
          </pc:sldLayoutMkLst>
        </pc:sldLayoutChg>
        <pc:sldLayoutChg chg="add">
          <pc:chgData name="Katie HARRISON" userId="S::kfharrison@wisc.edu::f5e22dcb-aa54-4825-b422-a6b74624f705" providerId="AD" clId="Web-{ADA1B72D-6269-2747-86A6-489AFDC6B988}" dt="2022-08-07T03:04:05.357" v="0"/>
          <pc:sldLayoutMkLst>
            <pc:docMk/>
            <pc:sldMasterMk cId="2545246819" sldId="2147483711"/>
            <pc:sldLayoutMk cId="1595662154" sldId="2147483702"/>
          </pc:sldLayoutMkLst>
        </pc:sldLayoutChg>
        <pc:sldLayoutChg chg="add">
          <pc:chgData name="Katie HARRISON" userId="S::kfharrison@wisc.edu::f5e22dcb-aa54-4825-b422-a6b74624f705" providerId="AD" clId="Web-{ADA1B72D-6269-2747-86A6-489AFDC6B988}" dt="2022-08-07T03:04:05.357" v="0"/>
          <pc:sldLayoutMkLst>
            <pc:docMk/>
            <pc:sldMasterMk cId="2545246819" sldId="2147483711"/>
            <pc:sldLayoutMk cId="3876635383" sldId="2147483703"/>
          </pc:sldLayoutMkLst>
        </pc:sldLayoutChg>
        <pc:sldLayoutChg chg="add">
          <pc:chgData name="Katie HARRISON" userId="S::kfharrison@wisc.edu::f5e22dcb-aa54-4825-b422-a6b74624f705" providerId="AD" clId="Web-{ADA1B72D-6269-2747-86A6-489AFDC6B988}" dt="2022-08-07T03:04:05.357" v="0"/>
          <pc:sldLayoutMkLst>
            <pc:docMk/>
            <pc:sldMasterMk cId="2545246819" sldId="2147483711"/>
            <pc:sldLayoutMk cId="438883660" sldId="2147483704"/>
          </pc:sldLayoutMkLst>
        </pc:sldLayoutChg>
        <pc:sldLayoutChg chg="add">
          <pc:chgData name="Katie HARRISON" userId="S::kfharrison@wisc.edu::f5e22dcb-aa54-4825-b422-a6b74624f705" providerId="AD" clId="Web-{ADA1B72D-6269-2747-86A6-489AFDC6B988}" dt="2022-08-07T03:04:05.357" v="0"/>
          <pc:sldLayoutMkLst>
            <pc:docMk/>
            <pc:sldMasterMk cId="2545246819" sldId="2147483711"/>
            <pc:sldLayoutMk cId="1883303484" sldId="2147483705"/>
          </pc:sldLayoutMkLst>
        </pc:sldLayoutChg>
        <pc:sldLayoutChg chg="add">
          <pc:chgData name="Katie HARRISON" userId="S::kfharrison@wisc.edu::f5e22dcb-aa54-4825-b422-a6b74624f705" providerId="AD" clId="Web-{ADA1B72D-6269-2747-86A6-489AFDC6B988}" dt="2022-08-07T03:04:05.357" v="0"/>
          <pc:sldLayoutMkLst>
            <pc:docMk/>
            <pc:sldMasterMk cId="2545246819" sldId="2147483711"/>
            <pc:sldLayoutMk cId="1028550258" sldId="2147483706"/>
          </pc:sldLayoutMkLst>
        </pc:sldLayoutChg>
        <pc:sldLayoutChg chg="add">
          <pc:chgData name="Katie HARRISON" userId="S::kfharrison@wisc.edu::f5e22dcb-aa54-4825-b422-a6b74624f705" providerId="AD" clId="Web-{ADA1B72D-6269-2747-86A6-489AFDC6B988}" dt="2022-08-07T03:04:05.357" v="0"/>
          <pc:sldLayoutMkLst>
            <pc:docMk/>
            <pc:sldMasterMk cId="2545246819" sldId="2147483711"/>
            <pc:sldLayoutMk cId="240046664" sldId="2147483707"/>
          </pc:sldLayoutMkLst>
        </pc:sldLayoutChg>
        <pc:sldLayoutChg chg="add">
          <pc:chgData name="Katie HARRISON" userId="S::kfharrison@wisc.edu::f5e22dcb-aa54-4825-b422-a6b74624f705" providerId="AD" clId="Web-{ADA1B72D-6269-2747-86A6-489AFDC6B988}" dt="2022-08-07T03:04:05.357" v="0"/>
          <pc:sldLayoutMkLst>
            <pc:docMk/>
            <pc:sldMasterMk cId="2545246819" sldId="2147483711"/>
            <pc:sldLayoutMk cId="4017093653" sldId="2147483708"/>
          </pc:sldLayoutMkLst>
        </pc:sldLayoutChg>
        <pc:sldLayoutChg chg="add">
          <pc:chgData name="Katie HARRISON" userId="S::kfharrison@wisc.edu::f5e22dcb-aa54-4825-b422-a6b74624f705" providerId="AD" clId="Web-{ADA1B72D-6269-2747-86A6-489AFDC6B988}" dt="2022-08-07T03:04:05.357" v="0"/>
          <pc:sldLayoutMkLst>
            <pc:docMk/>
            <pc:sldMasterMk cId="2545246819" sldId="2147483711"/>
            <pc:sldLayoutMk cId="121768661" sldId="2147483709"/>
          </pc:sldLayoutMkLst>
        </pc:sldLayoutChg>
        <pc:sldLayoutChg chg="add">
          <pc:chgData name="Katie HARRISON" userId="S::kfharrison@wisc.edu::f5e22dcb-aa54-4825-b422-a6b74624f705" providerId="AD" clId="Web-{ADA1B72D-6269-2747-86A6-489AFDC6B988}" dt="2022-08-07T03:04:05.357" v="0"/>
          <pc:sldLayoutMkLst>
            <pc:docMk/>
            <pc:sldMasterMk cId="2545246819" sldId="2147483711"/>
            <pc:sldLayoutMk cId="3772842997" sldId="2147483710"/>
          </pc:sldLayoutMkLst>
        </pc:sldLayoutChg>
      </pc:sldMasterChg>
    </pc:docChg>
  </pc:docChgLst>
  <pc:docChgLst>
    <pc:chgData name="Katie HARRISON" userId="S::kfharrison@wisc.edu::f5e22dcb-aa54-4825-b422-a6b74624f705" providerId="AD" clId="Web-{E2FC95A9-0950-7EE1-3039-95D9388E970D}"/>
    <pc:docChg chg="modSld">
      <pc:chgData name="Katie HARRISON" userId="S::kfharrison@wisc.edu::f5e22dcb-aa54-4825-b422-a6b74624f705" providerId="AD" clId="Web-{E2FC95A9-0950-7EE1-3039-95D9388E970D}" dt="2022-08-09T11:22:47.507" v="11" actId="1076"/>
      <pc:docMkLst>
        <pc:docMk/>
      </pc:docMkLst>
      <pc:sldChg chg="addSp delSp modSp">
        <pc:chgData name="Katie HARRISON" userId="S::kfharrison@wisc.edu::f5e22dcb-aa54-4825-b422-a6b74624f705" providerId="AD" clId="Web-{E2FC95A9-0950-7EE1-3039-95D9388E970D}" dt="2022-08-09T11:22:47.507" v="11" actId="1076"/>
        <pc:sldMkLst>
          <pc:docMk/>
          <pc:sldMk cId="2509158788" sldId="259"/>
        </pc:sldMkLst>
        <pc:spChg chg="add del mod">
          <ac:chgData name="Katie HARRISON" userId="S::kfharrison@wisc.edu::f5e22dcb-aa54-4825-b422-a6b74624f705" providerId="AD" clId="Web-{E2FC95A9-0950-7EE1-3039-95D9388E970D}" dt="2022-08-09T06:48:09.111" v="2"/>
          <ac:spMkLst>
            <pc:docMk/>
            <pc:sldMk cId="2509158788" sldId="259"/>
            <ac:spMk id="8" creationId="{7793575A-E474-58B4-ABFE-F3A544ABFFD0}"/>
          </ac:spMkLst>
        </pc:spChg>
        <pc:picChg chg="add mod">
          <ac:chgData name="Katie HARRISON" userId="S::kfharrison@wisc.edu::f5e22dcb-aa54-4825-b422-a6b74624f705" providerId="AD" clId="Web-{E2FC95A9-0950-7EE1-3039-95D9388E970D}" dt="2022-08-09T11:22:47.507" v="11" actId="1076"/>
          <ac:picMkLst>
            <pc:docMk/>
            <pc:sldMk cId="2509158788" sldId="259"/>
            <ac:picMk id="3" creationId="{DDC1FAF7-D6A2-642F-4677-97CF4E000E8E}"/>
          </ac:picMkLst>
        </pc:picChg>
        <pc:picChg chg="del mod">
          <ac:chgData name="Katie HARRISON" userId="S::kfharrison@wisc.edu::f5e22dcb-aa54-4825-b422-a6b74624f705" providerId="AD" clId="Web-{E2FC95A9-0950-7EE1-3039-95D9388E970D}" dt="2022-08-09T06:48:06.049" v="1"/>
          <ac:picMkLst>
            <pc:docMk/>
            <pc:sldMk cId="2509158788" sldId="259"/>
            <ac:picMk id="3" creationId="{F208374F-E0DE-7DDB-615F-4DEF28DFA113}"/>
          </ac:picMkLst>
        </pc:picChg>
        <pc:picChg chg="del mod">
          <ac:chgData name="Katie HARRISON" userId="S::kfharrison@wisc.edu::f5e22dcb-aa54-4825-b422-a6b74624f705" providerId="AD" clId="Web-{E2FC95A9-0950-7EE1-3039-95D9388E970D}" dt="2022-08-09T11:22:22.539" v="7"/>
          <ac:picMkLst>
            <pc:docMk/>
            <pc:sldMk cId="2509158788" sldId="259"/>
            <ac:picMk id="7" creationId="{1DE995AA-998F-EFA6-52BC-43F412A90D10}"/>
          </ac:picMkLst>
        </pc:picChg>
        <pc:picChg chg="add mod ord modCrop">
          <ac:chgData name="Katie HARRISON" userId="S::kfharrison@wisc.edu::f5e22dcb-aa54-4825-b422-a6b74624f705" providerId="AD" clId="Web-{E2FC95A9-0950-7EE1-3039-95D9388E970D}" dt="2022-08-09T06:48:20.721" v="5" actId="1076"/>
          <ac:picMkLst>
            <pc:docMk/>
            <pc:sldMk cId="2509158788" sldId="259"/>
            <ac:picMk id="9" creationId="{FFD546E2-62B3-7552-EE8F-CFB22C10949C}"/>
          </ac:picMkLst>
        </pc:picChg>
      </pc:sldChg>
    </pc:docChg>
  </pc:docChgLst>
  <pc:docChgLst>
    <pc:chgData name="Katie HARRISON" userId="S::kfharrison@wisc.edu::f5e22dcb-aa54-4825-b422-a6b74624f705" providerId="AD" clId="Web-{F5F67676-B271-5B5A-FF3E-204ED0BFA06E}"/>
    <pc:docChg chg="addSld modSld sldOrd">
      <pc:chgData name="Katie HARRISON" userId="S::kfharrison@wisc.edu::f5e22dcb-aa54-4825-b422-a6b74624f705" providerId="AD" clId="Web-{F5F67676-B271-5B5A-FF3E-204ED0BFA06E}" dt="2022-08-13T21:48:22.655" v="27" actId="14100"/>
      <pc:docMkLst>
        <pc:docMk/>
      </pc:docMkLst>
      <pc:sldChg chg="addSp delSp modSp mod ord modClrScheme delDesignElem chgLayout">
        <pc:chgData name="Katie HARRISON" userId="S::kfharrison@wisc.edu::f5e22dcb-aa54-4825-b422-a6b74624f705" providerId="AD" clId="Web-{F5F67676-B271-5B5A-FF3E-204ED0BFA06E}" dt="2022-08-13T21:48:22.655" v="27" actId="14100"/>
        <pc:sldMkLst>
          <pc:docMk/>
          <pc:sldMk cId="2509158788" sldId="259"/>
        </pc:sldMkLst>
        <pc:spChg chg="mod ord">
          <ac:chgData name="Katie HARRISON" userId="S::kfharrison@wisc.edu::f5e22dcb-aa54-4825-b422-a6b74624f705" providerId="AD" clId="Web-{F5F67676-B271-5B5A-FF3E-204ED0BFA06E}" dt="2022-08-13T21:48:03.530" v="23"/>
          <ac:spMkLst>
            <pc:docMk/>
            <pc:sldMk cId="2509158788" sldId="259"/>
            <ac:spMk id="4" creationId="{05DB6340-162A-4892-7705-8487110AA7DD}"/>
          </ac:spMkLst>
        </pc:spChg>
        <pc:spChg chg="add del mod">
          <ac:chgData name="Katie HARRISON" userId="S::kfharrison@wisc.edu::f5e22dcb-aa54-4825-b422-a6b74624f705" providerId="AD" clId="Web-{F5F67676-B271-5B5A-FF3E-204ED0BFA06E}" dt="2022-08-13T21:44:47.371" v="7"/>
          <ac:spMkLst>
            <pc:docMk/>
            <pc:sldMk cId="2509158788" sldId="259"/>
            <ac:spMk id="5" creationId="{83D7A272-2C78-0092-71F5-58D9A24760D2}"/>
          </ac:spMkLst>
        </pc:spChg>
        <pc:spChg chg="add mod ord">
          <ac:chgData name="Katie HARRISON" userId="S::kfharrison@wisc.edu::f5e22dcb-aa54-4825-b422-a6b74624f705" providerId="AD" clId="Web-{F5F67676-B271-5B5A-FF3E-204ED0BFA06E}" dt="2022-08-13T21:48:17.812" v="26" actId="14100"/>
          <ac:spMkLst>
            <pc:docMk/>
            <pc:sldMk cId="2509158788" sldId="259"/>
            <ac:spMk id="10" creationId="{D119A025-8D4D-EBC3-D004-2924389FDB45}"/>
          </ac:spMkLst>
        </pc:spChg>
        <pc:spChg chg="add del mod ord">
          <ac:chgData name="Katie HARRISON" userId="S::kfharrison@wisc.edu::f5e22dcb-aa54-4825-b422-a6b74624f705" providerId="AD" clId="Web-{F5F67676-B271-5B5A-FF3E-204ED0BFA06E}" dt="2022-08-13T21:48:09.265" v="24"/>
          <ac:spMkLst>
            <pc:docMk/>
            <pc:sldMk cId="2509158788" sldId="259"/>
            <ac:spMk id="11" creationId="{28AB95D5-0976-E271-3A1C-865F07DAAA4E}"/>
          </ac:spMkLst>
        </pc:spChg>
        <pc:spChg chg="add del">
          <ac:chgData name="Katie HARRISON" userId="S::kfharrison@wisc.edu::f5e22dcb-aa54-4825-b422-a6b74624f705" providerId="AD" clId="Web-{F5F67676-B271-5B5A-FF3E-204ED0BFA06E}" dt="2022-08-13T21:46:43.388" v="12"/>
          <ac:spMkLst>
            <pc:docMk/>
            <pc:sldMk cId="2509158788" sldId="259"/>
            <ac:spMk id="138" creationId="{C96C8BAF-68F3-4B78-B238-35DF5D86560D}"/>
          </ac:spMkLst>
        </pc:spChg>
        <pc:spChg chg="add del">
          <ac:chgData name="Katie HARRISON" userId="S::kfharrison@wisc.edu::f5e22dcb-aa54-4825-b422-a6b74624f705" providerId="AD" clId="Web-{F5F67676-B271-5B5A-FF3E-204ED0BFA06E}" dt="2022-08-13T21:46:43.373" v="11"/>
          <ac:spMkLst>
            <pc:docMk/>
            <pc:sldMk cId="2509158788" sldId="259"/>
            <ac:spMk id="155" creationId="{69E6EFEE-6516-482C-B143-F97F9BF89D0E}"/>
          </ac:spMkLst>
        </pc:spChg>
        <pc:spChg chg="add del">
          <ac:chgData name="Katie HARRISON" userId="S::kfharrison@wisc.edu::f5e22dcb-aa54-4825-b422-a6b74624f705" providerId="AD" clId="Web-{F5F67676-B271-5B5A-FF3E-204ED0BFA06E}" dt="2022-08-13T21:46:43.373" v="11"/>
          <ac:spMkLst>
            <pc:docMk/>
            <pc:sldMk cId="2509158788" sldId="259"/>
            <ac:spMk id="157" creationId="{3DF0D2C0-CD0C-470C-8851-D8B2CC417CB9}"/>
          </ac:spMkLst>
        </pc:spChg>
        <pc:spChg chg="add del">
          <ac:chgData name="Katie HARRISON" userId="S::kfharrison@wisc.edu::f5e22dcb-aa54-4825-b422-a6b74624f705" providerId="AD" clId="Web-{F5F67676-B271-5B5A-FF3E-204ED0BFA06E}" dt="2022-08-13T21:48:03.530" v="23"/>
          <ac:spMkLst>
            <pc:docMk/>
            <pc:sldMk cId="2509158788" sldId="259"/>
            <ac:spMk id="159" creationId="{B9D22E60-9194-4252-8812-A1355DB6E613}"/>
          </ac:spMkLst>
        </pc:spChg>
        <pc:spChg chg="add del">
          <ac:chgData name="Katie HARRISON" userId="S::kfharrison@wisc.edu::f5e22dcb-aa54-4825-b422-a6b74624f705" providerId="AD" clId="Web-{F5F67676-B271-5B5A-FF3E-204ED0BFA06E}" dt="2022-08-13T21:48:03.530" v="23"/>
          <ac:spMkLst>
            <pc:docMk/>
            <pc:sldMk cId="2509158788" sldId="259"/>
            <ac:spMk id="160" creationId="{16DFB507-A35C-45A4-A4B1-88B692EB6BFB}"/>
          </ac:spMkLst>
        </pc:spChg>
        <pc:spChg chg="add del">
          <ac:chgData name="Katie HARRISON" userId="S::kfharrison@wisc.edu::f5e22dcb-aa54-4825-b422-a6b74624f705" providerId="AD" clId="Web-{F5F67676-B271-5B5A-FF3E-204ED0BFA06E}" dt="2022-08-13T21:48:03.530" v="23"/>
          <ac:spMkLst>
            <pc:docMk/>
            <pc:sldMk cId="2509158788" sldId="259"/>
            <ac:spMk id="161" creationId="{321407B0-5659-48D2-B8DE-DF83D5749533}"/>
          </ac:spMkLst>
        </pc:spChg>
        <pc:grpChg chg="add del">
          <ac:chgData name="Katie HARRISON" userId="S::kfharrison@wisc.edu::f5e22dcb-aa54-4825-b422-a6b74624f705" providerId="AD" clId="Web-{F5F67676-B271-5B5A-FF3E-204ED0BFA06E}" dt="2022-08-13T21:46:43.388" v="12"/>
          <ac:grpSpMkLst>
            <pc:docMk/>
            <pc:sldMk cId="2509158788" sldId="259"/>
            <ac:grpSpMk id="140" creationId="{4F4CD6D0-5A87-4BA2-A13A-0E40511C3CFA}"/>
          </ac:grpSpMkLst>
        </pc:grpChg>
        <pc:grpChg chg="add del">
          <ac:chgData name="Katie HARRISON" userId="S::kfharrison@wisc.edu::f5e22dcb-aa54-4825-b422-a6b74624f705" providerId="AD" clId="Web-{F5F67676-B271-5B5A-FF3E-204ED0BFA06E}" dt="2022-08-13T21:46:43.388" v="12"/>
          <ac:grpSpMkLst>
            <pc:docMk/>
            <pc:sldMk cId="2509158788" sldId="259"/>
            <ac:grpSpMk id="144" creationId="{E9537076-EF48-4F72-9164-FD8260D550AC}"/>
          </ac:grpSpMkLst>
        </pc:grpChg>
        <pc:grpChg chg="add del">
          <ac:chgData name="Katie HARRISON" userId="S::kfharrison@wisc.edu::f5e22dcb-aa54-4825-b422-a6b74624f705" providerId="AD" clId="Web-{F5F67676-B271-5B5A-FF3E-204ED0BFA06E}" dt="2022-08-13T21:46:43.388" v="12"/>
          <ac:grpSpMkLst>
            <pc:docMk/>
            <pc:sldMk cId="2509158788" sldId="259"/>
            <ac:grpSpMk id="148" creationId="{6EFC3492-86BD-4D75-B5B4-C2DBFE0BD106}"/>
          </ac:grpSpMkLst>
        </pc:grpChg>
        <pc:picChg chg="del">
          <ac:chgData name="Katie HARRISON" userId="S::kfharrison@wisc.edu::f5e22dcb-aa54-4825-b422-a6b74624f705" providerId="AD" clId="Web-{F5F67676-B271-5B5A-FF3E-204ED0BFA06E}" dt="2022-08-13T21:44:10.402" v="4"/>
          <ac:picMkLst>
            <pc:docMk/>
            <pc:sldMk cId="2509158788" sldId="259"/>
            <ac:picMk id="3" creationId="{DDC1FAF7-D6A2-642F-4677-97CF4E000E8E}"/>
          </ac:picMkLst>
        </pc:picChg>
        <pc:picChg chg="add del mod">
          <ac:chgData name="Katie HARRISON" userId="S::kfharrison@wisc.edu::f5e22dcb-aa54-4825-b422-a6b74624f705" providerId="AD" clId="Web-{F5F67676-B271-5B5A-FF3E-204ED0BFA06E}" dt="2022-08-13T21:46:52.373" v="13"/>
          <ac:picMkLst>
            <pc:docMk/>
            <pc:sldMk cId="2509158788" sldId="259"/>
            <ac:picMk id="6" creationId="{41163D9F-93BC-1DE3-2808-CCBA2D47F520}"/>
          </ac:picMkLst>
        </pc:picChg>
        <pc:picChg chg="del">
          <ac:chgData name="Katie HARRISON" userId="S::kfharrison@wisc.edu::f5e22dcb-aa54-4825-b422-a6b74624f705" providerId="AD" clId="Web-{F5F67676-B271-5B5A-FF3E-204ED0BFA06E}" dt="2022-08-13T21:44:49.512" v="8"/>
          <ac:picMkLst>
            <pc:docMk/>
            <pc:sldMk cId="2509158788" sldId="259"/>
            <ac:picMk id="7" creationId="{ECF3F753-8C98-5BFD-2941-281484E82B3F}"/>
          </ac:picMkLst>
        </pc:picChg>
        <pc:picChg chg="add mod">
          <ac:chgData name="Katie HARRISON" userId="S::kfharrison@wisc.edu::f5e22dcb-aa54-4825-b422-a6b74624f705" providerId="AD" clId="Web-{F5F67676-B271-5B5A-FF3E-204ED0BFA06E}" dt="2022-08-13T21:48:22.655" v="27" actId="14100"/>
          <ac:picMkLst>
            <pc:docMk/>
            <pc:sldMk cId="2509158788" sldId="259"/>
            <ac:picMk id="8" creationId="{0E73B18C-E146-D3F1-D985-C90F9857859B}"/>
          </ac:picMkLst>
        </pc:picChg>
        <pc:picChg chg="del">
          <ac:chgData name="Katie HARRISON" userId="S::kfharrison@wisc.edu::f5e22dcb-aa54-4825-b422-a6b74624f705" providerId="AD" clId="Web-{F5F67676-B271-5B5A-FF3E-204ED0BFA06E}" dt="2022-08-13T21:44:14.496" v="5"/>
          <ac:picMkLst>
            <pc:docMk/>
            <pc:sldMk cId="2509158788" sldId="259"/>
            <ac:picMk id="9" creationId="{FFD546E2-62B3-7552-EE8F-CFB22C10949C}"/>
          </ac:picMkLst>
        </pc:picChg>
      </pc:sldChg>
      <pc:sldChg chg="addSp delSp new">
        <pc:chgData name="Katie HARRISON" userId="S::kfharrison@wisc.edu::f5e22dcb-aa54-4825-b422-a6b74624f705" providerId="AD" clId="Web-{F5F67676-B271-5B5A-FF3E-204ED0BFA06E}" dt="2022-08-13T20:18:14.630" v="3"/>
        <pc:sldMkLst>
          <pc:docMk/>
          <pc:sldMk cId="1183662717" sldId="282"/>
        </pc:sldMkLst>
        <pc:picChg chg="add del">
          <ac:chgData name="Katie HARRISON" userId="S::kfharrison@wisc.edu::f5e22dcb-aa54-4825-b422-a6b74624f705" providerId="AD" clId="Web-{F5F67676-B271-5B5A-FF3E-204ED0BFA06E}" dt="2022-08-13T20:18:14.630" v="3"/>
          <ac:picMkLst>
            <pc:docMk/>
            <pc:sldMk cId="1183662717" sldId="282"/>
            <ac:picMk id="7" creationId="{83E5DC38-1A4B-8D70-48FE-3414732F1442}"/>
          </ac:picMkLst>
        </pc:picChg>
      </pc:sldChg>
    </pc:docChg>
  </pc:docChgLst>
  <pc:docChgLst>
    <pc:chgData name="Katie HARRISON" userId="f5e22dcb-aa54-4825-b422-a6b74624f705" providerId="ADAL" clId="{D927F93E-CD0B-5B46-A5F9-92B9547271CE}"/>
    <pc:docChg chg="modSld modMainMaster">
      <pc:chgData name="Katie HARRISON" userId="f5e22dcb-aa54-4825-b422-a6b74624f705" providerId="ADAL" clId="{D927F93E-CD0B-5B46-A5F9-92B9547271CE}" dt="2022-08-16T19:25:41.515" v="17"/>
      <pc:docMkLst>
        <pc:docMk/>
      </pc:docMkLst>
      <pc:sldChg chg="modTransition delCm">
        <pc:chgData name="Katie HARRISON" userId="f5e22dcb-aa54-4825-b422-a6b74624f705" providerId="ADAL" clId="{D927F93E-CD0B-5B46-A5F9-92B9547271CE}" dt="2022-08-16T19:25:41.515" v="17"/>
        <pc:sldMkLst>
          <pc:docMk/>
          <pc:sldMk cId="109857222" sldId="256"/>
        </pc:sldMkLst>
      </pc:sldChg>
      <pc:sldChg chg="modTransition delCm">
        <pc:chgData name="Katie HARRISON" userId="f5e22dcb-aa54-4825-b422-a6b74624f705" providerId="ADAL" clId="{D927F93E-CD0B-5B46-A5F9-92B9547271CE}" dt="2022-08-16T19:25:41.515" v="17"/>
        <pc:sldMkLst>
          <pc:docMk/>
          <pc:sldMk cId="2509158788" sldId="259"/>
        </pc:sldMkLst>
      </pc:sldChg>
      <pc:sldChg chg="modTransition delCm">
        <pc:chgData name="Katie HARRISON" userId="f5e22dcb-aa54-4825-b422-a6b74624f705" providerId="ADAL" clId="{D927F93E-CD0B-5B46-A5F9-92B9547271CE}" dt="2022-08-16T19:25:41.515" v="17"/>
        <pc:sldMkLst>
          <pc:docMk/>
          <pc:sldMk cId="1686000644" sldId="263"/>
        </pc:sldMkLst>
      </pc:sldChg>
      <pc:sldChg chg="modTransition delCm">
        <pc:chgData name="Katie HARRISON" userId="f5e22dcb-aa54-4825-b422-a6b74624f705" providerId="ADAL" clId="{D927F93E-CD0B-5B46-A5F9-92B9547271CE}" dt="2022-08-16T19:25:41.515" v="17"/>
        <pc:sldMkLst>
          <pc:docMk/>
          <pc:sldMk cId="861447989" sldId="266"/>
        </pc:sldMkLst>
      </pc:sldChg>
      <pc:sldChg chg="modTransition">
        <pc:chgData name="Katie HARRISON" userId="f5e22dcb-aa54-4825-b422-a6b74624f705" providerId="ADAL" clId="{D927F93E-CD0B-5B46-A5F9-92B9547271CE}" dt="2022-08-16T19:25:41.515" v="17"/>
        <pc:sldMkLst>
          <pc:docMk/>
          <pc:sldMk cId="1253204765" sldId="275"/>
        </pc:sldMkLst>
      </pc:sldChg>
      <pc:sldChg chg="modTransition delCm">
        <pc:chgData name="Katie HARRISON" userId="f5e22dcb-aa54-4825-b422-a6b74624f705" providerId="ADAL" clId="{D927F93E-CD0B-5B46-A5F9-92B9547271CE}" dt="2022-08-16T19:25:41.515" v="17"/>
        <pc:sldMkLst>
          <pc:docMk/>
          <pc:sldMk cId="4217288977" sldId="278"/>
        </pc:sldMkLst>
      </pc:sldChg>
      <pc:sldChg chg="modTransition delCm">
        <pc:chgData name="Katie HARRISON" userId="f5e22dcb-aa54-4825-b422-a6b74624f705" providerId="ADAL" clId="{D927F93E-CD0B-5B46-A5F9-92B9547271CE}" dt="2022-08-16T19:25:41.515" v="17"/>
        <pc:sldMkLst>
          <pc:docMk/>
          <pc:sldMk cId="1006650640" sldId="280"/>
        </pc:sldMkLst>
      </pc:sldChg>
      <pc:sldChg chg="modTransition delCm">
        <pc:chgData name="Katie HARRISON" userId="f5e22dcb-aa54-4825-b422-a6b74624f705" providerId="ADAL" clId="{D927F93E-CD0B-5B46-A5F9-92B9547271CE}" dt="2022-08-16T19:25:41.515" v="17"/>
        <pc:sldMkLst>
          <pc:docMk/>
          <pc:sldMk cId="608946128" sldId="281"/>
        </pc:sldMkLst>
      </pc:sldChg>
      <pc:sldChg chg="modTransition">
        <pc:chgData name="Katie HARRISON" userId="f5e22dcb-aa54-4825-b422-a6b74624f705" providerId="ADAL" clId="{D927F93E-CD0B-5B46-A5F9-92B9547271CE}" dt="2022-08-16T19:25:41.515" v="17"/>
        <pc:sldMkLst>
          <pc:docMk/>
          <pc:sldMk cId="1183662717" sldId="282"/>
        </pc:sldMkLst>
      </pc:sldChg>
      <pc:sldChg chg="modTransition delCm">
        <pc:chgData name="Katie HARRISON" userId="f5e22dcb-aa54-4825-b422-a6b74624f705" providerId="ADAL" clId="{D927F93E-CD0B-5B46-A5F9-92B9547271CE}" dt="2022-08-16T19:25:41.515" v="17"/>
        <pc:sldMkLst>
          <pc:docMk/>
          <pc:sldMk cId="566026939" sldId="283"/>
        </pc:sldMkLst>
      </pc:sldChg>
      <pc:sldChg chg="modTransition">
        <pc:chgData name="Katie HARRISON" userId="f5e22dcb-aa54-4825-b422-a6b74624f705" providerId="ADAL" clId="{D927F93E-CD0B-5B46-A5F9-92B9547271CE}" dt="2022-08-16T19:25:41.515" v="17"/>
        <pc:sldMkLst>
          <pc:docMk/>
          <pc:sldMk cId="3102211442" sldId="284"/>
        </pc:sldMkLst>
      </pc:sldChg>
      <pc:sldChg chg="modTransition">
        <pc:chgData name="Katie HARRISON" userId="f5e22dcb-aa54-4825-b422-a6b74624f705" providerId="ADAL" clId="{D927F93E-CD0B-5B46-A5F9-92B9547271CE}" dt="2022-08-16T19:25:41.515" v="17"/>
        <pc:sldMkLst>
          <pc:docMk/>
          <pc:sldMk cId="2342094520" sldId="286"/>
        </pc:sldMkLst>
      </pc:sldChg>
      <pc:sldMasterChg chg="modTransition modSldLayout">
        <pc:chgData name="Katie HARRISON" userId="f5e22dcb-aa54-4825-b422-a6b74624f705" providerId="ADAL" clId="{D927F93E-CD0B-5B46-A5F9-92B9547271CE}" dt="2022-08-16T19:25:41.515" v="17"/>
        <pc:sldMasterMkLst>
          <pc:docMk/>
          <pc:sldMasterMk cId="2545246819" sldId="2147483711"/>
        </pc:sldMasterMkLst>
        <pc:sldLayoutChg chg="modTransition">
          <pc:chgData name="Katie HARRISON" userId="f5e22dcb-aa54-4825-b422-a6b74624f705" providerId="ADAL" clId="{D927F93E-CD0B-5B46-A5F9-92B9547271CE}" dt="2022-08-16T19:25:41.515" v="17"/>
          <pc:sldLayoutMkLst>
            <pc:docMk/>
            <pc:sldMasterMk cId="2545246819" sldId="2147483711"/>
            <pc:sldLayoutMk cId="1270311202" sldId="2147483700"/>
          </pc:sldLayoutMkLst>
        </pc:sldLayoutChg>
        <pc:sldLayoutChg chg="modTransition">
          <pc:chgData name="Katie HARRISON" userId="f5e22dcb-aa54-4825-b422-a6b74624f705" providerId="ADAL" clId="{D927F93E-CD0B-5B46-A5F9-92B9547271CE}" dt="2022-08-16T19:25:41.515" v="17"/>
          <pc:sldLayoutMkLst>
            <pc:docMk/>
            <pc:sldMasterMk cId="2545246819" sldId="2147483711"/>
            <pc:sldLayoutMk cId="2544601085" sldId="2147483701"/>
          </pc:sldLayoutMkLst>
        </pc:sldLayoutChg>
        <pc:sldLayoutChg chg="modTransition">
          <pc:chgData name="Katie HARRISON" userId="f5e22dcb-aa54-4825-b422-a6b74624f705" providerId="ADAL" clId="{D927F93E-CD0B-5B46-A5F9-92B9547271CE}" dt="2022-08-16T19:25:41.515" v="17"/>
          <pc:sldLayoutMkLst>
            <pc:docMk/>
            <pc:sldMasterMk cId="2545246819" sldId="2147483711"/>
            <pc:sldLayoutMk cId="1595662154" sldId="2147483702"/>
          </pc:sldLayoutMkLst>
        </pc:sldLayoutChg>
        <pc:sldLayoutChg chg="modTransition">
          <pc:chgData name="Katie HARRISON" userId="f5e22dcb-aa54-4825-b422-a6b74624f705" providerId="ADAL" clId="{D927F93E-CD0B-5B46-A5F9-92B9547271CE}" dt="2022-08-16T19:25:41.515" v="17"/>
          <pc:sldLayoutMkLst>
            <pc:docMk/>
            <pc:sldMasterMk cId="2545246819" sldId="2147483711"/>
            <pc:sldLayoutMk cId="3876635383" sldId="2147483703"/>
          </pc:sldLayoutMkLst>
        </pc:sldLayoutChg>
        <pc:sldLayoutChg chg="modTransition">
          <pc:chgData name="Katie HARRISON" userId="f5e22dcb-aa54-4825-b422-a6b74624f705" providerId="ADAL" clId="{D927F93E-CD0B-5B46-A5F9-92B9547271CE}" dt="2022-08-16T19:25:41.515" v="17"/>
          <pc:sldLayoutMkLst>
            <pc:docMk/>
            <pc:sldMasterMk cId="2545246819" sldId="2147483711"/>
            <pc:sldLayoutMk cId="438883660" sldId="2147483704"/>
          </pc:sldLayoutMkLst>
        </pc:sldLayoutChg>
        <pc:sldLayoutChg chg="modTransition">
          <pc:chgData name="Katie HARRISON" userId="f5e22dcb-aa54-4825-b422-a6b74624f705" providerId="ADAL" clId="{D927F93E-CD0B-5B46-A5F9-92B9547271CE}" dt="2022-08-16T19:25:41.515" v="17"/>
          <pc:sldLayoutMkLst>
            <pc:docMk/>
            <pc:sldMasterMk cId="2545246819" sldId="2147483711"/>
            <pc:sldLayoutMk cId="1883303484" sldId="2147483705"/>
          </pc:sldLayoutMkLst>
        </pc:sldLayoutChg>
        <pc:sldLayoutChg chg="modTransition">
          <pc:chgData name="Katie HARRISON" userId="f5e22dcb-aa54-4825-b422-a6b74624f705" providerId="ADAL" clId="{D927F93E-CD0B-5B46-A5F9-92B9547271CE}" dt="2022-08-16T19:25:41.515" v="17"/>
          <pc:sldLayoutMkLst>
            <pc:docMk/>
            <pc:sldMasterMk cId="2545246819" sldId="2147483711"/>
            <pc:sldLayoutMk cId="1028550258" sldId="2147483706"/>
          </pc:sldLayoutMkLst>
        </pc:sldLayoutChg>
        <pc:sldLayoutChg chg="modTransition">
          <pc:chgData name="Katie HARRISON" userId="f5e22dcb-aa54-4825-b422-a6b74624f705" providerId="ADAL" clId="{D927F93E-CD0B-5B46-A5F9-92B9547271CE}" dt="2022-08-16T19:25:41.515" v="17"/>
          <pc:sldLayoutMkLst>
            <pc:docMk/>
            <pc:sldMasterMk cId="2545246819" sldId="2147483711"/>
            <pc:sldLayoutMk cId="240046664" sldId="2147483707"/>
          </pc:sldLayoutMkLst>
        </pc:sldLayoutChg>
        <pc:sldLayoutChg chg="modTransition">
          <pc:chgData name="Katie HARRISON" userId="f5e22dcb-aa54-4825-b422-a6b74624f705" providerId="ADAL" clId="{D927F93E-CD0B-5B46-A5F9-92B9547271CE}" dt="2022-08-16T19:25:41.515" v="17"/>
          <pc:sldLayoutMkLst>
            <pc:docMk/>
            <pc:sldMasterMk cId="2545246819" sldId="2147483711"/>
            <pc:sldLayoutMk cId="4017093653" sldId="2147483708"/>
          </pc:sldLayoutMkLst>
        </pc:sldLayoutChg>
        <pc:sldLayoutChg chg="modTransition">
          <pc:chgData name="Katie HARRISON" userId="f5e22dcb-aa54-4825-b422-a6b74624f705" providerId="ADAL" clId="{D927F93E-CD0B-5B46-A5F9-92B9547271CE}" dt="2022-08-16T19:25:41.515" v="17"/>
          <pc:sldLayoutMkLst>
            <pc:docMk/>
            <pc:sldMasterMk cId="2545246819" sldId="2147483711"/>
            <pc:sldLayoutMk cId="121768661" sldId="2147483709"/>
          </pc:sldLayoutMkLst>
        </pc:sldLayoutChg>
        <pc:sldLayoutChg chg="modTransition">
          <pc:chgData name="Katie HARRISON" userId="f5e22dcb-aa54-4825-b422-a6b74624f705" providerId="ADAL" clId="{D927F93E-CD0B-5B46-A5F9-92B9547271CE}" dt="2022-08-16T19:25:41.515" v="17"/>
          <pc:sldLayoutMkLst>
            <pc:docMk/>
            <pc:sldMasterMk cId="2545246819" sldId="2147483711"/>
            <pc:sldLayoutMk cId="3772842997" sldId="2147483710"/>
          </pc:sldLayoutMkLst>
        </pc:sldLayoutChg>
      </pc:sldMasterChg>
    </pc:docChg>
  </pc:docChgLst>
  <pc:docChgLst>
    <pc:chgData name="Katie HARRISON" userId="S::kfharrison@wisc.edu::f5e22dcb-aa54-4825-b422-a6b74624f705" providerId="AD" clId="Web-{84B88EC9-7AD3-F841-53C6-BDAB5EFD1ED4}"/>
    <pc:docChg chg="modSld">
      <pc:chgData name="Katie HARRISON" userId="S::kfharrison@wisc.edu::f5e22dcb-aa54-4825-b422-a6b74624f705" providerId="AD" clId="Web-{84B88EC9-7AD3-F841-53C6-BDAB5EFD1ED4}" dt="2022-08-14T14:03:02.352" v="56"/>
      <pc:docMkLst>
        <pc:docMk/>
      </pc:docMkLst>
      <pc:sldChg chg="addCm">
        <pc:chgData name="Katie HARRISON" userId="S::kfharrison@wisc.edu::f5e22dcb-aa54-4825-b422-a6b74624f705" providerId="AD" clId="Web-{84B88EC9-7AD3-F841-53C6-BDAB5EFD1ED4}" dt="2022-08-14T13:55:06.120" v="41"/>
        <pc:sldMkLst>
          <pc:docMk/>
          <pc:sldMk cId="2509158788" sldId="259"/>
        </pc:sldMkLst>
      </pc:sldChg>
      <pc:sldChg chg="addSp delSp modSp addCm modCm">
        <pc:chgData name="Katie HARRISON" userId="S::kfharrison@wisc.edu::f5e22dcb-aa54-4825-b422-a6b74624f705" providerId="AD" clId="Web-{84B88EC9-7AD3-F841-53C6-BDAB5EFD1ED4}" dt="2022-08-14T14:03:02.352" v="56"/>
        <pc:sldMkLst>
          <pc:docMk/>
          <pc:sldMk cId="1686000644" sldId="263"/>
        </pc:sldMkLst>
        <pc:spChg chg="mod">
          <ac:chgData name="Katie HARRISON" userId="S::kfharrison@wisc.edu::f5e22dcb-aa54-4825-b422-a6b74624f705" providerId="AD" clId="Web-{84B88EC9-7AD3-F841-53C6-BDAB5EFD1ED4}" dt="2022-08-14T14:01:52.038" v="45"/>
          <ac:spMkLst>
            <pc:docMk/>
            <pc:sldMk cId="1686000644" sldId="263"/>
            <ac:spMk id="2" creationId="{6ADDD331-37F0-2C90-E538-447D0A1B526B}"/>
          </ac:spMkLst>
        </pc:spChg>
        <pc:spChg chg="del">
          <ac:chgData name="Katie HARRISON" userId="S::kfharrison@wisc.edu::f5e22dcb-aa54-4825-b422-a6b74624f705" providerId="AD" clId="Web-{84B88EC9-7AD3-F841-53C6-BDAB5EFD1ED4}" dt="2022-08-14T14:01:45.428" v="44"/>
          <ac:spMkLst>
            <pc:docMk/>
            <pc:sldMk cId="1686000644" sldId="263"/>
            <ac:spMk id="4" creationId="{BFDBE472-4393-B38D-586D-6E23726B91CA}"/>
          </ac:spMkLst>
        </pc:spChg>
        <pc:spChg chg="mod ord">
          <ac:chgData name="Katie HARRISON" userId="S::kfharrison@wisc.edu::f5e22dcb-aa54-4825-b422-a6b74624f705" providerId="AD" clId="Web-{84B88EC9-7AD3-F841-53C6-BDAB5EFD1ED4}" dt="2022-08-14T14:01:52.038" v="45"/>
          <ac:spMkLst>
            <pc:docMk/>
            <pc:sldMk cId="1686000644" sldId="263"/>
            <ac:spMk id="5" creationId="{36B52694-E059-0879-FF6F-19F0B651717D}"/>
          </ac:spMkLst>
        </pc:spChg>
        <pc:spChg chg="add mod">
          <ac:chgData name="Katie HARRISON" userId="S::kfharrison@wisc.edu::f5e22dcb-aa54-4825-b422-a6b74624f705" providerId="AD" clId="Web-{84B88EC9-7AD3-F841-53C6-BDAB5EFD1ED4}" dt="2022-08-14T14:02:28.961" v="52" actId="1076"/>
          <ac:spMkLst>
            <pc:docMk/>
            <pc:sldMk cId="1686000644" sldId="263"/>
            <ac:spMk id="6" creationId="{5FC91EBD-BE74-005E-5578-BFD725A6A685}"/>
          </ac:spMkLst>
        </pc:spChg>
        <pc:spChg chg="del">
          <ac:chgData name="Katie HARRISON" userId="S::kfharrison@wisc.edu::f5e22dcb-aa54-4825-b422-a6b74624f705" providerId="AD" clId="Web-{84B88EC9-7AD3-F841-53C6-BDAB5EFD1ED4}" dt="2022-08-14T14:01:52.038" v="45"/>
          <ac:spMkLst>
            <pc:docMk/>
            <pc:sldMk cId="1686000644" sldId="263"/>
            <ac:spMk id="42" creationId="{8D06CE56-3881-4ADA-8CEF-D18B02C242A3}"/>
          </ac:spMkLst>
        </pc:spChg>
        <pc:spChg chg="del">
          <ac:chgData name="Katie HARRISON" userId="S::kfharrison@wisc.edu::f5e22dcb-aa54-4825-b422-a6b74624f705" providerId="AD" clId="Web-{84B88EC9-7AD3-F841-53C6-BDAB5EFD1ED4}" dt="2022-08-14T14:01:52.038" v="45"/>
          <ac:spMkLst>
            <pc:docMk/>
            <pc:sldMk cId="1686000644" sldId="263"/>
            <ac:spMk id="44" creationId="{79F3C543-62EC-4433-9C93-A2CD8764E9B4}"/>
          </ac:spMkLst>
        </pc:spChg>
        <pc:spChg chg="del">
          <ac:chgData name="Katie HARRISON" userId="S::kfharrison@wisc.edu::f5e22dcb-aa54-4825-b422-a6b74624f705" providerId="AD" clId="Web-{84B88EC9-7AD3-F841-53C6-BDAB5EFD1ED4}" dt="2022-08-14T14:01:52.038" v="45"/>
          <ac:spMkLst>
            <pc:docMk/>
            <pc:sldMk cId="1686000644" sldId="263"/>
            <ac:spMk id="46" creationId="{96646FC9-C66D-4EC7-8310-0DD4ACC49C6C}"/>
          </ac:spMkLst>
        </pc:spChg>
        <pc:spChg chg="del">
          <ac:chgData name="Katie HARRISON" userId="S::kfharrison@wisc.edu::f5e22dcb-aa54-4825-b422-a6b74624f705" providerId="AD" clId="Web-{84B88EC9-7AD3-F841-53C6-BDAB5EFD1ED4}" dt="2022-08-14T14:01:52.038" v="45"/>
          <ac:spMkLst>
            <pc:docMk/>
            <pc:sldMk cId="1686000644" sldId="263"/>
            <ac:spMk id="48" creationId="{A3473CF9-37EB-43E7-89EF-D2D1C53D1DAC}"/>
          </ac:spMkLst>
        </pc:spChg>
        <pc:spChg chg="del">
          <ac:chgData name="Katie HARRISON" userId="S::kfharrison@wisc.edu::f5e22dcb-aa54-4825-b422-a6b74624f705" providerId="AD" clId="Web-{84B88EC9-7AD3-F841-53C6-BDAB5EFD1ED4}" dt="2022-08-14T14:01:52.038" v="45"/>
          <ac:spMkLst>
            <pc:docMk/>
            <pc:sldMk cId="1686000644" sldId="263"/>
            <ac:spMk id="50" creationId="{586B4EF9-43BA-4655-A6FF-1D8E21574C95}"/>
          </ac:spMkLst>
        </pc:spChg>
        <pc:spChg chg="add">
          <ac:chgData name="Katie HARRISON" userId="S::kfharrison@wisc.edu::f5e22dcb-aa54-4825-b422-a6b74624f705" providerId="AD" clId="Web-{84B88EC9-7AD3-F841-53C6-BDAB5EFD1ED4}" dt="2022-08-14T14:01:52.038" v="45"/>
          <ac:spMkLst>
            <pc:docMk/>
            <pc:sldMk cId="1686000644" sldId="263"/>
            <ac:spMk id="55" creationId="{8D06CE56-3881-4ADA-8CEF-D18B02C242A3}"/>
          </ac:spMkLst>
        </pc:spChg>
        <pc:spChg chg="add">
          <ac:chgData name="Katie HARRISON" userId="S::kfharrison@wisc.edu::f5e22dcb-aa54-4825-b422-a6b74624f705" providerId="AD" clId="Web-{84B88EC9-7AD3-F841-53C6-BDAB5EFD1ED4}" dt="2022-08-14T14:01:52.038" v="45"/>
          <ac:spMkLst>
            <pc:docMk/>
            <pc:sldMk cId="1686000644" sldId="263"/>
            <ac:spMk id="57" creationId="{79F3C543-62EC-4433-9C93-A2CD8764E9B4}"/>
          </ac:spMkLst>
        </pc:spChg>
        <pc:spChg chg="add">
          <ac:chgData name="Katie HARRISON" userId="S::kfharrison@wisc.edu::f5e22dcb-aa54-4825-b422-a6b74624f705" providerId="AD" clId="Web-{84B88EC9-7AD3-F841-53C6-BDAB5EFD1ED4}" dt="2022-08-14T14:01:52.038" v="45"/>
          <ac:spMkLst>
            <pc:docMk/>
            <pc:sldMk cId="1686000644" sldId="263"/>
            <ac:spMk id="59" creationId="{D7D03296-BABA-47AD-A5D5-ED156727016E}"/>
          </ac:spMkLst>
        </pc:spChg>
        <pc:spChg chg="add">
          <ac:chgData name="Katie HARRISON" userId="S::kfharrison@wisc.edu::f5e22dcb-aa54-4825-b422-a6b74624f705" providerId="AD" clId="Web-{84B88EC9-7AD3-F841-53C6-BDAB5EFD1ED4}" dt="2022-08-14T14:01:52.038" v="45"/>
          <ac:spMkLst>
            <pc:docMk/>
            <pc:sldMk cId="1686000644" sldId="263"/>
            <ac:spMk id="61" creationId="{284A8429-F65A-490D-96E4-1158D3E8A026}"/>
          </ac:spMkLst>
        </pc:spChg>
        <pc:spChg chg="add">
          <ac:chgData name="Katie HARRISON" userId="S::kfharrison@wisc.edu::f5e22dcb-aa54-4825-b422-a6b74624f705" providerId="AD" clId="Web-{84B88EC9-7AD3-F841-53C6-BDAB5EFD1ED4}" dt="2022-08-14T14:01:52.038" v="45"/>
          <ac:spMkLst>
            <pc:docMk/>
            <pc:sldMk cId="1686000644" sldId="263"/>
            <ac:spMk id="63" creationId="{0F022291-A82B-4D23-A1E0-5F9BD684669E}"/>
          </ac:spMkLst>
        </pc:spChg>
        <pc:picChg chg="mod">
          <ac:chgData name="Katie HARRISON" userId="S::kfharrison@wisc.edu::f5e22dcb-aa54-4825-b422-a6b74624f705" providerId="AD" clId="Web-{84B88EC9-7AD3-F841-53C6-BDAB5EFD1ED4}" dt="2022-08-14T14:02:49.649" v="55" actId="14100"/>
          <ac:picMkLst>
            <pc:docMk/>
            <pc:sldMk cId="1686000644" sldId="263"/>
            <ac:picMk id="3" creationId="{433513B2-DD55-F6E1-F83D-6C7C60D63440}"/>
          </ac:picMkLst>
        </pc:picChg>
        <pc:picChg chg="mod">
          <ac:chgData name="Katie HARRISON" userId="S::kfharrison@wisc.edu::f5e22dcb-aa54-4825-b422-a6b74624f705" providerId="AD" clId="Web-{84B88EC9-7AD3-F841-53C6-BDAB5EFD1ED4}" dt="2022-08-14T14:02:37.351" v="54" actId="1076"/>
          <ac:picMkLst>
            <pc:docMk/>
            <pc:sldMk cId="1686000644" sldId="263"/>
            <ac:picMk id="8" creationId="{34D210FE-525A-363B-08AD-8468F8E53872}"/>
          </ac:picMkLst>
        </pc:picChg>
      </pc:sldChg>
      <pc:sldChg chg="modSp">
        <pc:chgData name="Katie HARRISON" userId="S::kfharrison@wisc.edu::f5e22dcb-aa54-4825-b422-a6b74624f705" providerId="AD" clId="Web-{84B88EC9-7AD3-F841-53C6-BDAB5EFD1ED4}" dt="2022-08-14T13:39:41.269" v="38" actId="14100"/>
        <pc:sldMkLst>
          <pc:docMk/>
          <pc:sldMk cId="1253204765" sldId="275"/>
        </pc:sldMkLst>
        <pc:spChg chg="mod">
          <ac:chgData name="Katie HARRISON" userId="S::kfharrison@wisc.edu::f5e22dcb-aa54-4825-b422-a6b74624f705" providerId="AD" clId="Web-{84B88EC9-7AD3-F841-53C6-BDAB5EFD1ED4}" dt="2022-08-14T13:39:41.269" v="38" actId="14100"/>
          <ac:spMkLst>
            <pc:docMk/>
            <pc:sldMk cId="1253204765" sldId="275"/>
            <ac:spMk id="2" creationId="{E3FF19E1-E0DE-0B75-5DEC-6436FF3388D6}"/>
          </ac:spMkLst>
        </pc:spChg>
      </pc:sldChg>
      <pc:sldChg chg="modSp">
        <pc:chgData name="Katie HARRISON" userId="S::kfharrison@wisc.edu::f5e22dcb-aa54-4825-b422-a6b74624f705" providerId="AD" clId="Web-{84B88EC9-7AD3-F841-53C6-BDAB5EFD1ED4}" dt="2022-08-14T13:38:32.564" v="24" actId="20577"/>
        <pc:sldMkLst>
          <pc:docMk/>
          <pc:sldMk cId="2280647287" sldId="277"/>
        </pc:sldMkLst>
        <pc:spChg chg="mod">
          <ac:chgData name="Katie HARRISON" userId="S::kfharrison@wisc.edu::f5e22dcb-aa54-4825-b422-a6b74624f705" providerId="AD" clId="Web-{84B88EC9-7AD3-F841-53C6-BDAB5EFD1ED4}" dt="2022-08-14T13:38:32.564" v="24" actId="20577"/>
          <ac:spMkLst>
            <pc:docMk/>
            <pc:sldMk cId="2280647287" sldId="277"/>
            <ac:spMk id="5" creationId="{99C7D22F-59D3-3FA4-3A64-82808057B62D}"/>
          </ac:spMkLst>
        </pc:spChg>
      </pc:sldChg>
      <pc:sldChg chg="modSp">
        <pc:chgData name="Katie HARRISON" userId="S::kfharrison@wisc.edu::f5e22dcb-aa54-4825-b422-a6b74624f705" providerId="AD" clId="Web-{84B88EC9-7AD3-F841-53C6-BDAB5EFD1ED4}" dt="2022-08-14T13:38:25.861" v="23" actId="20577"/>
        <pc:sldMkLst>
          <pc:docMk/>
          <pc:sldMk cId="4217288977" sldId="278"/>
        </pc:sldMkLst>
        <pc:spChg chg="mod">
          <ac:chgData name="Katie HARRISON" userId="S::kfharrison@wisc.edu::f5e22dcb-aa54-4825-b422-a6b74624f705" providerId="AD" clId="Web-{84B88EC9-7AD3-F841-53C6-BDAB5EFD1ED4}" dt="2022-08-14T13:38:25.861" v="23" actId="20577"/>
          <ac:spMkLst>
            <pc:docMk/>
            <pc:sldMk cId="4217288977" sldId="278"/>
            <ac:spMk id="5" creationId="{8DCB5333-F9BC-EDD2-321D-177A38F6556E}"/>
          </ac:spMkLst>
        </pc:spChg>
      </pc:sldChg>
      <pc:sldChg chg="modSp">
        <pc:chgData name="Katie HARRISON" userId="S::kfharrison@wisc.edu::f5e22dcb-aa54-4825-b422-a6b74624f705" providerId="AD" clId="Web-{84B88EC9-7AD3-F841-53C6-BDAB5EFD1ED4}" dt="2022-08-14T13:37:54.423" v="14" actId="20577"/>
        <pc:sldMkLst>
          <pc:docMk/>
          <pc:sldMk cId="1006650640" sldId="280"/>
        </pc:sldMkLst>
        <pc:spChg chg="mod">
          <ac:chgData name="Katie HARRISON" userId="S::kfharrison@wisc.edu::f5e22dcb-aa54-4825-b422-a6b74624f705" providerId="AD" clId="Web-{84B88EC9-7AD3-F841-53C6-BDAB5EFD1ED4}" dt="2022-08-14T13:37:54.423" v="14" actId="20577"/>
          <ac:spMkLst>
            <pc:docMk/>
            <pc:sldMk cId="1006650640" sldId="280"/>
            <ac:spMk id="5" creationId="{D4495493-FF8C-EB96-7E90-73EA67B7E618}"/>
          </ac:spMkLst>
        </pc:spChg>
      </pc:sldChg>
      <pc:sldChg chg="modSp addCm">
        <pc:chgData name="Katie HARRISON" userId="S::kfharrison@wisc.edu::f5e22dcb-aa54-4825-b422-a6b74624f705" providerId="AD" clId="Web-{84B88EC9-7AD3-F841-53C6-BDAB5EFD1ED4}" dt="2022-08-14T13:53:19.477" v="40"/>
        <pc:sldMkLst>
          <pc:docMk/>
          <pc:sldMk cId="608946128" sldId="281"/>
        </pc:sldMkLst>
        <pc:spChg chg="mod">
          <ac:chgData name="Katie HARRISON" userId="S::kfharrison@wisc.edu::f5e22dcb-aa54-4825-b422-a6b74624f705" providerId="AD" clId="Web-{84B88EC9-7AD3-F841-53C6-BDAB5EFD1ED4}" dt="2022-08-14T13:38:05.704" v="17" actId="20577"/>
          <ac:spMkLst>
            <pc:docMk/>
            <pc:sldMk cId="608946128" sldId="281"/>
            <ac:spMk id="2" creationId="{0FC4D825-0AEF-C572-FA4B-4823FC67E621}"/>
          </ac:spMkLst>
        </pc:spChg>
      </pc:sldChg>
      <pc:sldChg chg="addSp delSp modSp mod modClrScheme chgLayout">
        <pc:chgData name="Katie HARRISON" userId="S::kfharrison@wisc.edu::f5e22dcb-aa54-4825-b422-a6b74624f705" providerId="AD" clId="Web-{84B88EC9-7AD3-F841-53C6-BDAB5EFD1ED4}" dt="2022-08-14T13:31:25.600" v="11" actId="20577"/>
        <pc:sldMkLst>
          <pc:docMk/>
          <pc:sldMk cId="1183662717" sldId="282"/>
        </pc:sldMkLst>
        <pc:spChg chg="del mod ord">
          <ac:chgData name="Katie HARRISON" userId="S::kfharrison@wisc.edu::f5e22dcb-aa54-4825-b422-a6b74624f705" providerId="AD" clId="Web-{84B88EC9-7AD3-F841-53C6-BDAB5EFD1ED4}" dt="2022-08-14T13:30:53.272" v="2"/>
          <ac:spMkLst>
            <pc:docMk/>
            <pc:sldMk cId="1183662717" sldId="282"/>
            <ac:spMk id="2" creationId="{06544138-86F3-6D2C-FFB2-9ED7D4BA8032}"/>
          </ac:spMkLst>
        </pc:spChg>
        <pc:spChg chg="mod ord">
          <ac:chgData name="Katie HARRISON" userId="S::kfharrison@wisc.edu::f5e22dcb-aa54-4825-b422-a6b74624f705" providerId="AD" clId="Web-{84B88EC9-7AD3-F841-53C6-BDAB5EFD1ED4}" dt="2022-08-14T13:30:43.646" v="0"/>
          <ac:spMkLst>
            <pc:docMk/>
            <pc:sldMk cId="1183662717" sldId="282"/>
            <ac:spMk id="3" creationId="{36931A9B-4271-B7F1-E87B-049306F5F5F5}"/>
          </ac:spMkLst>
        </pc:spChg>
        <pc:spChg chg="mod ord">
          <ac:chgData name="Katie HARRISON" userId="S::kfharrison@wisc.edu::f5e22dcb-aa54-4825-b422-a6b74624f705" providerId="AD" clId="Web-{84B88EC9-7AD3-F841-53C6-BDAB5EFD1ED4}" dt="2022-08-14T13:31:25.600" v="11" actId="20577"/>
          <ac:spMkLst>
            <pc:docMk/>
            <pc:sldMk cId="1183662717" sldId="282"/>
            <ac:spMk id="4" creationId="{E81A02D8-BB7A-BDF1-9DB1-E97BA6501694}"/>
          </ac:spMkLst>
        </pc:spChg>
        <pc:spChg chg="mod ord">
          <ac:chgData name="Katie HARRISON" userId="S::kfharrison@wisc.edu::f5e22dcb-aa54-4825-b422-a6b74624f705" providerId="AD" clId="Web-{84B88EC9-7AD3-F841-53C6-BDAB5EFD1ED4}" dt="2022-08-14T13:30:43.646" v="0"/>
          <ac:spMkLst>
            <pc:docMk/>
            <pc:sldMk cId="1183662717" sldId="282"/>
            <ac:spMk id="5" creationId="{5920129A-1430-0F79-A524-97D0B3536715}"/>
          </ac:spMkLst>
        </pc:spChg>
        <pc:spChg chg="mod">
          <ac:chgData name="Katie HARRISON" userId="S::kfharrison@wisc.edu::f5e22dcb-aa54-4825-b422-a6b74624f705" providerId="AD" clId="Web-{84B88EC9-7AD3-F841-53C6-BDAB5EFD1ED4}" dt="2022-08-14T13:30:59.209" v="3" actId="1076"/>
          <ac:spMkLst>
            <pc:docMk/>
            <pc:sldMk cId="1183662717" sldId="282"/>
            <ac:spMk id="6" creationId="{DC5253B5-CD13-B669-180C-AD0A2FB17E76}"/>
          </ac:spMkLst>
        </pc:spChg>
        <pc:spChg chg="add del mod ord">
          <ac:chgData name="Katie HARRISON" userId="S::kfharrison@wisc.edu::f5e22dcb-aa54-4825-b422-a6b74624f705" providerId="AD" clId="Web-{84B88EC9-7AD3-F841-53C6-BDAB5EFD1ED4}" dt="2022-08-14T13:31:04.600" v="5"/>
          <ac:spMkLst>
            <pc:docMk/>
            <pc:sldMk cId="1183662717" sldId="282"/>
            <ac:spMk id="7" creationId="{C8EF8C78-27D4-E04B-9D4F-C8969FFB8143}"/>
          </ac:spMkLst>
        </pc:spChg>
        <pc:spChg chg="add del mod ord">
          <ac:chgData name="Katie HARRISON" userId="S::kfharrison@wisc.edu::f5e22dcb-aa54-4825-b422-a6b74624f705" providerId="AD" clId="Web-{84B88EC9-7AD3-F841-53C6-BDAB5EFD1ED4}" dt="2022-08-14T13:31:03.131" v="4"/>
          <ac:spMkLst>
            <pc:docMk/>
            <pc:sldMk cId="1183662717" sldId="282"/>
            <ac:spMk id="8" creationId="{A7B78581-F1B6-695A-36F7-3081BFB9E03A}"/>
          </ac:spMkLst>
        </pc:spChg>
      </pc:sldChg>
      <pc:sldChg chg="addCm">
        <pc:chgData name="Katie HARRISON" userId="S::kfharrison@wisc.edu::f5e22dcb-aa54-4825-b422-a6b74624f705" providerId="AD" clId="Web-{84B88EC9-7AD3-F841-53C6-BDAB5EFD1ED4}" dt="2022-08-14T13:51:54.959" v="39"/>
        <pc:sldMkLst>
          <pc:docMk/>
          <pc:sldMk cId="566026939" sldId="283"/>
        </pc:sldMkLst>
      </pc:sldChg>
      <pc:sldChg chg="modSp">
        <pc:chgData name="Katie HARRISON" userId="S::kfharrison@wisc.edu::f5e22dcb-aa54-4825-b422-a6b74624f705" providerId="AD" clId="Web-{84B88EC9-7AD3-F841-53C6-BDAB5EFD1ED4}" dt="2022-08-14T13:39:19.690" v="32" actId="14100"/>
        <pc:sldMkLst>
          <pc:docMk/>
          <pc:sldMk cId="3102211442" sldId="284"/>
        </pc:sldMkLst>
        <pc:spChg chg="mod">
          <ac:chgData name="Katie HARRISON" userId="S::kfharrison@wisc.edu::f5e22dcb-aa54-4825-b422-a6b74624f705" providerId="AD" clId="Web-{84B88EC9-7AD3-F841-53C6-BDAB5EFD1ED4}" dt="2022-08-14T13:39:19.690" v="32" actId="14100"/>
          <ac:spMkLst>
            <pc:docMk/>
            <pc:sldMk cId="3102211442" sldId="284"/>
            <ac:spMk id="17" creationId="{6A8A299B-816D-1BA0-61CD-20F30468DA11}"/>
          </ac:spMkLst>
        </pc:spChg>
      </pc:sldChg>
      <pc:sldChg chg="delSp modSp">
        <pc:chgData name="Katie HARRISON" userId="S::kfharrison@wisc.edu::f5e22dcb-aa54-4825-b422-a6b74624f705" providerId="AD" clId="Web-{84B88EC9-7AD3-F841-53C6-BDAB5EFD1ED4}" dt="2022-08-14T13:38:44.221" v="26"/>
        <pc:sldMkLst>
          <pc:docMk/>
          <pc:sldMk cId="1762672277" sldId="285"/>
        </pc:sldMkLst>
        <pc:spChg chg="del mod">
          <ac:chgData name="Katie HARRISON" userId="S::kfharrison@wisc.edu::f5e22dcb-aa54-4825-b422-a6b74624f705" providerId="AD" clId="Web-{84B88EC9-7AD3-F841-53C6-BDAB5EFD1ED4}" dt="2022-08-14T13:38:44.221" v="26"/>
          <ac:spMkLst>
            <pc:docMk/>
            <pc:sldMk cId="1762672277" sldId="285"/>
            <ac:spMk id="3" creationId="{564000BF-7E75-664C-DA70-31E47AAA0B85}"/>
          </ac:spMkLst>
        </pc:spChg>
      </pc:sldChg>
    </pc:docChg>
  </pc:docChgLst>
  <pc:docChgLst>
    <pc:chgData name="Katie HARRISON" userId="S::kfharrison@wisc.edu::f5e22dcb-aa54-4825-b422-a6b74624f705" providerId="AD" clId="Web-{BBD29EB2-DFA8-095D-4E03-CB71C70D877C}"/>
    <pc:docChg chg="modSld">
      <pc:chgData name="Katie HARRISON" userId="S::kfharrison@wisc.edu::f5e22dcb-aa54-4825-b422-a6b74624f705" providerId="AD" clId="Web-{BBD29EB2-DFA8-095D-4E03-CB71C70D877C}" dt="2022-11-28T22:36:56.035" v="0" actId="20577"/>
      <pc:docMkLst>
        <pc:docMk/>
      </pc:docMkLst>
      <pc:sldChg chg="modSp">
        <pc:chgData name="Katie HARRISON" userId="S::kfharrison@wisc.edu::f5e22dcb-aa54-4825-b422-a6b74624f705" providerId="AD" clId="Web-{BBD29EB2-DFA8-095D-4E03-CB71C70D877C}" dt="2022-11-28T22:36:56.035" v="0" actId="20577"/>
        <pc:sldMkLst>
          <pc:docMk/>
          <pc:sldMk cId="1006650640" sldId="280"/>
        </pc:sldMkLst>
        <pc:spChg chg="mod">
          <ac:chgData name="Katie HARRISON" userId="S::kfharrison@wisc.edu::f5e22dcb-aa54-4825-b422-a6b74624f705" providerId="AD" clId="Web-{BBD29EB2-DFA8-095D-4E03-CB71C70D877C}" dt="2022-11-28T22:36:56.035" v="0" actId="20577"/>
          <ac:spMkLst>
            <pc:docMk/>
            <pc:sldMk cId="1006650640" sldId="280"/>
            <ac:spMk id="6" creationId="{7655B94F-FE48-4295-4A78-C12CAD127C81}"/>
          </ac:spMkLst>
        </pc:spChg>
      </pc:sldChg>
    </pc:docChg>
  </pc:docChgLst>
  <pc:docChgLst>
    <pc:chgData name="Katie HARRISON" userId="S::kfharrison@wisc.edu::f5e22dcb-aa54-4825-b422-a6b74624f705" providerId="AD" clId="Web-{644E7C53-2720-0687-ABF1-3D637C8C2557}"/>
    <pc:docChg chg="modSld">
      <pc:chgData name="Katie HARRISON" userId="S::kfharrison@wisc.edu::f5e22dcb-aa54-4825-b422-a6b74624f705" providerId="AD" clId="Web-{644E7C53-2720-0687-ABF1-3D637C8C2557}" dt="2022-08-16T04:09:11.093" v="94" actId="1076"/>
      <pc:docMkLst>
        <pc:docMk/>
      </pc:docMkLst>
      <pc:sldChg chg="addSp delSp modSp">
        <pc:chgData name="Katie HARRISON" userId="S::kfharrison@wisc.edu::f5e22dcb-aa54-4825-b422-a6b74624f705" providerId="AD" clId="Web-{644E7C53-2720-0687-ABF1-3D637C8C2557}" dt="2022-08-16T04:09:11.093" v="94" actId="1076"/>
        <pc:sldMkLst>
          <pc:docMk/>
          <pc:sldMk cId="3102211442" sldId="284"/>
        </pc:sldMkLst>
        <pc:spChg chg="mod">
          <ac:chgData name="Katie HARRISON" userId="S::kfharrison@wisc.edu::f5e22dcb-aa54-4825-b422-a6b74624f705" providerId="AD" clId="Web-{644E7C53-2720-0687-ABF1-3D637C8C2557}" dt="2022-08-16T04:01:21.776" v="14" actId="20577"/>
          <ac:spMkLst>
            <pc:docMk/>
            <pc:sldMk cId="3102211442" sldId="284"/>
            <ac:spMk id="2" creationId="{C1575299-95A3-F5DC-229C-7BDA0FBECC01}"/>
          </ac:spMkLst>
        </pc:spChg>
        <pc:spChg chg="del">
          <ac:chgData name="Katie HARRISON" userId="S::kfharrison@wisc.edu::f5e22dcb-aa54-4825-b422-a6b74624f705" providerId="AD" clId="Web-{644E7C53-2720-0687-ABF1-3D637C8C2557}" dt="2022-08-16T03:57:08.366" v="12"/>
          <ac:spMkLst>
            <pc:docMk/>
            <pc:sldMk cId="3102211442" sldId="284"/>
            <ac:spMk id="5" creationId="{A44BA422-258E-0A29-BBAD-5769C1F8F2BF}"/>
          </ac:spMkLst>
        </pc:spChg>
        <pc:spChg chg="del mod">
          <ac:chgData name="Katie HARRISON" userId="S::kfharrison@wisc.edu::f5e22dcb-aa54-4825-b422-a6b74624f705" providerId="AD" clId="Web-{644E7C53-2720-0687-ABF1-3D637C8C2557}" dt="2022-08-16T04:04:44.309" v="67"/>
          <ac:spMkLst>
            <pc:docMk/>
            <pc:sldMk cId="3102211442" sldId="284"/>
            <ac:spMk id="6" creationId="{721FC8AD-E32A-40FC-61C4-122B099F56F6}"/>
          </ac:spMkLst>
        </pc:spChg>
        <pc:spChg chg="del mod">
          <ac:chgData name="Katie HARRISON" userId="S::kfharrison@wisc.edu::f5e22dcb-aa54-4825-b422-a6b74624f705" providerId="AD" clId="Web-{644E7C53-2720-0687-ABF1-3D637C8C2557}" dt="2022-08-16T04:04:43.106" v="66"/>
          <ac:spMkLst>
            <pc:docMk/>
            <pc:sldMk cId="3102211442" sldId="284"/>
            <ac:spMk id="7" creationId="{0D775546-36ED-3ADF-7960-3F719ED1C4E1}"/>
          </ac:spMkLst>
        </pc:spChg>
        <pc:spChg chg="del mod">
          <ac:chgData name="Katie HARRISON" userId="S::kfharrison@wisc.edu::f5e22dcb-aa54-4825-b422-a6b74624f705" providerId="AD" clId="Web-{644E7C53-2720-0687-ABF1-3D637C8C2557}" dt="2022-08-16T04:04:33.340" v="62"/>
          <ac:spMkLst>
            <pc:docMk/>
            <pc:sldMk cId="3102211442" sldId="284"/>
            <ac:spMk id="16" creationId="{10C19D61-B224-60D6-E83C-DD7DACC41BE4}"/>
          </ac:spMkLst>
        </pc:spChg>
        <pc:graphicFrameChg chg="add mod modGraphic">
          <ac:chgData name="Katie HARRISON" userId="S::kfharrison@wisc.edu::f5e22dcb-aa54-4825-b422-a6b74624f705" providerId="AD" clId="Web-{644E7C53-2720-0687-ABF1-3D637C8C2557}" dt="2022-08-16T04:09:11.093" v="94" actId="1076"/>
          <ac:graphicFrameMkLst>
            <pc:docMk/>
            <pc:sldMk cId="3102211442" sldId="284"/>
            <ac:graphicFrameMk id="14" creationId="{4B25158E-5E13-3B66-6B69-9424EA082184}"/>
          </ac:graphicFrameMkLst>
        </pc:graphicFrameChg>
        <pc:picChg chg="del mod">
          <ac:chgData name="Katie HARRISON" userId="S::kfharrison@wisc.edu::f5e22dcb-aa54-4825-b422-a6b74624f705" providerId="AD" clId="Web-{644E7C53-2720-0687-ABF1-3D637C8C2557}" dt="2022-08-16T03:54:25.865" v="7"/>
          <ac:picMkLst>
            <pc:docMk/>
            <pc:sldMk cId="3102211442" sldId="284"/>
            <ac:picMk id="3" creationId="{3326F056-367D-9928-3104-59E5518CA64D}"/>
          </ac:picMkLst>
        </pc:picChg>
        <pc:picChg chg="add mod">
          <ac:chgData name="Katie HARRISON" userId="S::kfharrison@wisc.edu::f5e22dcb-aa54-4825-b422-a6b74624f705" providerId="AD" clId="Web-{644E7C53-2720-0687-ABF1-3D637C8C2557}" dt="2022-08-16T04:09:06.436" v="93" actId="1076"/>
          <ac:picMkLst>
            <pc:docMk/>
            <pc:sldMk cId="3102211442" sldId="284"/>
            <ac:picMk id="8" creationId="{3C1BB243-C1A5-0E42-7F74-8777EA05B273}"/>
          </ac:picMkLst>
        </pc:picChg>
        <pc:picChg chg="mod">
          <ac:chgData name="Katie HARRISON" userId="S::kfharrison@wisc.edu::f5e22dcb-aa54-4825-b422-a6b74624f705" providerId="AD" clId="Web-{644E7C53-2720-0687-ABF1-3D637C8C2557}" dt="2022-08-16T04:08:29.967" v="86" actId="1076"/>
          <ac:picMkLst>
            <pc:docMk/>
            <pc:sldMk cId="3102211442" sldId="284"/>
            <ac:picMk id="10" creationId="{D9458D91-4276-BD27-B917-42F5192128B9}"/>
          </ac:picMkLst>
        </pc:picChg>
        <pc:picChg chg="add del mod">
          <ac:chgData name="Katie HARRISON" userId="S::kfharrison@wisc.edu::f5e22dcb-aa54-4825-b422-a6b74624f705" providerId="AD" clId="Web-{644E7C53-2720-0687-ABF1-3D637C8C2557}" dt="2022-08-16T04:05:48.060" v="73"/>
          <ac:picMkLst>
            <pc:docMk/>
            <pc:sldMk cId="3102211442" sldId="284"/>
            <ac:picMk id="12" creationId="{45AA1B38-3F3D-DF94-F60E-0A647787BAEC}"/>
          </ac:picMkLst>
        </pc:picChg>
        <pc:picChg chg="add mod">
          <ac:chgData name="Katie HARRISON" userId="S::kfharrison@wisc.edu::f5e22dcb-aa54-4825-b422-a6b74624f705" providerId="AD" clId="Web-{644E7C53-2720-0687-ABF1-3D637C8C2557}" dt="2022-08-16T04:08:55.827" v="90" actId="1076"/>
          <ac:picMkLst>
            <pc:docMk/>
            <pc:sldMk cId="3102211442" sldId="284"/>
            <ac:picMk id="153" creationId="{31E49247-E583-57B2-75B3-7D2499C41356}"/>
          </ac:picMkLst>
        </pc:picChg>
      </pc:sldChg>
    </pc:docChg>
  </pc:docChgLst>
  <pc:docChgLst>
    <pc:chgData name="Katie HARRISON" userId="S::kfharrison@wisc.edu::f5e22dcb-aa54-4825-b422-a6b74624f705" providerId="AD" clId="Web-{62D7D5D6-6AED-0D2E-C15D-4D72018AED34}"/>
    <pc:docChg chg="addSld modSld sldOrd">
      <pc:chgData name="Katie HARRISON" userId="S::kfharrison@wisc.edu::f5e22dcb-aa54-4825-b422-a6b74624f705" providerId="AD" clId="Web-{62D7D5D6-6AED-0D2E-C15D-4D72018AED34}" dt="2022-08-13T18:18:18.416" v="531"/>
      <pc:docMkLst>
        <pc:docMk/>
      </pc:docMkLst>
      <pc:sldChg chg="addSp delSp modSp addCm">
        <pc:chgData name="Katie HARRISON" userId="S::kfharrison@wisc.edu::f5e22dcb-aa54-4825-b422-a6b74624f705" providerId="AD" clId="Web-{62D7D5D6-6AED-0D2E-C15D-4D72018AED34}" dt="2022-08-13T16:14:51.418" v="88"/>
        <pc:sldMkLst>
          <pc:docMk/>
          <pc:sldMk cId="109857222" sldId="256"/>
        </pc:sldMkLst>
        <pc:spChg chg="add del mod">
          <ac:chgData name="Katie HARRISON" userId="S::kfharrison@wisc.edu::f5e22dcb-aa54-4825-b422-a6b74624f705" providerId="AD" clId="Web-{62D7D5D6-6AED-0D2E-C15D-4D72018AED34}" dt="2022-08-13T16:12:22.980" v="86"/>
          <ac:spMkLst>
            <pc:docMk/>
            <pc:sldMk cId="109857222" sldId="256"/>
            <ac:spMk id="8" creationId="{6CC4080E-454D-2A78-1837-EE3325D9FC69}"/>
          </ac:spMkLst>
        </pc:spChg>
        <pc:picChg chg="mod">
          <ac:chgData name="Katie HARRISON" userId="S::kfharrison@wisc.edu::f5e22dcb-aa54-4825-b422-a6b74624f705" providerId="AD" clId="Web-{62D7D5D6-6AED-0D2E-C15D-4D72018AED34}" dt="2022-08-13T16:12:30.199" v="87" actId="1076"/>
          <ac:picMkLst>
            <pc:docMk/>
            <pc:sldMk cId="109857222" sldId="256"/>
            <ac:picMk id="6" creationId="{8C431BAD-FB8F-53EC-703B-F3A465337D82}"/>
          </ac:picMkLst>
        </pc:picChg>
      </pc:sldChg>
      <pc:sldChg chg="addSp delSp modSp modTransition addAnim modAnim">
        <pc:chgData name="Katie HARRISON" userId="S::kfharrison@wisc.edu::f5e22dcb-aa54-4825-b422-a6b74624f705" providerId="AD" clId="Web-{62D7D5D6-6AED-0D2E-C15D-4D72018AED34}" dt="2022-08-13T16:18:28.439" v="108"/>
        <pc:sldMkLst>
          <pc:docMk/>
          <pc:sldMk cId="861447989" sldId="266"/>
        </pc:sldMkLst>
        <pc:spChg chg="add del mod">
          <ac:chgData name="Katie HARRISON" userId="S::kfharrison@wisc.edu::f5e22dcb-aa54-4825-b422-a6b74624f705" providerId="AD" clId="Web-{62D7D5D6-6AED-0D2E-C15D-4D72018AED34}" dt="2022-08-13T15:57:30.204" v="6"/>
          <ac:spMkLst>
            <pc:docMk/>
            <pc:sldMk cId="861447989" sldId="266"/>
            <ac:spMk id="2" creationId="{A05899FA-9595-8A42-8FBD-40AB420353B9}"/>
          </ac:spMkLst>
        </pc:spChg>
        <pc:spChg chg="mod">
          <ac:chgData name="Katie HARRISON" userId="S::kfharrison@wisc.edu::f5e22dcb-aa54-4825-b422-a6b74624f705" providerId="AD" clId="Web-{62D7D5D6-6AED-0D2E-C15D-4D72018AED34}" dt="2022-08-13T15:59:05.658" v="22" actId="20577"/>
          <ac:spMkLst>
            <pc:docMk/>
            <pc:sldMk cId="861447989" sldId="266"/>
            <ac:spMk id="3" creationId="{B6CD6C07-B7CC-0602-64AD-046F357F55AA}"/>
          </ac:spMkLst>
        </pc:spChg>
        <pc:spChg chg="add mod">
          <ac:chgData name="Katie HARRISON" userId="S::kfharrison@wisc.edu::f5e22dcb-aa54-4825-b422-a6b74624f705" providerId="AD" clId="Web-{62D7D5D6-6AED-0D2E-C15D-4D72018AED34}" dt="2022-08-13T16:00:31.424" v="51" actId="20577"/>
          <ac:spMkLst>
            <pc:docMk/>
            <pc:sldMk cId="861447989" sldId="266"/>
            <ac:spMk id="4" creationId="{D2B3D2D5-1727-3D90-E74D-A583E56B8FF1}"/>
          </ac:spMkLst>
        </pc:spChg>
        <pc:spChg chg="del">
          <ac:chgData name="Katie HARRISON" userId="S::kfharrison@wisc.edu::f5e22dcb-aa54-4825-b422-a6b74624f705" providerId="AD" clId="Web-{62D7D5D6-6AED-0D2E-C15D-4D72018AED34}" dt="2022-08-13T15:57:00.657" v="1"/>
          <ac:spMkLst>
            <pc:docMk/>
            <pc:sldMk cId="861447989" sldId="266"/>
            <ac:spMk id="7" creationId="{BD789CFE-FF92-3DE1-FA4A-3A3CF2EB2DDD}"/>
          </ac:spMkLst>
        </pc:spChg>
        <pc:spChg chg="add mod">
          <ac:chgData name="Katie HARRISON" userId="S::kfharrison@wisc.edu::f5e22dcb-aa54-4825-b422-a6b74624f705" providerId="AD" clId="Web-{62D7D5D6-6AED-0D2E-C15D-4D72018AED34}" dt="2022-08-13T16:03:12.269" v="73" actId="14100"/>
          <ac:spMkLst>
            <pc:docMk/>
            <pc:sldMk cId="861447989" sldId="266"/>
            <ac:spMk id="9" creationId="{DDD6D2C0-A99D-E783-A1E8-4974971F07D5}"/>
          </ac:spMkLst>
        </pc:spChg>
        <pc:spChg chg="add mod">
          <ac:chgData name="Katie HARRISON" userId="S::kfharrison@wisc.edu::f5e22dcb-aa54-4825-b422-a6b74624f705" providerId="AD" clId="Web-{62D7D5D6-6AED-0D2E-C15D-4D72018AED34}" dt="2022-08-13T16:15:53.856" v="100" actId="14100"/>
          <ac:spMkLst>
            <pc:docMk/>
            <pc:sldMk cId="861447989" sldId="266"/>
            <ac:spMk id="14" creationId="{BD414D08-3542-7A80-40CE-052EF0B8DC0E}"/>
          </ac:spMkLst>
        </pc:spChg>
        <pc:spChg chg="del">
          <ac:chgData name="Katie HARRISON" userId="S::kfharrison@wisc.edu::f5e22dcb-aa54-4825-b422-a6b74624f705" providerId="AD" clId="Web-{62D7D5D6-6AED-0D2E-C15D-4D72018AED34}" dt="2022-08-13T15:57:04.219" v="2"/>
          <ac:spMkLst>
            <pc:docMk/>
            <pc:sldMk cId="861447989" sldId="266"/>
            <ac:spMk id="143" creationId="{8D06CE56-3881-4ADA-8CEF-D18B02C242A3}"/>
          </ac:spMkLst>
        </pc:spChg>
        <pc:spChg chg="del">
          <ac:chgData name="Katie HARRISON" userId="S::kfharrison@wisc.edu::f5e22dcb-aa54-4825-b422-a6b74624f705" providerId="AD" clId="Web-{62D7D5D6-6AED-0D2E-C15D-4D72018AED34}" dt="2022-08-13T15:57:04.219" v="2"/>
          <ac:spMkLst>
            <pc:docMk/>
            <pc:sldMk cId="861447989" sldId="266"/>
            <ac:spMk id="144" creationId="{79F3C543-62EC-4433-9C93-A2CD8764E9B4}"/>
          </ac:spMkLst>
        </pc:spChg>
        <pc:spChg chg="del">
          <ac:chgData name="Katie HARRISON" userId="S::kfharrison@wisc.edu::f5e22dcb-aa54-4825-b422-a6b74624f705" providerId="AD" clId="Web-{62D7D5D6-6AED-0D2E-C15D-4D72018AED34}" dt="2022-08-13T15:57:04.219" v="2"/>
          <ac:spMkLst>
            <pc:docMk/>
            <pc:sldMk cId="861447989" sldId="266"/>
            <ac:spMk id="145" creationId="{2FB82883-1DC0-4BE1-A607-009095F3355A}"/>
          </ac:spMkLst>
        </pc:spChg>
        <pc:spChg chg="del">
          <ac:chgData name="Katie HARRISON" userId="S::kfharrison@wisc.edu::f5e22dcb-aa54-4825-b422-a6b74624f705" providerId="AD" clId="Web-{62D7D5D6-6AED-0D2E-C15D-4D72018AED34}" dt="2022-08-13T15:57:04.219" v="2"/>
          <ac:spMkLst>
            <pc:docMk/>
            <pc:sldMk cId="861447989" sldId="266"/>
            <ac:spMk id="146" creationId="{9FA98EAA-A866-4C95-A2A8-44E46FBAD5A0}"/>
          </ac:spMkLst>
        </pc:spChg>
        <pc:spChg chg="add del">
          <ac:chgData name="Katie HARRISON" userId="S::kfharrison@wisc.edu::f5e22dcb-aa54-4825-b422-a6b74624f705" providerId="AD" clId="Web-{62D7D5D6-6AED-0D2E-C15D-4D72018AED34}" dt="2022-08-13T15:57:35.798" v="7"/>
          <ac:spMkLst>
            <pc:docMk/>
            <pc:sldMk cId="861447989" sldId="266"/>
            <ac:spMk id="151" creationId="{C83A5C14-ED91-4CD1-809E-D29FF97C9AF5}"/>
          </ac:spMkLst>
        </pc:spChg>
        <pc:spChg chg="add del">
          <ac:chgData name="Katie HARRISON" userId="S::kfharrison@wisc.edu::f5e22dcb-aa54-4825-b422-a6b74624f705" providerId="AD" clId="Web-{62D7D5D6-6AED-0D2E-C15D-4D72018AED34}" dt="2022-08-13T15:57:35.798" v="7"/>
          <ac:spMkLst>
            <pc:docMk/>
            <pc:sldMk cId="861447989" sldId="266"/>
            <ac:spMk id="153" creationId="{56065185-5C34-4F86-AA96-AA4D065B0EF4}"/>
          </ac:spMkLst>
        </pc:spChg>
        <pc:spChg chg="add">
          <ac:chgData name="Katie HARRISON" userId="S::kfharrison@wisc.edu::f5e22dcb-aa54-4825-b422-a6b74624f705" providerId="AD" clId="Web-{62D7D5D6-6AED-0D2E-C15D-4D72018AED34}" dt="2022-08-13T15:57:35.798" v="7"/>
          <ac:spMkLst>
            <pc:docMk/>
            <pc:sldMk cId="861447989" sldId="266"/>
            <ac:spMk id="158" creationId="{69E6EFEE-6516-482C-B143-F97F9BF89D0E}"/>
          </ac:spMkLst>
        </pc:spChg>
        <pc:spChg chg="add">
          <ac:chgData name="Katie HARRISON" userId="S::kfharrison@wisc.edu::f5e22dcb-aa54-4825-b422-a6b74624f705" providerId="AD" clId="Web-{62D7D5D6-6AED-0D2E-C15D-4D72018AED34}" dt="2022-08-13T15:57:35.798" v="7"/>
          <ac:spMkLst>
            <pc:docMk/>
            <pc:sldMk cId="861447989" sldId="266"/>
            <ac:spMk id="160" creationId="{3DF0D2C0-CD0C-470C-8851-D8B2CC417CB9}"/>
          </ac:spMkLst>
        </pc:spChg>
        <pc:picChg chg="mod">
          <ac:chgData name="Katie HARRISON" userId="S::kfharrison@wisc.edu::f5e22dcb-aa54-4825-b422-a6b74624f705" providerId="AD" clId="Web-{62D7D5D6-6AED-0D2E-C15D-4D72018AED34}" dt="2022-08-13T16:10:40.714" v="77" actId="1076"/>
          <ac:picMkLst>
            <pc:docMk/>
            <pc:sldMk cId="861447989" sldId="266"/>
            <ac:picMk id="5" creationId="{273BE249-B600-8B9D-DDE8-61D5C94BDE34}"/>
          </ac:picMkLst>
        </pc:picChg>
        <pc:picChg chg="add mod">
          <ac:chgData name="Katie HARRISON" userId="S::kfharrison@wisc.edu::f5e22dcb-aa54-4825-b422-a6b74624f705" providerId="AD" clId="Web-{62D7D5D6-6AED-0D2E-C15D-4D72018AED34}" dt="2022-08-13T16:00:42.440" v="52" actId="1076"/>
          <ac:picMkLst>
            <pc:docMk/>
            <pc:sldMk cId="861447989" sldId="266"/>
            <ac:picMk id="8" creationId="{6E2C1125-3001-AA0E-C7DC-2136A414A9DF}"/>
          </ac:picMkLst>
        </pc:picChg>
        <pc:inkChg chg="add del">
          <ac:chgData name="Katie HARRISON" userId="S::kfharrison@wisc.edu::f5e22dcb-aa54-4825-b422-a6b74624f705" providerId="AD" clId="Web-{62D7D5D6-6AED-0D2E-C15D-4D72018AED34}" dt="2022-08-13T16:10:06.276" v="75"/>
          <ac:inkMkLst>
            <pc:docMk/>
            <pc:sldMk cId="861447989" sldId="266"/>
            <ac:inkMk id="10" creationId="{3BD6E6B2-14B6-D6CB-6154-6F9A28B97F73}"/>
          </ac:inkMkLst>
        </pc:inkChg>
        <pc:inkChg chg="add del">
          <ac:chgData name="Katie HARRISON" userId="S::kfharrison@wisc.edu::f5e22dcb-aa54-4825-b422-a6b74624f705" providerId="AD" clId="Web-{62D7D5D6-6AED-0D2E-C15D-4D72018AED34}" dt="2022-08-13T16:11:38.792" v="83"/>
          <ac:inkMkLst>
            <pc:docMk/>
            <pc:sldMk cId="861447989" sldId="266"/>
            <ac:inkMk id="11" creationId="{1DC29EDD-8B29-1797-109F-6AA12CE80908}"/>
          </ac:inkMkLst>
        </pc:inkChg>
        <pc:inkChg chg="add del">
          <ac:chgData name="Katie HARRISON" userId="S::kfharrison@wisc.edu::f5e22dcb-aa54-4825-b422-a6b74624f705" providerId="AD" clId="Web-{62D7D5D6-6AED-0D2E-C15D-4D72018AED34}" dt="2022-08-13T16:11:13.901" v="80"/>
          <ac:inkMkLst>
            <pc:docMk/>
            <pc:sldMk cId="861447989" sldId="266"/>
            <ac:inkMk id="12" creationId="{376D92AB-61FD-4EE1-A5D4-1410DECA23D6}"/>
          </ac:inkMkLst>
        </pc:inkChg>
        <pc:inkChg chg="add del">
          <ac:chgData name="Katie HARRISON" userId="S::kfharrison@wisc.edu::f5e22dcb-aa54-4825-b422-a6b74624f705" providerId="AD" clId="Web-{62D7D5D6-6AED-0D2E-C15D-4D72018AED34}" dt="2022-08-13T16:11:33.839" v="82"/>
          <ac:inkMkLst>
            <pc:docMk/>
            <pc:sldMk cId="861447989" sldId="266"/>
            <ac:inkMk id="13" creationId="{41E663E8-7373-AB92-54D6-B6745B18C73B}"/>
          </ac:inkMkLst>
        </pc:inkChg>
      </pc:sldChg>
      <pc:sldChg chg="addSp modSp">
        <pc:chgData name="Katie HARRISON" userId="S::kfharrison@wisc.edu::f5e22dcb-aa54-4825-b422-a6b74624f705" providerId="AD" clId="Web-{62D7D5D6-6AED-0D2E-C15D-4D72018AED34}" dt="2022-08-13T15:56:49.563" v="0"/>
        <pc:sldMkLst>
          <pc:docMk/>
          <pc:sldMk cId="469208456" sldId="268"/>
        </pc:sldMkLst>
        <pc:picChg chg="add mod">
          <ac:chgData name="Katie HARRISON" userId="S::kfharrison@wisc.edu::f5e22dcb-aa54-4825-b422-a6b74624f705" providerId="AD" clId="Web-{62D7D5D6-6AED-0D2E-C15D-4D72018AED34}" dt="2022-08-13T15:56:49.563" v="0"/>
          <ac:picMkLst>
            <pc:docMk/>
            <pc:sldMk cId="469208456" sldId="268"/>
            <ac:picMk id="8" creationId="{C049353D-1BF0-DD82-8D41-71C0F9EC57EA}"/>
          </ac:picMkLst>
        </pc:picChg>
      </pc:sldChg>
      <pc:sldChg chg="addSp delSp modSp ord addCm">
        <pc:chgData name="Katie HARRISON" userId="S::kfharrison@wisc.edu::f5e22dcb-aa54-4825-b422-a6b74624f705" providerId="AD" clId="Web-{62D7D5D6-6AED-0D2E-C15D-4D72018AED34}" dt="2022-08-13T17:45:17.729" v="441"/>
        <pc:sldMkLst>
          <pc:docMk/>
          <pc:sldMk cId="1975411790" sldId="273"/>
        </pc:sldMkLst>
        <pc:spChg chg="del mod">
          <ac:chgData name="Katie HARRISON" userId="S::kfharrison@wisc.edu::f5e22dcb-aa54-4825-b422-a6b74624f705" providerId="AD" clId="Web-{62D7D5D6-6AED-0D2E-C15D-4D72018AED34}" dt="2022-08-13T17:08:35.445" v="358"/>
          <ac:spMkLst>
            <pc:docMk/>
            <pc:sldMk cId="1975411790" sldId="273"/>
            <ac:spMk id="4" creationId="{090C9C6B-452F-F6C2-938C-8BB9A1A4E7C0}"/>
          </ac:spMkLst>
        </pc:spChg>
        <pc:spChg chg="mod">
          <ac:chgData name="Katie HARRISON" userId="S::kfharrison@wisc.edu::f5e22dcb-aa54-4825-b422-a6b74624f705" providerId="AD" clId="Web-{62D7D5D6-6AED-0D2E-C15D-4D72018AED34}" dt="2022-08-13T17:19:54.887" v="390" actId="1076"/>
          <ac:spMkLst>
            <pc:docMk/>
            <pc:sldMk cId="1975411790" sldId="273"/>
            <ac:spMk id="24" creationId="{85B6BA99-F7B4-FDF7-FB6F-6502A48A40EC}"/>
          </ac:spMkLst>
        </pc:spChg>
        <pc:spChg chg="mod">
          <ac:chgData name="Katie HARRISON" userId="S::kfharrison@wisc.edu::f5e22dcb-aa54-4825-b422-a6b74624f705" providerId="AD" clId="Web-{62D7D5D6-6AED-0D2E-C15D-4D72018AED34}" dt="2022-08-13T17:16:22.261" v="378" actId="1076"/>
          <ac:spMkLst>
            <pc:docMk/>
            <pc:sldMk cId="1975411790" sldId="273"/>
            <ac:spMk id="27" creationId="{B1881359-7A2C-5FD2-B9C7-827C34BF4EFC}"/>
          </ac:spMkLst>
        </pc:spChg>
        <pc:picChg chg="add del mod">
          <ac:chgData name="Katie HARRISON" userId="S::kfharrison@wisc.edu::f5e22dcb-aa54-4825-b422-a6b74624f705" providerId="AD" clId="Web-{62D7D5D6-6AED-0D2E-C15D-4D72018AED34}" dt="2022-08-13T17:31:58.861" v="394"/>
          <ac:picMkLst>
            <pc:docMk/>
            <pc:sldMk cId="1975411790" sldId="273"/>
            <ac:picMk id="3" creationId="{DA6CECAA-3B26-E012-D575-E97FA5DB5F0F}"/>
          </ac:picMkLst>
        </pc:picChg>
        <pc:picChg chg="add mod">
          <ac:chgData name="Katie HARRISON" userId="S::kfharrison@wisc.edu::f5e22dcb-aa54-4825-b422-a6b74624f705" providerId="AD" clId="Web-{62D7D5D6-6AED-0D2E-C15D-4D72018AED34}" dt="2022-08-13T17:43:35.256" v="435" actId="1076"/>
          <ac:picMkLst>
            <pc:docMk/>
            <pc:sldMk cId="1975411790" sldId="273"/>
            <ac:picMk id="5" creationId="{AA6BC542-1798-369B-C017-53D59052D947}"/>
          </ac:picMkLst>
        </pc:picChg>
        <pc:picChg chg="add mod">
          <ac:chgData name="Katie HARRISON" userId="S::kfharrison@wisc.edu::f5e22dcb-aa54-4825-b422-a6b74624f705" providerId="AD" clId="Web-{62D7D5D6-6AED-0D2E-C15D-4D72018AED34}" dt="2022-08-13T17:44:02.916" v="437" actId="1076"/>
          <ac:picMkLst>
            <pc:docMk/>
            <pc:sldMk cId="1975411790" sldId="273"/>
            <ac:picMk id="7" creationId="{9A95E6DD-87B8-AE17-C317-4BDA6AC4040F}"/>
          </ac:picMkLst>
        </pc:picChg>
        <pc:picChg chg="add del mod">
          <ac:chgData name="Katie HARRISON" userId="S::kfharrison@wisc.edu::f5e22dcb-aa54-4825-b422-a6b74624f705" providerId="AD" clId="Web-{62D7D5D6-6AED-0D2E-C15D-4D72018AED34}" dt="2022-08-13T17:35:26.019" v="417"/>
          <ac:picMkLst>
            <pc:docMk/>
            <pc:sldMk cId="1975411790" sldId="273"/>
            <ac:picMk id="8" creationId="{9604FC13-375F-4734-B15A-B7164B53B6F6}"/>
          </ac:picMkLst>
        </pc:picChg>
        <pc:picChg chg="add mod">
          <ac:chgData name="Katie HARRISON" userId="S::kfharrison@wisc.edu::f5e22dcb-aa54-4825-b422-a6b74624f705" providerId="AD" clId="Web-{62D7D5D6-6AED-0D2E-C15D-4D72018AED34}" dt="2022-08-13T17:44:33.150" v="440" actId="14100"/>
          <ac:picMkLst>
            <pc:docMk/>
            <pc:sldMk cId="1975411790" sldId="273"/>
            <ac:picMk id="9" creationId="{B2BFFC4C-51E9-B829-1FC4-CF179A82D762}"/>
          </ac:picMkLst>
        </pc:picChg>
        <pc:picChg chg="del">
          <ac:chgData name="Katie HARRISON" userId="S::kfharrison@wisc.edu::f5e22dcb-aa54-4825-b422-a6b74624f705" providerId="AD" clId="Web-{62D7D5D6-6AED-0D2E-C15D-4D72018AED34}" dt="2022-08-13T17:20:01.606" v="391"/>
          <ac:picMkLst>
            <pc:docMk/>
            <pc:sldMk cId="1975411790" sldId="273"/>
            <ac:picMk id="18" creationId="{FADCD578-09D8-989E-188A-67E908A16A44}"/>
          </ac:picMkLst>
        </pc:picChg>
        <pc:picChg chg="del mod">
          <ac:chgData name="Katie HARRISON" userId="S::kfharrison@wisc.edu::f5e22dcb-aa54-4825-b422-a6b74624f705" providerId="AD" clId="Web-{62D7D5D6-6AED-0D2E-C15D-4D72018AED34}" dt="2022-08-13T17:19:19.121" v="383"/>
          <ac:picMkLst>
            <pc:docMk/>
            <pc:sldMk cId="1975411790" sldId="273"/>
            <ac:picMk id="19" creationId="{076B7D7C-1C33-9057-1019-B1B55E3B7D97}"/>
          </ac:picMkLst>
        </pc:picChg>
        <pc:picChg chg="del">
          <ac:chgData name="Katie HARRISON" userId="S::kfharrison@wisc.edu::f5e22dcb-aa54-4825-b422-a6b74624f705" providerId="AD" clId="Web-{62D7D5D6-6AED-0D2E-C15D-4D72018AED34}" dt="2022-08-13T17:14:58.244" v="363"/>
          <ac:picMkLst>
            <pc:docMk/>
            <pc:sldMk cId="1975411790" sldId="273"/>
            <ac:picMk id="21" creationId="{D7A79E28-3F0A-784B-182B-A7FCE8A88AB7}"/>
          </ac:picMkLst>
        </pc:picChg>
      </pc:sldChg>
      <pc:sldChg chg="modSp ord">
        <pc:chgData name="Katie HARRISON" userId="S::kfharrison@wisc.edu::f5e22dcb-aa54-4825-b422-a6b74624f705" providerId="AD" clId="Web-{62D7D5D6-6AED-0D2E-C15D-4D72018AED34}" dt="2022-08-13T18:18:18.416" v="531"/>
        <pc:sldMkLst>
          <pc:docMk/>
          <pc:sldMk cId="1253204765" sldId="275"/>
        </pc:sldMkLst>
        <pc:spChg chg="mod">
          <ac:chgData name="Katie HARRISON" userId="S::kfharrison@wisc.edu::f5e22dcb-aa54-4825-b422-a6b74624f705" providerId="AD" clId="Web-{62D7D5D6-6AED-0D2E-C15D-4D72018AED34}" dt="2022-08-13T16:41:38.219" v="187" actId="20577"/>
          <ac:spMkLst>
            <pc:docMk/>
            <pc:sldMk cId="1253204765" sldId="275"/>
            <ac:spMk id="2" creationId="{E3FF19E1-E0DE-0B75-5DEC-6436FF3388D6}"/>
          </ac:spMkLst>
        </pc:spChg>
        <pc:spChg chg="mod">
          <ac:chgData name="Katie HARRISON" userId="S::kfharrison@wisc.edu::f5e22dcb-aa54-4825-b422-a6b74624f705" providerId="AD" clId="Web-{62D7D5D6-6AED-0D2E-C15D-4D72018AED34}" dt="2022-08-13T16:48:37.581" v="207" actId="20577"/>
          <ac:spMkLst>
            <pc:docMk/>
            <pc:sldMk cId="1253204765" sldId="275"/>
            <ac:spMk id="13" creationId="{C577C670-77BE-675F-4C71-C964BA0CA66F}"/>
          </ac:spMkLst>
        </pc:spChg>
        <pc:spChg chg="mod">
          <ac:chgData name="Katie HARRISON" userId="S::kfharrison@wisc.edu::f5e22dcb-aa54-4825-b422-a6b74624f705" providerId="AD" clId="Web-{62D7D5D6-6AED-0D2E-C15D-4D72018AED34}" dt="2022-08-13T16:50:00.675" v="212" actId="20577"/>
          <ac:spMkLst>
            <pc:docMk/>
            <pc:sldMk cId="1253204765" sldId="275"/>
            <ac:spMk id="15" creationId="{CB97674F-F074-F7F9-32A8-54C10ED7287E}"/>
          </ac:spMkLst>
        </pc:spChg>
      </pc:sldChg>
      <pc:sldChg chg="addSp delSp modSp new">
        <pc:chgData name="Katie HARRISON" userId="S::kfharrison@wisc.edu::f5e22dcb-aa54-4825-b422-a6b74624f705" providerId="AD" clId="Web-{62D7D5D6-6AED-0D2E-C15D-4D72018AED34}" dt="2022-08-13T17:05:59.272" v="355" actId="14100"/>
        <pc:sldMkLst>
          <pc:docMk/>
          <pc:sldMk cId="1006650640" sldId="280"/>
        </pc:sldMkLst>
        <pc:spChg chg="mod">
          <ac:chgData name="Katie HARRISON" userId="S::kfharrison@wisc.edu::f5e22dcb-aa54-4825-b422-a6b74624f705" providerId="AD" clId="Web-{62D7D5D6-6AED-0D2E-C15D-4D72018AED34}" dt="2022-08-13T16:22:34.347" v="128" actId="20577"/>
          <ac:spMkLst>
            <pc:docMk/>
            <pc:sldMk cId="1006650640" sldId="280"/>
            <ac:spMk id="2" creationId="{78699449-6983-CBEB-D24C-8481596BD551}"/>
          </ac:spMkLst>
        </pc:spChg>
        <pc:spChg chg="del">
          <ac:chgData name="Katie HARRISON" userId="S::kfharrison@wisc.edu::f5e22dcb-aa54-4825-b422-a6b74624f705" providerId="AD" clId="Web-{62D7D5D6-6AED-0D2E-C15D-4D72018AED34}" dt="2022-08-13T16:22:57.894" v="129"/>
          <ac:spMkLst>
            <pc:docMk/>
            <pc:sldMk cId="1006650640" sldId="280"/>
            <ac:spMk id="3" creationId="{4C5D09AD-CFA1-2D65-737D-9FE3B097C792}"/>
          </ac:spMkLst>
        </pc:spChg>
        <pc:spChg chg="del mod">
          <ac:chgData name="Katie HARRISON" userId="S::kfharrison@wisc.edu::f5e22dcb-aa54-4825-b422-a6b74624f705" providerId="AD" clId="Web-{62D7D5D6-6AED-0D2E-C15D-4D72018AED34}" dt="2022-08-13T16:23:22.816" v="136"/>
          <ac:spMkLst>
            <pc:docMk/>
            <pc:sldMk cId="1006650640" sldId="280"/>
            <ac:spMk id="4" creationId="{B744FF0B-77FD-A3CB-C3D5-89916417393E}"/>
          </ac:spMkLst>
        </pc:spChg>
        <pc:spChg chg="mod">
          <ac:chgData name="Katie HARRISON" userId="S::kfharrison@wisc.edu::f5e22dcb-aa54-4825-b422-a6b74624f705" providerId="AD" clId="Web-{62D7D5D6-6AED-0D2E-C15D-4D72018AED34}" dt="2022-08-13T17:05:59.272" v="355" actId="14100"/>
          <ac:spMkLst>
            <pc:docMk/>
            <pc:sldMk cId="1006650640" sldId="280"/>
            <ac:spMk id="5" creationId="{D4495493-FF8C-EB96-7E90-73EA67B7E618}"/>
          </ac:spMkLst>
        </pc:spChg>
        <pc:spChg chg="add mod">
          <ac:chgData name="Katie HARRISON" userId="S::kfharrison@wisc.edu::f5e22dcb-aa54-4825-b422-a6b74624f705" providerId="AD" clId="Web-{62D7D5D6-6AED-0D2E-C15D-4D72018AED34}" dt="2022-08-13T16:24:34.644" v="155" actId="20577"/>
          <ac:spMkLst>
            <pc:docMk/>
            <pc:sldMk cId="1006650640" sldId="280"/>
            <ac:spMk id="7" creationId="{F1534C59-B87D-4FAC-FDC1-A426441F54C9}"/>
          </ac:spMkLst>
        </pc:spChg>
        <pc:spChg chg="add mod">
          <ac:chgData name="Katie HARRISON" userId="S::kfharrison@wisc.edu::f5e22dcb-aa54-4825-b422-a6b74624f705" providerId="AD" clId="Web-{62D7D5D6-6AED-0D2E-C15D-4D72018AED34}" dt="2022-08-13T16:54:23.387" v="230" actId="1076"/>
          <ac:spMkLst>
            <pc:docMk/>
            <pc:sldMk cId="1006650640" sldId="280"/>
            <ac:spMk id="10" creationId="{D5B6B3F6-4E73-B55E-8301-BA1E58AD1336}"/>
          </ac:spMkLst>
        </pc:spChg>
        <pc:spChg chg="add mod">
          <ac:chgData name="Katie HARRISON" userId="S::kfharrison@wisc.edu::f5e22dcb-aa54-4825-b422-a6b74624f705" providerId="AD" clId="Web-{62D7D5D6-6AED-0D2E-C15D-4D72018AED34}" dt="2022-08-13T16:59:01.639" v="325" actId="20577"/>
          <ac:spMkLst>
            <pc:docMk/>
            <pc:sldMk cId="1006650640" sldId="280"/>
            <ac:spMk id="11" creationId="{D96F5CB2-1956-D3AC-DB07-813F1B990F71}"/>
          </ac:spMkLst>
        </pc:spChg>
        <pc:spChg chg="add mod">
          <ac:chgData name="Katie HARRISON" userId="S::kfharrison@wisc.edu::f5e22dcb-aa54-4825-b422-a6b74624f705" providerId="AD" clId="Web-{62D7D5D6-6AED-0D2E-C15D-4D72018AED34}" dt="2022-08-13T17:05:46.694" v="354" actId="1076"/>
          <ac:spMkLst>
            <pc:docMk/>
            <pc:sldMk cId="1006650640" sldId="280"/>
            <ac:spMk id="12" creationId="{C7D5EFF1-1535-99D8-5EB7-4DD617589670}"/>
          </ac:spMkLst>
        </pc:spChg>
        <pc:picChg chg="add mod ord modCrop">
          <ac:chgData name="Katie HARRISON" userId="S::kfharrison@wisc.edu::f5e22dcb-aa54-4825-b422-a6b74624f705" providerId="AD" clId="Web-{62D7D5D6-6AED-0D2E-C15D-4D72018AED34}" dt="2022-08-13T16:23:31.144" v="139" actId="1076"/>
          <ac:picMkLst>
            <pc:docMk/>
            <pc:sldMk cId="1006650640" sldId="280"/>
            <ac:picMk id="6" creationId="{2E090C0C-50A7-7132-120C-7009D3266E19}"/>
          </ac:picMkLst>
        </pc:picChg>
        <pc:picChg chg="add mod">
          <ac:chgData name="Katie HARRISON" userId="S::kfharrison@wisc.edu::f5e22dcb-aa54-4825-b422-a6b74624f705" providerId="AD" clId="Web-{62D7D5D6-6AED-0D2E-C15D-4D72018AED34}" dt="2022-08-13T16:53:09.777" v="218" actId="1076"/>
          <ac:picMkLst>
            <pc:docMk/>
            <pc:sldMk cId="1006650640" sldId="280"/>
            <ac:picMk id="9" creationId="{2643A441-C519-A7AB-6472-D4A5696747A2}"/>
          </ac:picMkLst>
        </pc:picChg>
      </pc:sldChg>
      <pc:sldChg chg="addSp delSp modSp new mod setBg modClrScheme chgLayout">
        <pc:chgData name="Katie HARRISON" userId="S::kfharrison@wisc.edu::f5e22dcb-aa54-4825-b422-a6b74624f705" providerId="AD" clId="Web-{62D7D5D6-6AED-0D2E-C15D-4D72018AED34}" dt="2022-08-13T18:18:12.166" v="530" actId="20577"/>
        <pc:sldMkLst>
          <pc:docMk/>
          <pc:sldMk cId="608946128" sldId="281"/>
        </pc:sldMkLst>
        <pc:spChg chg="mod ord">
          <ac:chgData name="Katie HARRISON" userId="S::kfharrison@wisc.edu::f5e22dcb-aa54-4825-b422-a6b74624f705" providerId="AD" clId="Web-{62D7D5D6-6AED-0D2E-C15D-4D72018AED34}" dt="2022-08-13T18:12:25.635" v="451"/>
          <ac:spMkLst>
            <pc:docMk/>
            <pc:sldMk cId="608946128" sldId="281"/>
            <ac:spMk id="2" creationId="{0FC4D825-0AEF-C572-FA4B-4823FC67E621}"/>
          </ac:spMkLst>
        </pc:spChg>
        <pc:spChg chg="add mod ord">
          <ac:chgData name="Katie HARRISON" userId="S::kfharrison@wisc.edu::f5e22dcb-aa54-4825-b422-a6b74624f705" providerId="AD" clId="Web-{62D7D5D6-6AED-0D2E-C15D-4D72018AED34}" dt="2022-08-13T18:13:07.760" v="456" actId="20577"/>
          <ac:spMkLst>
            <pc:docMk/>
            <pc:sldMk cId="608946128" sldId="281"/>
            <ac:spMk id="3" creationId="{B1ED300C-3926-D0E1-0DA7-1383EC2C8071}"/>
          </ac:spMkLst>
        </pc:spChg>
        <pc:spChg chg="add del mod ord">
          <ac:chgData name="Katie HARRISON" userId="S::kfharrison@wisc.edu::f5e22dcb-aa54-4825-b422-a6b74624f705" providerId="AD" clId="Web-{62D7D5D6-6AED-0D2E-C15D-4D72018AED34}" dt="2022-08-13T18:11:54.276" v="444"/>
          <ac:spMkLst>
            <pc:docMk/>
            <pc:sldMk cId="608946128" sldId="281"/>
            <ac:spMk id="4" creationId="{874B88A7-6793-F84B-51A4-F278E69ADE3A}"/>
          </ac:spMkLst>
        </pc:spChg>
        <pc:spChg chg="add mod ord">
          <ac:chgData name="Katie HARRISON" userId="S::kfharrison@wisc.edu::f5e22dcb-aa54-4825-b422-a6b74624f705" providerId="AD" clId="Web-{62D7D5D6-6AED-0D2E-C15D-4D72018AED34}" dt="2022-08-13T18:17:32.166" v="514" actId="20577"/>
          <ac:spMkLst>
            <pc:docMk/>
            <pc:sldMk cId="608946128" sldId="281"/>
            <ac:spMk id="5" creationId="{F152EBBB-DF7A-3D9C-0CEE-2A40FBC7A427}"/>
          </ac:spMkLst>
        </pc:spChg>
        <pc:spChg chg="add del mod">
          <ac:chgData name="Katie HARRISON" userId="S::kfharrison@wisc.edu::f5e22dcb-aa54-4825-b422-a6b74624f705" providerId="AD" clId="Web-{62D7D5D6-6AED-0D2E-C15D-4D72018AED34}" dt="2022-08-13T18:12:22.291" v="450"/>
          <ac:spMkLst>
            <pc:docMk/>
            <pc:sldMk cId="608946128" sldId="281"/>
            <ac:spMk id="8" creationId="{FAD90F3E-E0C5-8A30-1366-32107D7786A3}"/>
          </ac:spMkLst>
        </pc:spChg>
        <pc:spChg chg="add mod">
          <ac:chgData name="Katie HARRISON" userId="S::kfharrison@wisc.edu::f5e22dcb-aa54-4825-b422-a6b74624f705" providerId="AD" clId="Web-{62D7D5D6-6AED-0D2E-C15D-4D72018AED34}" dt="2022-08-13T18:18:12.166" v="530" actId="20577"/>
          <ac:spMkLst>
            <pc:docMk/>
            <pc:sldMk cId="608946128" sldId="281"/>
            <ac:spMk id="11" creationId="{FFF7D42C-6FBE-5C0E-9D94-C06624EDEF56}"/>
          </ac:spMkLst>
        </pc:spChg>
        <pc:spChg chg="add">
          <ac:chgData name="Katie HARRISON" userId="S::kfharrison@wisc.edu::f5e22dcb-aa54-4825-b422-a6b74624f705" providerId="AD" clId="Web-{62D7D5D6-6AED-0D2E-C15D-4D72018AED34}" dt="2022-08-13T18:12:25.635" v="451"/>
          <ac:spMkLst>
            <pc:docMk/>
            <pc:sldMk cId="608946128" sldId="281"/>
            <ac:spMk id="15" creationId="{2D6FBB9D-1CAA-4D05-AB33-BABDFE17B843}"/>
          </ac:spMkLst>
        </pc:spChg>
        <pc:spChg chg="add">
          <ac:chgData name="Katie HARRISON" userId="S::kfharrison@wisc.edu::f5e22dcb-aa54-4825-b422-a6b74624f705" providerId="AD" clId="Web-{62D7D5D6-6AED-0D2E-C15D-4D72018AED34}" dt="2022-08-13T18:12:25.635" v="451"/>
          <ac:spMkLst>
            <pc:docMk/>
            <pc:sldMk cId="608946128" sldId="281"/>
            <ac:spMk id="17" creationId="{04727B71-B4B6-4823-80A1-68C40B475118}"/>
          </ac:spMkLst>
        </pc:spChg>
        <pc:spChg chg="add">
          <ac:chgData name="Katie HARRISON" userId="S::kfharrison@wisc.edu::f5e22dcb-aa54-4825-b422-a6b74624f705" providerId="AD" clId="Web-{62D7D5D6-6AED-0D2E-C15D-4D72018AED34}" dt="2022-08-13T18:12:25.635" v="451"/>
          <ac:spMkLst>
            <pc:docMk/>
            <pc:sldMk cId="608946128" sldId="281"/>
            <ac:spMk id="19" creationId="{79A6DB05-9FB5-4B07-8675-74C23D4FD89D}"/>
          </ac:spMkLst>
        </pc:spChg>
        <pc:spChg chg="add">
          <ac:chgData name="Katie HARRISON" userId="S::kfharrison@wisc.edu::f5e22dcb-aa54-4825-b422-a6b74624f705" providerId="AD" clId="Web-{62D7D5D6-6AED-0D2E-C15D-4D72018AED34}" dt="2022-08-13T18:12:25.635" v="451"/>
          <ac:spMkLst>
            <pc:docMk/>
            <pc:sldMk cId="608946128" sldId="281"/>
            <ac:spMk id="21" creationId="{8108D317-7CBD-4897-BD1F-959436D2A3BE}"/>
          </ac:spMkLst>
        </pc:spChg>
        <pc:spChg chg="add">
          <ac:chgData name="Katie HARRISON" userId="S::kfharrison@wisc.edu::f5e22dcb-aa54-4825-b422-a6b74624f705" providerId="AD" clId="Web-{62D7D5D6-6AED-0D2E-C15D-4D72018AED34}" dt="2022-08-13T18:12:25.635" v="451"/>
          <ac:spMkLst>
            <pc:docMk/>
            <pc:sldMk cId="608946128" sldId="281"/>
            <ac:spMk id="23" creationId="{D6297641-8B9F-4767-9606-8A11313227BF}"/>
          </ac:spMkLst>
        </pc:spChg>
        <pc:spChg chg="add">
          <ac:chgData name="Katie HARRISON" userId="S::kfharrison@wisc.edu::f5e22dcb-aa54-4825-b422-a6b74624f705" providerId="AD" clId="Web-{62D7D5D6-6AED-0D2E-C15D-4D72018AED34}" dt="2022-08-13T18:12:25.635" v="451"/>
          <ac:spMkLst>
            <pc:docMk/>
            <pc:sldMk cId="608946128" sldId="281"/>
            <ac:spMk id="25" creationId="{D8F3CA65-EA00-46B4-9616-39E6853F7BED}"/>
          </ac:spMkLst>
        </pc:spChg>
        <pc:picChg chg="add del mod ord modCrop">
          <ac:chgData name="Katie HARRISON" userId="S::kfharrison@wisc.edu::f5e22dcb-aa54-4825-b422-a6b74624f705" providerId="AD" clId="Web-{62D7D5D6-6AED-0D2E-C15D-4D72018AED34}" dt="2022-08-13T18:12:08.573" v="447"/>
          <ac:picMkLst>
            <pc:docMk/>
            <pc:sldMk cId="608946128" sldId="281"/>
            <ac:picMk id="6" creationId="{CA012D8D-FD72-1608-3F9C-A5498E5BA717}"/>
          </ac:picMkLst>
        </pc:picChg>
        <pc:picChg chg="add del mod ord modCrop">
          <ac:chgData name="Katie HARRISON" userId="S::kfharrison@wisc.edu::f5e22dcb-aa54-4825-b422-a6b74624f705" providerId="AD" clId="Web-{62D7D5D6-6AED-0D2E-C15D-4D72018AED34}" dt="2022-08-13T18:12:18.697" v="449"/>
          <ac:picMkLst>
            <pc:docMk/>
            <pc:sldMk cId="608946128" sldId="281"/>
            <ac:picMk id="9" creationId="{17F506AF-ED96-A285-034A-97FCC1309F49}"/>
          </ac:picMkLst>
        </pc:picChg>
        <pc:picChg chg="add mod ord modCrop">
          <ac:chgData name="Katie HARRISON" userId="S::kfharrison@wisc.edu::f5e22dcb-aa54-4825-b422-a6b74624f705" providerId="AD" clId="Web-{62D7D5D6-6AED-0D2E-C15D-4D72018AED34}" dt="2022-08-13T18:12:25.635" v="451"/>
          <ac:picMkLst>
            <pc:docMk/>
            <pc:sldMk cId="608946128" sldId="281"/>
            <ac:picMk id="10" creationId="{7EBF6D1A-295C-ED0D-251D-125D721C2425}"/>
          </ac:picMkLst>
        </pc:picChg>
      </pc:sldChg>
    </pc:docChg>
  </pc:docChgLst>
  <pc:docChgLst>
    <pc:chgData name="Katie HARRISON" userId="S::kfharrison@wisc.edu::f5e22dcb-aa54-4825-b422-a6b74624f705" providerId="AD" clId="Web-{F26C6DDB-D799-1504-66BC-E8CEA2165ED4}"/>
    <pc:docChg chg="addSld modSld">
      <pc:chgData name="Katie HARRISON" userId="S::kfharrison@wisc.edu::f5e22dcb-aa54-4825-b422-a6b74624f705" providerId="AD" clId="Web-{F26C6DDB-D799-1504-66BC-E8CEA2165ED4}" dt="2022-08-09T03:57:39.484" v="172"/>
      <pc:docMkLst>
        <pc:docMk/>
      </pc:docMkLst>
      <pc:sldChg chg="modSp">
        <pc:chgData name="Katie HARRISON" userId="S::kfharrison@wisc.edu::f5e22dcb-aa54-4825-b422-a6b74624f705" providerId="AD" clId="Web-{F26C6DDB-D799-1504-66BC-E8CEA2165ED4}" dt="2022-08-09T03:53:47.376" v="137" actId="20577"/>
        <pc:sldMkLst>
          <pc:docMk/>
          <pc:sldMk cId="535810320" sldId="257"/>
        </pc:sldMkLst>
        <pc:spChg chg="mod">
          <ac:chgData name="Katie HARRISON" userId="S::kfharrison@wisc.edu::f5e22dcb-aa54-4825-b422-a6b74624f705" providerId="AD" clId="Web-{F26C6DDB-D799-1504-66BC-E8CEA2165ED4}" dt="2022-08-09T03:53:47.376" v="137" actId="20577"/>
          <ac:spMkLst>
            <pc:docMk/>
            <pc:sldMk cId="535810320" sldId="257"/>
            <ac:spMk id="2" creationId="{1C5E13C5-8F15-3BDA-C6AC-706CEBB0818E}"/>
          </ac:spMkLst>
        </pc:spChg>
      </pc:sldChg>
      <pc:sldChg chg="addSp delSp modSp addCm">
        <pc:chgData name="Katie HARRISON" userId="S::kfharrison@wisc.edu::f5e22dcb-aa54-4825-b422-a6b74624f705" providerId="AD" clId="Web-{F26C6DDB-D799-1504-66BC-E8CEA2165ED4}" dt="2022-08-09T03:57:39.484" v="172"/>
        <pc:sldMkLst>
          <pc:docMk/>
          <pc:sldMk cId="469208456" sldId="268"/>
        </pc:sldMkLst>
        <pc:spChg chg="mod">
          <ac:chgData name="Katie HARRISON" userId="S::kfharrison@wisc.edu::f5e22dcb-aa54-4825-b422-a6b74624f705" providerId="AD" clId="Web-{F26C6DDB-D799-1504-66BC-E8CEA2165ED4}" dt="2022-08-09T03:51:50.377" v="130" actId="1076"/>
          <ac:spMkLst>
            <pc:docMk/>
            <pc:sldMk cId="469208456" sldId="268"/>
            <ac:spMk id="2" creationId="{658E19D1-5AD0-4FF0-ADE9-CE82E1E940A9}"/>
          </ac:spMkLst>
        </pc:spChg>
        <pc:spChg chg="del mod">
          <ac:chgData name="Katie HARRISON" userId="S::kfharrison@wisc.edu::f5e22dcb-aa54-4825-b422-a6b74624f705" providerId="AD" clId="Web-{F26C6DDB-D799-1504-66BC-E8CEA2165ED4}" dt="2022-08-09T03:33:46.464" v="63"/>
          <ac:spMkLst>
            <pc:docMk/>
            <pc:sldMk cId="469208456" sldId="268"/>
            <ac:spMk id="4" creationId="{B6B1F0D6-FE62-8D84-369A-241A9FD73403}"/>
          </ac:spMkLst>
        </pc:spChg>
        <pc:spChg chg="add del mod">
          <ac:chgData name="Katie HARRISON" userId="S::kfharrison@wisc.edu::f5e22dcb-aa54-4825-b422-a6b74624f705" providerId="AD" clId="Web-{F26C6DDB-D799-1504-66BC-E8CEA2165ED4}" dt="2022-08-09T03:48:35.551" v="115"/>
          <ac:spMkLst>
            <pc:docMk/>
            <pc:sldMk cId="469208456" sldId="268"/>
            <ac:spMk id="7" creationId="{FD936FAB-8838-DAFB-6705-8FA1FCA7704F}"/>
          </ac:spMkLst>
        </pc:spChg>
        <pc:spChg chg="del">
          <ac:chgData name="Katie HARRISON" userId="S::kfharrison@wisc.edu::f5e22dcb-aa54-4825-b422-a6b74624f705" providerId="AD" clId="Web-{F26C6DDB-D799-1504-66BC-E8CEA2165ED4}" dt="2022-08-09T03:17:22.081" v="0"/>
          <ac:spMkLst>
            <pc:docMk/>
            <pc:sldMk cId="469208456" sldId="268"/>
            <ac:spMk id="10" creationId="{2D6FBB9D-1CAA-4D05-AB33-BABDFE17B843}"/>
          </ac:spMkLst>
        </pc:spChg>
        <pc:spChg chg="add mod">
          <ac:chgData name="Katie HARRISON" userId="S::kfharrison@wisc.edu::f5e22dcb-aa54-4825-b422-a6b74624f705" providerId="AD" clId="Web-{F26C6DDB-D799-1504-66BC-E8CEA2165ED4}" dt="2022-08-09T03:54:52.251" v="160" actId="1076"/>
          <ac:spMkLst>
            <pc:docMk/>
            <pc:sldMk cId="469208456" sldId="268"/>
            <ac:spMk id="11" creationId="{AB59A86D-C94E-BEDF-AB6E-3BA1643C7C13}"/>
          </ac:spMkLst>
        </pc:spChg>
        <pc:spChg chg="del">
          <ac:chgData name="Katie HARRISON" userId="S::kfharrison@wisc.edu::f5e22dcb-aa54-4825-b422-a6b74624f705" providerId="AD" clId="Web-{F26C6DDB-D799-1504-66BC-E8CEA2165ED4}" dt="2022-08-09T03:17:22.081" v="0"/>
          <ac:spMkLst>
            <pc:docMk/>
            <pc:sldMk cId="469208456" sldId="268"/>
            <ac:spMk id="12" creationId="{04727B71-B4B6-4823-80A1-68C40B475118}"/>
          </ac:spMkLst>
        </pc:spChg>
        <pc:spChg chg="add del">
          <ac:chgData name="Katie HARRISON" userId="S::kfharrison@wisc.edu::f5e22dcb-aa54-4825-b422-a6b74624f705" providerId="AD" clId="Web-{F26C6DDB-D799-1504-66BC-E8CEA2165ED4}" dt="2022-08-09T03:55:13.422" v="162"/>
          <ac:spMkLst>
            <pc:docMk/>
            <pc:sldMk cId="469208456" sldId="268"/>
            <ac:spMk id="13" creationId="{156992A0-CCD7-07E6-FA39-C7CE78181611}"/>
          </ac:spMkLst>
        </pc:spChg>
        <pc:spChg chg="del">
          <ac:chgData name="Katie HARRISON" userId="S::kfharrison@wisc.edu::f5e22dcb-aa54-4825-b422-a6b74624f705" providerId="AD" clId="Web-{F26C6DDB-D799-1504-66BC-E8CEA2165ED4}" dt="2022-08-09T03:17:22.081" v="0"/>
          <ac:spMkLst>
            <pc:docMk/>
            <pc:sldMk cId="469208456" sldId="268"/>
            <ac:spMk id="14" creationId="{79A6DB05-9FB5-4B07-8675-74C23D4FD89D}"/>
          </ac:spMkLst>
        </pc:spChg>
        <pc:spChg chg="add del mod">
          <ac:chgData name="Katie HARRISON" userId="S::kfharrison@wisc.edu::f5e22dcb-aa54-4825-b422-a6b74624f705" providerId="AD" clId="Web-{F26C6DDB-D799-1504-66BC-E8CEA2165ED4}" dt="2022-08-09T03:56:29.781" v="169"/>
          <ac:spMkLst>
            <pc:docMk/>
            <pc:sldMk cId="469208456" sldId="268"/>
            <ac:spMk id="15" creationId="{D19AE030-1290-FCEE-CB78-65E757C1089F}"/>
          </ac:spMkLst>
        </pc:spChg>
        <pc:spChg chg="del">
          <ac:chgData name="Katie HARRISON" userId="S::kfharrison@wisc.edu::f5e22dcb-aa54-4825-b422-a6b74624f705" providerId="AD" clId="Web-{F26C6DDB-D799-1504-66BC-E8CEA2165ED4}" dt="2022-08-09T03:17:22.081" v="0"/>
          <ac:spMkLst>
            <pc:docMk/>
            <pc:sldMk cId="469208456" sldId="268"/>
            <ac:spMk id="16" creationId="{6D24BC9E-AC6A-42EE-AFD8-B290720B841F}"/>
          </ac:spMkLst>
        </pc:spChg>
        <pc:spChg chg="del">
          <ac:chgData name="Katie HARRISON" userId="S::kfharrison@wisc.edu::f5e22dcb-aa54-4825-b422-a6b74624f705" providerId="AD" clId="Web-{F26C6DDB-D799-1504-66BC-E8CEA2165ED4}" dt="2022-08-09T03:17:22.081" v="0"/>
          <ac:spMkLst>
            <pc:docMk/>
            <pc:sldMk cId="469208456" sldId="268"/>
            <ac:spMk id="18" creationId="{0990C621-3B8B-4820-8328-D47EF7CE823C}"/>
          </ac:spMkLst>
        </pc:spChg>
        <pc:spChg chg="del">
          <ac:chgData name="Katie HARRISON" userId="S::kfharrison@wisc.edu::f5e22dcb-aa54-4825-b422-a6b74624f705" providerId="AD" clId="Web-{F26C6DDB-D799-1504-66BC-E8CEA2165ED4}" dt="2022-08-09T03:17:22.081" v="0"/>
          <ac:spMkLst>
            <pc:docMk/>
            <pc:sldMk cId="469208456" sldId="268"/>
            <ac:spMk id="20" creationId="{C1A2385B-1D2A-4E17-84FA-6CB7F0AAE473}"/>
          </ac:spMkLst>
        </pc:spChg>
        <pc:spChg chg="del">
          <ac:chgData name="Katie HARRISON" userId="S::kfharrison@wisc.edu::f5e22dcb-aa54-4825-b422-a6b74624f705" providerId="AD" clId="Web-{F26C6DDB-D799-1504-66BC-E8CEA2165ED4}" dt="2022-08-09T03:17:22.081" v="0"/>
          <ac:spMkLst>
            <pc:docMk/>
            <pc:sldMk cId="469208456" sldId="268"/>
            <ac:spMk id="22" creationId="{5E791F2F-79DB-4CC0-9FA1-001E3E91E8B7}"/>
          </ac:spMkLst>
        </pc:spChg>
        <pc:spChg chg="add">
          <ac:chgData name="Katie HARRISON" userId="S::kfharrison@wisc.edu::f5e22dcb-aa54-4825-b422-a6b74624f705" providerId="AD" clId="Web-{F26C6DDB-D799-1504-66BC-E8CEA2165ED4}" dt="2022-08-09T03:17:22.081" v="0"/>
          <ac:spMkLst>
            <pc:docMk/>
            <pc:sldMk cId="469208456" sldId="268"/>
            <ac:spMk id="27" creationId="{2D6FBB9D-1CAA-4D05-AB33-BABDFE17B843}"/>
          </ac:spMkLst>
        </pc:spChg>
        <pc:spChg chg="add">
          <ac:chgData name="Katie HARRISON" userId="S::kfharrison@wisc.edu::f5e22dcb-aa54-4825-b422-a6b74624f705" providerId="AD" clId="Web-{F26C6DDB-D799-1504-66BC-E8CEA2165ED4}" dt="2022-08-09T03:17:22.081" v="0"/>
          <ac:spMkLst>
            <pc:docMk/>
            <pc:sldMk cId="469208456" sldId="268"/>
            <ac:spMk id="29" creationId="{04727B71-B4B6-4823-80A1-68C40B475118}"/>
          </ac:spMkLst>
        </pc:spChg>
        <pc:spChg chg="add">
          <ac:chgData name="Katie HARRISON" userId="S::kfharrison@wisc.edu::f5e22dcb-aa54-4825-b422-a6b74624f705" providerId="AD" clId="Web-{F26C6DDB-D799-1504-66BC-E8CEA2165ED4}" dt="2022-08-09T03:17:22.081" v="0"/>
          <ac:spMkLst>
            <pc:docMk/>
            <pc:sldMk cId="469208456" sldId="268"/>
            <ac:spMk id="31" creationId="{79A6DB05-9FB5-4B07-8675-74C23D4FD89D}"/>
          </ac:spMkLst>
        </pc:spChg>
        <pc:spChg chg="add">
          <ac:chgData name="Katie HARRISON" userId="S::kfharrison@wisc.edu::f5e22dcb-aa54-4825-b422-a6b74624f705" providerId="AD" clId="Web-{F26C6DDB-D799-1504-66BC-E8CEA2165ED4}" dt="2022-08-09T03:17:22.081" v="0"/>
          <ac:spMkLst>
            <pc:docMk/>
            <pc:sldMk cId="469208456" sldId="268"/>
            <ac:spMk id="33" creationId="{49B9E8A9-352D-4DCB-9485-C777000D4979}"/>
          </ac:spMkLst>
        </pc:spChg>
        <pc:spChg chg="add">
          <ac:chgData name="Katie HARRISON" userId="S::kfharrison@wisc.edu::f5e22dcb-aa54-4825-b422-a6b74624f705" providerId="AD" clId="Web-{F26C6DDB-D799-1504-66BC-E8CEA2165ED4}" dt="2022-08-09T03:17:22.081" v="0"/>
          <ac:spMkLst>
            <pc:docMk/>
            <pc:sldMk cId="469208456" sldId="268"/>
            <ac:spMk id="35" creationId="{C2A9B0E5-C2C1-4B85-99A9-117A659D5FE0}"/>
          </ac:spMkLst>
        </pc:spChg>
        <pc:spChg chg="add">
          <ac:chgData name="Katie HARRISON" userId="S::kfharrison@wisc.edu::f5e22dcb-aa54-4825-b422-a6b74624f705" providerId="AD" clId="Web-{F26C6DDB-D799-1504-66BC-E8CEA2165ED4}" dt="2022-08-09T03:17:22.081" v="0"/>
          <ac:spMkLst>
            <pc:docMk/>
            <pc:sldMk cId="469208456" sldId="268"/>
            <ac:spMk id="37" creationId="{3A8AEACA-9535-4BE8-A91B-8BE82BA54751}"/>
          </ac:spMkLst>
        </pc:spChg>
        <pc:picChg chg="del mod ord">
          <ac:chgData name="Katie HARRISON" userId="S::kfharrison@wisc.edu::f5e22dcb-aa54-4825-b422-a6b74624f705" providerId="AD" clId="Web-{F26C6DDB-D799-1504-66BC-E8CEA2165ED4}" dt="2022-08-09T03:29:02.264" v="4"/>
          <ac:picMkLst>
            <pc:docMk/>
            <pc:sldMk cId="469208456" sldId="268"/>
            <ac:picMk id="3" creationId="{39175A3D-8E58-5E0A-0CE7-A9D5BB5EC579}"/>
          </ac:picMkLst>
        </pc:picChg>
        <pc:picChg chg="mod">
          <ac:chgData name="Katie HARRISON" userId="S::kfharrison@wisc.edu::f5e22dcb-aa54-4825-b422-a6b74624f705" providerId="AD" clId="Web-{F26C6DDB-D799-1504-66BC-E8CEA2165ED4}" dt="2022-08-09T03:54:21.720" v="149" actId="14100"/>
          <ac:picMkLst>
            <pc:docMk/>
            <pc:sldMk cId="469208456" sldId="268"/>
            <ac:picMk id="5" creationId="{D0729F8A-3B40-8482-34A9-DBE2B1183EBE}"/>
          </ac:picMkLst>
        </pc:picChg>
        <pc:picChg chg="add del mod">
          <ac:chgData name="Katie HARRISON" userId="S::kfharrison@wisc.edu::f5e22dcb-aa54-4825-b422-a6b74624f705" providerId="AD" clId="Web-{F26C6DDB-D799-1504-66BC-E8CEA2165ED4}" dt="2022-08-09T03:50:17.315" v="122"/>
          <ac:picMkLst>
            <pc:docMk/>
            <pc:sldMk cId="469208456" sldId="268"/>
            <ac:picMk id="6" creationId="{3C4BC198-4468-8E57-1D42-10687C2EA43C}"/>
          </ac:picMkLst>
        </pc:picChg>
        <pc:picChg chg="add mod">
          <ac:chgData name="Katie HARRISON" userId="S::kfharrison@wisc.edu::f5e22dcb-aa54-4825-b422-a6b74624f705" providerId="AD" clId="Web-{F26C6DDB-D799-1504-66BC-E8CEA2165ED4}" dt="2022-08-09T03:52:02.986" v="132" actId="1076"/>
          <ac:picMkLst>
            <pc:docMk/>
            <pc:sldMk cId="469208456" sldId="268"/>
            <ac:picMk id="8" creationId="{43B491C5-4DBF-CAD4-BBA2-05ACA6DCA13D}"/>
          </ac:picMkLst>
        </pc:picChg>
        <pc:picChg chg="add mod">
          <ac:chgData name="Katie HARRISON" userId="S::kfharrison@wisc.edu::f5e22dcb-aa54-4825-b422-a6b74624f705" providerId="AD" clId="Web-{F26C6DDB-D799-1504-66BC-E8CEA2165ED4}" dt="2022-08-09T03:52:10.424" v="133" actId="1076"/>
          <ac:picMkLst>
            <pc:docMk/>
            <pc:sldMk cId="469208456" sldId="268"/>
            <ac:picMk id="9" creationId="{FE7BD2DB-16D0-4DE9-EF76-BCE1FEDF629A}"/>
          </ac:picMkLst>
        </pc:picChg>
        <pc:inkChg chg="add del">
          <ac:chgData name="Katie HARRISON" userId="S::kfharrison@wisc.edu::f5e22dcb-aa54-4825-b422-a6b74624f705" providerId="AD" clId="Web-{F26C6DDB-D799-1504-66BC-E8CEA2165ED4}" dt="2022-08-09T03:57:08.093" v="171"/>
          <ac:inkMkLst>
            <pc:docMk/>
            <pc:sldMk cId="469208456" sldId="268"/>
            <ac:inkMk id="17" creationId="{51EDE074-A50A-4B49-6D70-0137449D6D76}"/>
          </ac:inkMkLst>
        </pc:inkChg>
        <pc:inkChg chg="add">
          <ac:chgData name="Katie HARRISON" userId="S::kfharrison@wisc.edu::f5e22dcb-aa54-4825-b422-a6b74624f705" providerId="AD" clId="Web-{F26C6DDB-D799-1504-66BC-E8CEA2165ED4}" dt="2022-08-09T03:57:39.484" v="172"/>
          <ac:inkMkLst>
            <pc:docMk/>
            <pc:sldMk cId="469208456" sldId="268"/>
            <ac:inkMk id="19" creationId="{A9163E00-4CE5-2E21-CFBE-64805DAB1494}"/>
          </ac:inkMkLst>
        </pc:inkChg>
      </pc:sldChg>
      <pc:sldChg chg="new">
        <pc:chgData name="Katie HARRISON" userId="S::kfharrison@wisc.edu::f5e22dcb-aa54-4825-b422-a6b74624f705" providerId="AD" clId="Web-{F26C6DDB-D799-1504-66BC-E8CEA2165ED4}" dt="2022-08-09T03:55:23.313" v="163"/>
        <pc:sldMkLst>
          <pc:docMk/>
          <pc:sldMk cId="1464427894" sldId="269"/>
        </pc:sldMkLst>
      </pc:sldChg>
    </pc:docChg>
  </pc:docChgLst>
  <pc:docChgLst>
    <pc:chgData name="Katie HARRISON" userId="S::kfharrison@wisc.edu::f5e22dcb-aa54-4825-b422-a6b74624f705" providerId="AD" clId="Web-{A696B6FF-8749-2B16-6D3C-21F06D78FFFD}"/>
    <pc:docChg chg="modSld">
      <pc:chgData name="Katie HARRISON" userId="S::kfharrison@wisc.edu::f5e22dcb-aa54-4825-b422-a6b74624f705" providerId="AD" clId="Web-{A696B6FF-8749-2B16-6D3C-21F06D78FFFD}" dt="2022-08-09T02:23:19.097" v="134" actId="14100"/>
      <pc:docMkLst>
        <pc:docMk/>
      </pc:docMkLst>
      <pc:sldChg chg="modSp">
        <pc:chgData name="Katie HARRISON" userId="S::kfharrison@wisc.edu::f5e22dcb-aa54-4825-b422-a6b74624f705" providerId="AD" clId="Web-{A696B6FF-8749-2B16-6D3C-21F06D78FFFD}" dt="2022-08-08T20:23:14.030" v="0" actId="20577"/>
        <pc:sldMkLst>
          <pc:docMk/>
          <pc:sldMk cId="4271176360" sldId="262"/>
        </pc:sldMkLst>
        <pc:spChg chg="mod">
          <ac:chgData name="Katie HARRISON" userId="S::kfharrison@wisc.edu::f5e22dcb-aa54-4825-b422-a6b74624f705" providerId="AD" clId="Web-{A696B6FF-8749-2B16-6D3C-21F06D78FFFD}" dt="2022-08-08T20:23:14.030" v="0" actId="20577"/>
          <ac:spMkLst>
            <pc:docMk/>
            <pc:sldMk cId="4271176360" sldId="262"/>
            <ac:spMk id="4" creationId="{4A843800-939F-7949-EFA0-DB422C4F0B0E}"/>
          </ac:spMkLst>
        </pc:spChg>
      </pc:sldChg>
      <pc:sldChg chg="addSp delSp modSp mod setBg addCm modCm">
        <pc:chgData name="Katie HARRISON" userId="S::kfharrison@wisc.edu::f5e22dcb-aa54-4825-b422-a6b74624f705" providerId="AD" clId="Web-{A696B6FF-8749-2B16-6D3C-21F06D78FFFD}" dt="2022-08-09T02:23:19.097" v="134" actId="14100"/>
        <pc:sldMkLst>
          <pc:docMk/>
          <pc:sldMk cId="861447989" sldId="266"/>
        </pc:sldMkLst>
        <pc:spChg chg="mod">
          <ac:chgData name="Katie HARRISON" userId="S::kfharrison@wisc.edu::f5e22dcb-aa54-4825-b422-a6b74624f705" providerId="AD" clId="Web-{A696B6FF-8749-2B16-6D3C-21F06D78FFFD}" dt="2022-08-09T02:22:40.831" v="128"/>
          <ac:spMkLst>
            <pc:docMk/>
            <pc:sldMk cId="861447989" sldId="266"/>
            <ac:spMk id="2" creationId="{BA950413-78D9-5AD6-4640-43C50154A0AA}"/>
          </ac:spMkLst>
        </pc:spChg>
        <pc:spChg chg="del">
          <ac:chgData name="Katie HARRISON" userId="S::kfharrison@wisc.edu::f5e22dcb-aa54-4825-b422-a6b74624f705" providerId="AD" clId="Web-{A696B6FF-8749-2B16-6D3C-21F06D78FFFD}" dt="2022-08-09T02:12:07.231" v="1"/>
          <ac:spMkLst>
            <pc:docMk/>
            <pc:sldMk cId="861447989" sldId="266"/>
            <ac:spMk id="3" creationId="{B2C5D28E-F875-FA56-B3AC-7557CB9A4FBA}"/>
          </ac:spMkLst>
        </pc:spChg>
        <pc:spChg chg="add del mod">
          <ac:chgData name="Katie HARRISON" userId="S::kfharrison@wisc.edu::f5e22dcb-aa54-4825-b422-a6b74624f705" providerId="AD" clId="Web-{A696B6FF-8749-2B16-6D3C-21F06D78FFFD}" dt="2022-08-09T02:23:19.097" v="134" actId="14100"/>
          <ac:spMkLst>
            <pc:docMk/>
            <pc:sldMk cId="861447989" sldId="266"/>
            <ac:spMk id="4" creationId="{BE5F8A88-0E11-4D3E-9D69-ABC6B72594AF}"/>
          </ac:spMkLst>
        </pc:spChg>
        <pc:spChg chg="add del">
          <ac:chgData name="Katie HARRISON" userId="S::kfharrison@wisc.edu::f5e22dcb-aa54-4825-b422-a6b74624f705" providerId="AD" clId="Web-{A696B6FF-8749-2B16-6D3C-21F06D78FFFD}" dt="2022-08-09T02:22:40.831" v="128"/>
          <ac:spMkLst>
            <pc:docMk/>
            <pc:sldMk cId="861447989" sldId="266"/>
            <ac:spMk id="9" creationId="{2D6FBB9D-1CAA-4D05-AB33-BABDFE17B843}"/>
          </ac:spMkLst>
        </pc:spChg>
        <pc:spChg chg="add del">
          <ac:chgData name="Katie HARRISON" userId="S::kfharrison@wisc.edu::f5e22dcb-aa54-4825-b422-a6b74624f705" providerId="AD" clId="Web-{A696B6FF-8749-2B16-6D3C-21F06D78FFFD}" dt="2022-08-09T02:22:40.831" v="128"/>
          <ac:spMkLst>
            <pc:docMk/>
            <pc:sldMk cId="861447989" sldId="266"/>
            <ac:spMk id="11" creationId="{04727B71-B4B6-4823-80A1-68C40B475118}"/>
          </ac:spMkLst>
        </pc:spChg>
        <pc:spChg chg="add del">
          <ac:chgData name="Katie HARRISON" userId="S::kfharrison@wisc.edu::f5e22dcb-aa54-4825-b422-a6b74624f705" providerId="AD" clId="Web-{A696B6FF-8749-2B16-6D3C-21F06D78FFFD}" dt="2022-08-09T02:22:40.831" v="128"/>
          <ac:spMkLst>
            <pc:docMk/>
            <pc:sldMk cId="861447989" sldId="266"/>
            <ac:spMk id="13" creationId="{79A6DB05-9FB5-4B07-8675-74C23D4FD89D}"/>
          </ac:spMkLst>
        </pc:spChg>
        <pc:spChg chg="add del">
          <ac:chgData name="Katie HARRISON" userId="S::kfharrison@wisc.edu::f5e22dcb-aa54-4825-b422-a6b74624f705" providerId="AD" clId="Web-{A696B6FF-8749-2B16-6D3C-21F06D78FFFD}" dt="2022-08-09T02:22:40.831" v="128"/>
          <ac:spMkLst>
            <pc:docMk/>
            <pc:sldMk cId="861447989" sldId="266"/>
            <ac:spMk id="15" creationId="{2029D5AD-8348-4446-B191-6A9B6FE03F21}"/>
          </ac:spMkLst>
        </pc:spChg>
        <pc:spChg chg="add del">
          <ac:chgData name="Katie HARRISON" userId="S::kfharrison@wisc.edu::f5e22dcb-aa54-4825-b422-a6b74624f705" providerId="AD" clId="Web-{A696B6FF-8749-2B16-6D3C-21F06D78FFFD}" dt="2022-08-09T02:22:40.831" v="128"/>
          <ac:spMkLst>
            <pc:docMk/>
            <pc:sldMk cId="861447989" sldId="266"/>
            <ac:spMk id="17" creationId="{A3F395A2-2B64-4749-BD93-2F159C7E1FB5}"/>
          </ac:spMkLst>
        </pc:spChg>
        <pc:spChg chg="add del">
          <ac:chgData name="Katie HARRISON" userId="S::kfharrison@wisc.edu::f5e22dcb-aa54-4825-b422-a6b74624f705" providerId="AD" clId="Web-{A696B6FF-8749-2B16-6D3C-21F06D78FFFD}" dt="2022-08-09T02:22:40.831" v="128"/>
          <ac:spMkLst>
            <pc:docMk/>
            <pc:sldMk cId="861447989" sldId="266"/>
            <ac:spMk id="19" creationId="{5CF0135B-EAB8-4CA0-896C-2D897ECD28BC}"/>
          </ac:spMkLst>
        </pc:spChg>
        <pc:spChg chg="add del">
          <ac:chgData name="Katie HARRISON" userId="S::kfharrison@wisc.edu::f5e22dcb-aa54-4825-b422-a6b74624f705" providerId="AD" clId="Web-{A696B6FF-8749-2B16-6D3C-21F06D78FFFD}" dt="2022-08-09T02:22:40.831" v="128"/>
          <ac:spMkLst>
            <pc:docMk/>
            <pc:sldMk cId="861447989" sldId="266"/>
            <ac:spMk id="21" creationId="{92C3387C-D24F-4737-8A37-1DC5CFF09CFA}"/>
          </ac:spMkLst>
        </pc:spChg>
        <pc:spChg chg="add">
          <ac:chgData name="Katie HARRISON" userId="S::kfharrison@wisc.edu::f5e22dcb-aa54-4825-b422-a6b74624f705" providerId="AD" clId="Web-{A696B6FF-8749-2B16-6D3C-21F06D78FFFD}" dt="2022-08-09T02:22:40.831" v="128"/>
          <ac:spMkLst>
            <pc:docMk/>
            <pc:sldMk cId="861447989" sldId="266"/>
            <ac:spMk id="24" creationId="{2D6FBB9D-1CAA-4D05-AB33-BABDFE17B843}"/>
          </ac:spMkLst>
        </pc:spChg>
        <pc:spChg chg="add">
          <ac:chgData name="Katie HARRISON" userId="S::kfharrison@wisc.edu::f5e22dcb-aa54-4825-b422-a6b74624f705" providerId="AD" clId="Web-{A696B6FF-8749-2B16-6D3C-21F06D78FFFD}" dt="2022-08-09T02:22:40.831" v="128"/>
          <ac:spMkLst>
            <pc:docMk/>
            <pc:sldMk cId="861447989" sldId="266"/>
            <ac:spMk id="25" creationId="{04727B71-B4B6-4823-80A1-68C40B475118}"/>
          </ac:spMkLst>
        </pc:spChg>
        <pc:spChg chg="add">
          <ac:chgData name="Katie HARRISON" userId="S::kfharrison@wisc.edu::f5e22dcb-aa54-4825-b422-a6b74624f705" providerId="AD" clId="Web-{A696B6FF-8749-2B16-6D3C-21F06D78FFFD}" dt="2022-08-09T02:22:40.831" v="128"/>
          <ac:spMkLst>
            <pc:docMk/>
            <pc:sldMk cId="861447989" sldId="266"/>
            <ac:spMk id="26" creationId="{79A6DB05-9FB5-4B07-8675-74C23D4FD89D}"/>
          </ac:spMkLst>
        </pc:spChg>
        <pc:spChg chg="add del">
          <ac:chgData name="Katie HARRISON" userId="S::kfharrison@wisc.edu::f5e22dcb-aa54-4825-b422-a6b74624f705" providerId="AD" clId="Web-{A696B6FF-8749-2B16-6D3C-21F06D78FFFD}" dt="2022-08-09T02:22:18.362" v="123"/>
          <ac:spMkLst>
            <pc:docMk/>
            <pc:sldMk cId="861447989" sldId="266"/>
            <ac:spMk id="27" creationId="{2D6FBB9D-1CAA-4D05-AB33-BABDFE17B843}"/>
          </ac:spMkLst>
        </pc:spChg>
        <pc:spChg chg="add">
          <ac:chgData name="Katie HARRISON" userId="S::kfharrison@wisc.edu::f5e22dcb-aa54-4825-b422-a6b74624f705" providerId="AD" clId="Web-{A696B6FF-8749-2B16-6D3C-21F06D78FFFD}" dt="2022-08-09T02:22:40.831" v="128"/>
          <ac:spMkLst>
            <pc:docMk/>
            <pc:sldMk cId="861447989" sldId="266"/>
            <ac:spMk id="28" creationId="{8108D317-7CBD-4897-BD1F-959436D2A3BE}"/>
          </ac:spMkLst>
        </pc:spChg>
        <pc:spChg chg="add del">
          <ac:chgData name="Katie HARRISON" userId="S::kfharrison@wisc.edu::f5e22dcb-aa54-4825-b422-a6b74624f705" providerId="AD" clId="Web-{A696B6FF-8749-2B16-6D3C-21F06D78FFFD}" dt="2022-08-09T02:22:18.362" v="123"/>
          <ac:spMkLst>
            <pc:docMk/>
            <pc:sldMk cId="861447989" sldId="266"/>
            <ac:spMk id="29" creationId="{04727B71-B4B6-4823-80A1-68C40B475118}"/>
          </ac:spMkLst>
        </pc:spChg>
        <pc:spChg chg="add del">
          <ac:chgData name="Katie HARRISON" userId="S::kfharrison@wisc.edu::f5e22dcb-aa54-4825-b422-a6b74624f705" providerId="AD" clId="Web-{A696B6FF-8749-2B16-6D3C-21F06D78FFFD}" dt="2022-08-09T02:22:18.362" v="123"/>
          <ac:spMkLst>
            <pc:docMk/>
            <pc:sldMk cId="861447989" sldId="266"/>
            <ac:spMk id="31" creationId="{79A6DB05-9FB5-4B07-8675-74C23D4FD89D}"/>
          </ac:spMkLst>
        </pc:spChg>
        <pc:spChg chg="add">
          <ac:chgData name="Katie HARRISON" userId="S::kfharrison@wisc.edu::f5e22dcb-aa54-4825-b422-a6b74624f705" providerId="AD" clId="Web-{A696B6FF-8749-2B16-6D3C-21F06D78FFFD}" dt="2022-08-09T02:22:40.831" v="128"/>
          <ac:spMkLst>
            <pc:docMk/>
            <pc:sldMk cId="861447989" sldId="266"/>
            <ac:spMk id="32" creationId="{D6297641-8B9F-4767-9606-8A11313227BF}"/>
          </ac:spMkLst>
        </pc:spChg>
        <pc:spChg chg="add del">
          <ac:chgData name="Katie HARRISON" userId="S::kfharrison@wisc.edu::f5e22dcb-aa54-4825-b422-a6b74624f705" providerId="AD" clId="Web-{A696B6FF-8749-2B16-6D3C-21F06D78FFFD}" dt="2022-08-09T02:22:18.362" v="123"/>
          <ac:spMkLst>
            <pc:docMk/>
            <pc:sldMk cId="861447989" sldId="266"/>
            <ac:spMk id="33" creationId="{53B021B3-DE93-4AB7-8A18-CF5F1CED88B8}"/>
          </ac:spMkLst>
        </pc:spChg>
        <pc:spChg chg="add">
          <ac:chgData name="Katie HARRISON" userId="S::kfharrison@wisc.edu::f5e22dcb-aa54-4825-b422-a6b74624f705" providerId="AD" clId="Web-{A696B6FF-8749-2B16-6D3C-21F06D78FFFD}" dt="2022-08-09T02:22:40.831" v="128"/>
          <ac:spMkLst>
            <pc:docMk/>
            <pc:sldMk cId="861447989" sldId="266"/>
            <ac:spMk id="34" creationId="{D8F3CA65-EA00-46B4-9616-39E6853F7BED}"/>
          </ac:spMkLst>
        </pc:spChg>
        <pc:spChg chg="add del">
          <ac:chgData name="Katie HARRISON" userId="S::kfharrison@wisc.edu::f5e22dcb-aa54-4825-b422-a6b74624f705" providerId="AD" clId="Web-{A696B6FF-8749-2B16-6D3C-21F06D78FFFD}" dt="2022-08-09T02:22:18.362" v="123"/>
          <ac:spMkLst>
            <pc:docMk/>
            <pc:sldMk cId="861447989" sldId="266"/>
            <ac:spMk id="35" creationId="{52D502E5-F6B4-4D58-B4AE-FC466FF15EE8}"/>
          </ac:spMkLst>
        </pc:spChg>
        <pc:spChg chg="add del">
          <ac:chgData name="Katie HARRISON" userId="S::kfharrison@wisc.edu::f5e22dcb-aa54-4825-b422-a6b74624f705" providerId="AD" clId="Web-{A696B6FF-8749-2B16-6D3C-21F06D78FFFD}" dt="2022-08-09T02:22:18.362" v="123"/>
          <ac:spMkLst>
            <pc:docMk/>
            <pc:sldMk cId="861447989" sldId="266"/>
            <ac:spMk id="37" creationId="{9DECDBF4-02B6-4BB4-B65B-B8107AD6A9E8}"/>
          </ac:spMkLst>
        </pc:spChg>
        <pc:spChg chg="add del">
          <ac:chgData name="Katie HARRISON" userId="S::kfharrison@wisc.edu::f5e22dcb-aa54-4825-b422-a6b74624f705" providerId="AD" clId="Web-{A696B6FF-8749-2B16-6D3C-21F06D78FFFD}" dt="2022-08-09T02:22:27.597" v="125"/>
          <ac:spMkLst>
            <pc:docMk/>
            <pc:sldMk cId="861447989" sldId="266"/>
            <ac:spMk id="39" creationId="{2D6FBB9D-1CAA-4D05-AB33-BABDFE17B843}"/>
          </ac:spMkLst>
        </pc:spChg>
        <pc:spChg chg="add del">
          <ac:chgData name="Katie HARRISON" userId="S::kfharrison@wisc.edu::f5e22dcb-aa54-4825-b422-a6b74624f705" providerId="AD" clId="Web-{A696B6FF-8749-2B16-6D3C-21F06D78FFFD}" dt="2022-08-09T02:22:27.597" v="125"/>
          <ac:spMkLst>
            <pc:docMk/>
            <pc:sldMk cId="861447989" sldId="266"/>
            <ac:spMk id="40" creationId="{04727B71-B4B6-4823-80A1-68C40B475118}"/>
          </ac:spMkLst>
        </pc:spChg>
        <pc:spChg chg="add del">
          <ac:chgData name="Katie HARRISON" userId="S::kfharrison@wisc.edu::f5e22dcb-aa54-4825-b422-a6b74624f705" providerId="AD" clId="Web-{A696B6FF-8749-2B16-6D3C-21F06D78FFFD}" dt="2022-08-09T02:22:27.597" v="125"/>
          <ac:spMkLst>
            <pc:docMk/>
            <pc:sldMk cId="861447989" sldId="266"/>
            <ac:spMk id="41" creationId="{79A6DB05-9FB5-4B07-8675-74C23D4FD89D}"/>
          </ac:spMkLst>
        </pc:spChg>
        <pc:spChg chg="add del">
          <ac:chgData name="Katie HARRISON" userId="S::kfharrison@wisc.edu::f5e22dcb-aa54-4825-b422-a6b74624f705" providerId="AD" clId="Web-{A696B6FF-8749-2B16-6D3C-21F06D78FFFD}" dt="2022-08-09T02:22:27.597" v="125"/>
          <ac:spMkLst>
            <pc:docMk/>
            <pc:sldMk cId="861447989" sldId="266"/>
            <ac:spMk id="42" creationId="{8108D317-7CBD-4897-BD1F-959436D2A3BE}"/>
          </ac:spMkLst>
        </pc:spChg>
        <pc:spChg chg="add del">
          <ac:chgData name="Katie HARRISON" userId="S::kfharrison@wisc.edu::f5e22dcb-aa54-4825-b422-a6b74624f705" providerId="AD" clId="Web-{A696B6FF-8749-2B16-6D3C-21F06D78FFFD}" dt="2022-08-09T02:22:27.597" v="125"/>
          <ac:spMkLst>
            <pc:docMk/>
            <pc:sldMk cId="861447989" sldId="266"/>
            <ac:spMk id="44" creationId="{D6297641-8B9F-4767-9606-8A11313227BF}"/>
          </ac:spMkLst>
        </pc:spChg>
        <pc:spChg chg="add del">
          <ac:chgData name="Katie HARRISON" userId="S::kfharrison@wisc.edu::f5e22dcb-aa54-4825-b422-a6b74624f705" providerId="AD" clId="Web-{A696B6FF-8749-2B16-6D3C-21F06D78FFFD}" dt="2022-08-09T02:22:27.597" v="125"/>
          <ac:spMkLst>
            <pc:docMk/>
            <pc:sldMk cId="861447989" sldId="266"/>
            <ac:spMk id="45" creationId="{D8F3CA65-EA00-46B4-9616-39E6853F7BED}"/>
          </ac:spMkLst>
        </pc:spChg>
        <pc:spChg chg="add del">
          <ac:chgData name="Katie HARRISON" userId="S::kfharrison@wisc.edu::f5e22dcb-aa54-4825-b422-a6b74624f705" providerId="AD" clId="Web-{A696B6FF-8749-2B16-6D3C-21F06D78FFFD}" dt="2022-08-09T02:22:27.597" v="125"/>
          <ac:spMkLst>
            <pc:docMk/>
            <pc:sldMk cId="861447989" sldId="266"/>
            <ac:spMk id="46" creationId="{BE5F8A88-0E11-4D3E-9D69-ABC6B72594AF}"/>
          </ac:spMkLst>
        </pc:spChg>
        <pc:spChg chg="add del">
          <ac:chgData name="Katie HARRISON" userId="S::kfharrison@wisc.edu::f5e22dcb-aa54-4825-b422-a6b74624f705" providerId="AD" clId="Web-{A696B6FF-8749-2B16-6D3C-21F06D78FFFD}" dt="2022-08-09T02:22:34.659" v="127"/>
          <ac:spMkLst>
            <pc:docMk/>
            <pc:sldMk cId="861447989" sldId="266"/>
            <ac:spMk id="48" creationId="{2D6FBB9D-1CAA-4D05-AB33-BABDFE17B843}"/>
          </ac:spMkLst>
        </pc:spChg>
        <pc:spChg chg="add del">
          <ac:chgData name="Katie HARRISON" userId="S::kfharrison@wisc.edu::f5e22dcb-aa54-4825-b422-a6b74624f705" providerId="AD" clId="Web-{A696B6FF-8749-2B16-6D3C-21F06D78FFFD}" dt="2022-08-09T02:22:34.659" v="127"/>
          <ac:spMkLst>
            <pc:docMk/>
            <pc:sldMk cId="861447989" sldId="266"/>
            <ac:spMk id="49" creationId="{04727B71-B4B6-4823-80A1-68C40B475118}"/>
          </ac:spMkLst>
        </pc:spChg>
        <pc:spChg chg="add del">
          <ac:chgData name="Katie HARRISON" userId="S::kfharrison@wisc.edu::f5e22dcb-aa54-4825-b422-a6b74624f705" providerId="AD" clId="Web-{A696B6FF-8749-2B16-6D3C-21F06D78FFFD}" dt="2022-08-09T02:22:34.659" v="127"/>
          <ac:spMkLst>
            <pc:docMk/>
            <pc:sldMk cId="861447989" sldId="266"/>
            <ac:spMk id="50" creationId="{79A6DB05-9FB5-4B07-8675-74C23D4FD89D}"/>
          </ac:spMkLst>
        </pc:spChg>
        <pc:spChg chg="add del">
          <ac:chgData name="Katie HARRISON" userId="S::kfharrison@wisc.edu::f5e22dcb-aa54-4825-b422-a6b74624f705" providerId="AD" clId="Web-{A696B6FF-8749-2B16-6D3C-21F06D78FFFD}" dt="2022-08-09T02:22:34.659" v="127"/>
          <ac:spMkLst>
            <pc:docMk/>
            <pc:sldMk cId="861447989" sldId="266"/>
            <ac:spMk id="51" creationId="{9F27744B-47AB-4459-8C2F-1D5EE63A3E09}"/>
          </ac:spMkLst>
        </pc:spChg>
        <pc:spChg chg="add del">
          <ac:chgData name="Katie HARRISON" userId="S::kfharrison@wisc.edu::f5e22dcb-aa54-4825-b422-a6b74624f705" providerId="AD" clId="Web-{A696B6FF-8749-2B16-6D3C-21F06D78FFFD}" dt="2022-08-09T02:22:34.659" v="127"/>
          <ac:spMkLst>
            <pc:docMk/>
            <pc:sldMk cId="861447989" sldId="266"/>
            <ac:spMk id="53" creationId="{7D266DCC-5218-4AE0-B964-6FC2EA3BDF21}"/>
          </ac:spMkLst>
        </pc:spChg>
        <pc:spChg chg="add del">
          <ac:chgData name="Katie HARRISON" userId="S::kfharrison@wisc.edu::f5e22dcb-aa54-4825-b422-a6b74624f705" providerId="AD" clId="Web-{A696B6FF-8749-2B16-6D3C-21F06D78FFFD}" dt="2022-08-09T02:22:34.659" v="127"/>
          <ac:spMkLst>
            <pc:docMk/>
            <pc:sldMk cId="861447989" sldId="266"/>
            <ac:spMk id="54" creationId="{973DE4F1-1583-4AE3-9696-9659D27C5F66}"/>
          </ac:spMkLst>
        </pc:spChg>
        <pc:spChg chg="add del">
          <ac:chgData name="Katie HARRISON" userId="S::kfharrison@wisc.edu::f5e22dcb-aa54-4825-b422-a6b74624f705" providerId="AD" clId="Web-{A696B6FF-8749-2B16-6D3C-21F06D78FFFD}" dt="2022-08-09T02:22:34.659" v="127"/>
          <ac:spMkLst>
            <pc:docMk/>
            <pc:sldMk cId="861447989" sldId="266"/>
            <ac:spMk id="55" creationId="{D6297641-8B9F-4767-9606-8A11313227BF}"/>
          </ac:spMkLst>
        </pc:spChg>
        <pc:spChg chg="add del">
          <ac:chgData name="Katie HARRISON" userId="S::kfharrison@wisc.edu::f5e22dcb-aa54-4825-b422-a6b74624f705" providerId="AD" clId="Web-{A696B6FF-8749-2B16-6D3C-21F06D78FFFD}" dt="2022-08-09T02:22:34.659" v="127"/>
          <ac:spMkLst>
            <pc:docMk/>
            <pc:sldMk cId="861447989" sldId="266"/>
            <ac:spMk id="56" creationId="{FD3C8959-A2A1-469E-8619-82F077E33FE5}"/>
          </ac:spMkLst>
        </pc:spChg>
        <pc:spChg chg="add del">
          <ac:chgData name="Katie HARRISON" userId="S::kfharrison@wisc.edu::f5e22dcb-aa54-4825-b422-a6b74624f705" providerId="AD" clId="Web-{A696B6FF-8749-2B16-6D3C-21F06D78FFFD}" dt="2022-08-09T02:22:34.659" v="127"/>
          <ac:spMkLst>
            <pc:docMk/>
            <pc:sldMk cId="861447989" sldId="266"/>
            <ac:spMk id="57" creationId="{BE5F8A88-0E11-4D3E-9D69-ABC6B72594AF}"/>
          </ac:spMkLst>
        </pc:spChg>
        <pc:graphicFrameChg chg="add del">
          <ac:chgData name="Katie HARRISON" userId="S::kfharrison@wisc.edu::f5e22dcb-aa54-4825-b422-a6b74624f705" providerId="AD" clId="Web-{A696B6FF-8749-2B16-6D3C-21F06D78FFFD}" dt="2022-08-09T02:22:18.362" v="123"/>
          <ac:graphicFrameMkLst>
            <pc:docMk/>
            <pc:sldMk cId="861447989" sldId="266"/>
            <ac:graphicFrameMk id="23" creationId="{19C4E6D0-2234-79CA-64BF-6FF08CF37518}"/>
          </ac:graphicFrameMkLst>
        </pc:graphicFrameChg>
        <pc:picChg chg="add">
          <ac:chgData name="Katie HARRISON" userId="S::kfharrison@wisc.edu::f5e22dcb-aa54-4825-b422-a6b74624f705" providerId="AD" clId="Web-{A696B6FF-8749-2B16-6D3C-21F06D78FFFD}" dt="2022-08-09T02:22:40.831" v="128"/>
          <ac:picMkLst>
            <pc:docMk/>
            <pc:sldMk cId="861447989" sldId="266"/>
            <ac:picMk id="30" creationId="{9E162BA0-6BEC-3376-3360-C099E9A053DE}"/>
          </ac:picMkLst>
        </pc:picChg>
        <pc:picChg chg="add del">
          <ac:chgData name="Katie HARRISON" userId="S::kfharrison@wisc.edu::f5e22dcb-aa54-4825-b422-a6b74624f705" providerId="AD" clId="Web-{A696B6FF-8749-2B16-6D3C-21F06D78FFFD}" dt="2022-08-09T02:22:27.597" v="125"/>
          <ac:picMkLst>
            <pc:docMk/>
            <pc:sldMk cId="861447989" sldId="266"/>
            <ac:picMk id="43" creationId="{9E162BA0-6BEC-3376-3360-C099E9A053DE}"/>
          </ac:picMkLst>
        </pc:picChg>
        <pc:picChg chg="add del">
          <ac:chgData name="Katie HARRISON" userId="S::kfharrison@wisc.edu::f5e22dcb-aa54-4825-b422-a6b74624f705" providerId="AD" clId="Web-{A696B6FF-8749-2B16-6D3C-21F06D78FFFD}" dt="2022-08-09T02:22:34.659" v="127"/>
          <ac:picMkLst>
            <pc:docMk/>
            <pc:sldMk cId="861447989" sldId="266"/>
            <ac:picMk id="52" creationId="{45085341-40C9-7929-5E1D-4D05F37BEE6F}"/>
          </ac:picMkLst>
        </pc:picChg>
      </pc:sldChg>
    </pc:docChg>
  </pc:docChgLst>
  <pc:docChgLst>
    <pc:chgData name="Katie HARRISON" userId="S::kfharrison@wisc.edu::f5e22dcb-aa54-4825-b422-a6b74624f705" providerId="AD" clId="Web-{CE62F3E0-1AE5-4CB3-E40B-C7F90296A9B9}"/>
    <pc:docChg chg="modSld">
      <pc:chgData name="Katie HARRISON" userId="S::kfharrison@wisc.edu::f5e22dcb-aa54-4825-b422-a6b74624f705" providerId="AD" clId="Web-{CE62F3E0-1AE5-4CB3-E40B-C7F90296A9B9}" dt="2022-08-14T14:12:28.088" v="90" actId="14100"/>
      <pc:docMkLst>
        <pc:docMk/>
      </pc:docMkLst>
      <pc:sldChg chg="modCm">
        <pc:chgData name="Katie HARRISON" userId="S::kfharrison@wisc.edu::f5e22dcb-aa54-4825-b422-a6b74624f705" providerId="AD" clId="Web-{CE62F3E0-1AE5-4CB3-E40B-C7F90296A9B9}" dt="2022-08-14T14:07:56.122" v="0"/>
        <pc:sldMkLst>
          <pc:docMk/>
          <pc:sldMk cId="109857222" sldId="256"/>
        </pc:sldMkLst>
      </pc:sldChg>
      <pc:sldChg chg="addSp modSp">
        <pc:chgData name="Katie HARRISON" userId="S::kfharrison@wisc.edu::f5e22dcb-aa54-4825-b422-a6b74624f705" providerId="AD" clId="Web-{CE62F3E0-1AE5-4CB3-E40B-C7F90296A9B9}" dt="2022-08-14T14:11:26.198" v="55" actId="1076"/>
        <pc:sldMkLst>
          <pc:docMk/>
          <pc:sldMk cId="2509158788" sldId="259"/>
        </pc:sldMkLst>
        <pc:spChg chg="add">
          <ac:chgData name="Katie HARRISON" userId="S::kfharrison@wisc.edu::f5e22dcb-aa54-4825-b422-a6b74624f705" providerId="AD" clId="Web-{CE62F3E0-1AE5-4CB3-E40B-C7F90296A9B9}" dt="2022-08-14T14:08:40.809" v="9"/>
          <ac:spMkLst>
            <pc:docMk/>
            <pc:sldMk cId="2509158788" sldId="259"/>
            <ac:spMk id="5" creationId="{43E7E812-4A39-EA3F-4CC3-91BCB42B19E2}"/>
          </ac:spMkLst>
        </pc:spChg>
        <pc:spChg chg="mod">
          <ac:chgData name="Katie HARRISON" userId="S::kfharrison@wisc.edu::f5e22dcb-aa54-4825-b422-a6b74624f705" providerId="AD" clId="Web-{CE62F3E0-1AE5-4CB3-E40B-C7F90296A9B9}" dt="2022-08-14T14:08:31.684" v="8" actId="20577"/>
          <ac:spMkLst>
            <pc:docMk/>
            <pc:sldMk cId="2509158788" sldId="259"/>
            <ac:spMk id="6" creationId="{26E627B6-E347-D3BC-C8F1-679C9298787D}"/>
          </ac:spMkLst>
        </pc:spChg>
        <pc:spChg chg="add mod">
          <ac:chgData name="Katie HARRISON" userId="S::kfharrison@wisc.edu::f5e22dcb-aa54-4825-b422-a6b74624f705" providerId="AD" clId="Web-{CE62F3E0-1AE5-4CB3-E40B-C7F90296A9B9}" dt="2022-08-14T14:11:17.339" v="53" actId="1076"/>
          <ac:spMkLst>
            <pc:docMk/>
            <pc:sldMk cId="2509158788" sldId="259"/>
            <ac:spMk id="7" creationId="{E23D956F-739A-CDF3-E721-FBE4596D5A98}"/>
          </ac:spMkLst>
        </pc:spChg>
        <pc:spChg chg="add mod">
          <ac:chgData name="Katie HARRISON" userId="S::kfharrison@wisc.edu::f5e22dcb-aa54-4825-b422-a6b74624f705" providerId="AD" clId="Web-{CE62F3E0-1AE5-4CB3-E40B-C7F90296A9B9}" dt="2022-08-14T14:11:26.198" v="55" actId="1076"/>
          <ac:spMkLst>
            <pc:docMk/>
            <pc:sldMk cId="2509158788" sldId="259"/>
            <ac:spMk id="8" creationId="{1359C2ED-CB84-24C4-3AA5-481F3C6D07F1}"/>
          </ac:spMkLst>
        </pc:spChg>
      </pc:sldChg>
      <pc:sldChg chg="addSp modSp">
        <pc:chgData name="Katie HARRISON" userId="S::kfharrison@wisc.edu::f5e22dcb-aa54-4825-b422-a6b74624f705" providerId="AD" clId="Web-{CE62F3E0-1AE5-4CB3-E40B-C7F90296A9B9}" dt="2022-08-14T14:12:28.088" v="90" actId="14100"/>
        <pc:sldMkLst>
          <pc:docMk/>
          <pc:sldMk cId="1686000644" sldId="263"/>
        </pc:sldMkLst>
        <pc:spChg chg="add mod">
          <ac:chgData name="Katie HARRISON" userId="S::kfharrison@wisc.edu::f5e22dcb-aa54-4825-b422-a6b74624f705" providerId="AD" clId="Web-{CE62F3E0-1AE5-4CB3-E40B-C7F90296A9B9}" dt="2022-08-14T14:12:28.088" v="90" actId="14100"/>
          <ac:spMkLst>
            <pc:docMk/>
            <pc:sldMk cId="1686000644" sldId="263"/>
            <ac:spMk id="4" creationId="{5C726E29-5244-5BB1-CF01-BF67B914836B}"/>
          </ac:spMkLst>
        </pc:spChg>
      </pc:sldChg>
      <pc:sldChg chg="modSp">
        <pc:chgData name="Katie HARRISON" userId="S::kfharrison@wisc.edu::f5e22dcb-aa54-4825-b422-a6b74624f705" providerId="AD" clId="Web-{CE62F3E0-1AE5-4CB3-E40B-C7F90296A9B9}" dt="2022-08-14T14:11:59.619" v="80" actId="20577"/>
        <pc:sldMkLst>
          <pc:docMk/>
          <pc:sldMk cId="1183662717" sldId="282"/>
        </pc:sldMkLst>
        <pc:spChg chg="mod">
          <ac:chgData name="Katie HARRISON" userId="S::kfharrison@wisc.edu::f5e22dcb-aa54-4825-b422-a6b74624f705" providerId="AD" clId="Web-{CE62F3E0-1AE5-4CB3-E40B-C7F90296A9B9}" dt="2022-08-14T14:11:59.619" v="80" actId="20577"/>
          <ac:spMkLst>
            <pc:docMk/>
            <pc:sldMk cId="1183662717" sldId="282"/>
            <ac:spMk id="3" creationId="{36931A9B-4271-B7F1-E87B-049306F5F5F5}"/>
          </ac:spMkLst>
        </pc:spChg>
      </pc:sldChg>
    </pc:docChg>
  </pc:docChgLst>
  <pc:docChgLst>
    <pc:chgData name="Katie HARRISON" userId="S::kfharrison@wisc.edu::f5e22dcb-aa54-4825-b422-a6b74624f705" providerId="AD" clId="Web-{AA771930-3678-A594-165E-B8064D926D50}"/>
    <pc:docChg chg="modSld">
      <pc:chgData name="Katie HARRISON" userId="S::kfharrison@wisc.edu::f5e22dcb-aa54-4825-b422-a6b74624f705" providerId="AD" clId="Web-{AA771930-3678-A594-165E-B8064D926D50}" dt="2022-08-14T17:14:38.117" v="560"/>
      <pc:docMkLst>
        <pc:docMk/>
      </pc:docMkLst>
      <pc:sldChg chg="addSp delSp modSp delAnim modCm">
        <pc:chgData name="Katie HARRISON" userId="S::kfharrison@wisc.edu::f5e22dcb-aa54-4825-b422-a6b74624f705" providerId="AD" clId="Web-{AA771930-3678-A594-165E-B8064D926D50}" dt="2022-08-14T17:12:12.977" v="551" actId="14100"/>
        <pc:sldMkLst>
          <pc:docMk/>
          <pc:sldMk cId="2509158788" sldId="259"/>
        </pc:sldMkLst>
        <pc:spChg chg="del mod">
          <ac:chgData name="Katie HARRISON" userId="S::kfharrison@wisc.edu::f5e22dcb-aa54-4825-b422-a6b74624f705" providerId="AD" clId="Web-{AA771930-3678-A594-165E-B8064D926D50}" dt="2022-08-14T17:03:24.382" v="470"/>
          <ac:spMkLst>
            <pc:docMk/>
            <pc:sldMk cId="2509158788" sldId="259"/>
            <ac:spMk id="3" creationId="{15E21F0B-0442-2631-044F-733244555DA4}"/>
          </ac:spMkLst>
        </pc:spChg>
        <pc:spChg chg="add del mod">
          <ac:chgData name="Katie HARRISON" userId="S::kfharrison@wisc.edu::f5e22dcb-aa54-4825-b422-a6b74624f705" providerId="AD" clId="Web-{AA771930-3678-A594-165E-B8064D926D50}" dt="2022-08-14T17:06:21.506" v="518" actId="20577"/>
          <ac:spMkLst>
            <pc:docMk/>
            <pc:sldMk cId="2509158788" sldId="259"/>
            <ac:spMk id="6" creationId="{26E627B6-E347-D3BC-C8F1-679C9298787D}"/>
          </ac:spMkLst>
        </pc:spChg>
        <pc:spChg chg="mod">
          <ac:chgData name="Katie HARRISON" userId="S::kfharrison@wisc.edu::f5e22dcb-aa54-4825-b422-a6b74624f705" providerId="AD" clId="Web-{AA771930-3678-A594-165E-B8064D926D50}" dt="2022-08-14T17:03:09.726" v="465" actId="20577"/>
          <ac:spMkLst>
            <pc:docMk/>
            <pc:sldMk cId="2509158788" sldId="259"/>
            <ac:spMk id="7" creationId="{E23D956F-739A-CDF3-E721-FBE4596D5A98}"/>
          </ac:spMkLst>
        </pc:spChg>
        <pc:spChg chg="mod">
          <ac:chgData name="Katie HARRISON" userId="S::kfharrison@wisc.edu::f5e22dcb-aa54-4825-b422-a6b74624f705" providerId="AD" clId="Web-{AA771930-3678-A594-165E-B8064D926D50}" dt="2022-08-14T17:03:14.726" v="468" actId="20577"/>
          <ac:spMkLst>
            <pc:docMk/>
            <pc:sldMk cId="2509158788" sldId="259"/>
            <ac:spMk id="8" creationId="{1359C2ED-CB84-24C4-3AA5-481F3C6D07F1}"/>
          </ac:spMkLst>
        </pc:spChg>
        <pc:spChg chg="add mod">
          <ac:chgData name="Katie HARRISON" userId="S::kfharrison@wisc.edu::f5e22dcb-aa54-4825-b422-a6b74624f705" providerId="AD" clId="Web-{AA771930-3678-A594-165E-B8064D926D50}" dt="2022-08-14T17:07:07.600" v="536" actId="20577"/>
          <ac:spMkLst>
            <pc:docMk/>
            <pc:sldMk cId="2509158788" sldId="259"/>
            <ac:spMk id="9" creationId="{1465B312-B934-94C7-01E8-66AA03B420D4}"/>
          </ac:spMkLst>
        </pc:spChg>
        <pc:spChg chg="add mod">
          <ac:chgData name="Katie HARRISON" userId="S::kfharrison@wisc.edu::f5e22dcb-aa54-4825-b422-a6b74624f705" providerId="AD" clId="Web-{AA771930-3678-A594-165E-B8064D926D50}" dt="2022-08-14T17:12:12.977" v="551" actId="14100"/>
          <ac:spMkLst>
            <pc:docMk/>
            <pc:sldMk cId="2509158788" sldId="259"/>
            <ac:spMk id="11" creationId="{00A2C650-F8E4-752E-B572-9C21F9C9BE27}"/>
          </ac:spMkLst>
        </pc:spChg>
        <pc:picChg chg="mod">
          <ac:chgData name="Katie HARRISON" userId="S::kfharrison@wisc.edu::f5e22dcb-aa54-4825-b422-a6b74624f705" providerId="AD" clId="Web-{AA771930-3678-A594-165E-B8064D926D50}" dt="2022-08-14T17:02:16.898" v="456" actId="1076"/>
          <ac:picMkLst>
            <pc:docMk/>
            <pc:sldMk cId="2509158788" sldId="259"/>
            <ac:picMk id="10" creationId="{3B256BFE-7D55-383C-3D5D-EA0B538E8689}"/>
          </ac:picMkLst>
        </pc:picChg>
        <pc:picChg chg="mod">
          <ac:chgData name="Katie HARRISON" userId="S::kfharrison@wisc.edu::f5e22dcb-aa54-4825-b422-a6b74624f705" providerId="AD" clId="Web-{AA771930-3678-A594-165E-B8064D926D50}" dt="2022-08-14T17:02:11.695" v="455" actId="1076"/>
          <ac:picMkLst>
            <pc:docMk/>
            <pc:sldMk cId="2509158788" sldId="259"/>
            <ac:picMk id="12" creationId="{E91B0DAB-AB5F-9C2E-8EC0-0AAEB3866CBC}"/>
          </ac:picMkLst>
        </pc:picChg>
      </pc:sldChg>
      <pc:sldChg chg="addSp delSp modSp mod modClrScheme delDesignElem delCm chgLayout">
        <pc:chgData name="Katie HARRISON" userId="S::kfharrison@wisc.edu::f5e22dcb-aa54-4825-b422-a6b74624f705" providerId="AD" clId="Web-{AA771930-3678-A594-165E-B8064D926D50}" dt="2022-08-14T17:14:38.117" v="560"/>
        <pc:sldMkLst>
          <pc:docMk/>
          <pc:sldMk cId="1686000644" sldId="263"/>
        </pc:sldMkLst>
        <pc:spChg chg="mod ord">
          <ac:chgData name="Katie HARRISON" userId="S::kfharrison@wisc.edu::f5e22dcb-aa54-4825-b422-a6b74624f705" providerId="AD" clId="Web-{AA771930-3678-A594-165E-B8064D926D50}" dt="2022-08-14T17:13:02.851" v="553"/>
          <ac:spMkLst>
            <pc:docMk/>
            <pc:sldMk cId="1686000644" sldId="263"/>
            <ac:spMk id="2" creationId="{6ADDD331-37F0-2C90-E538-447D0A1B526B}"/>
          </ac:spMkLst>
        </pc:spChg>
        <pc:spChg chg="mod">
          <ac:chgData name="Katie HARRISON" userId="S::kfharrison@wisc.edu::f5e22dcb-aa54-4825-b422-a6b74624f705" providerId="AD" clId="Web-{AA771930-3678-A594-165E-B8064D926D50}" dt="2022-08-14T14:21:30.599" v="188" actId="20577"/>
          <ac:spMkLst>
            <pc:docMk/>
            <pc:sldMk cId="1686000644" sldId="263"/>
            <ac:spMk id="4" creationId="{5C726E29-5244-5BB1-CF01-BF67B914836B}"/>
          </ac:spMkLst>
        </pc:spChg>
        <pc:spChg chg="mod ord">
          <ac:chgData name="Katie HARRISON" userId="S::kfharrison@wisc.edu::f5e22dcb-aa54-4825-b422-a6b74624f705" providerId="AD" clId="Web-{AA771930-3678-A594-165E-B8064D926D50}" dt="2022-08-14T17:13:02.851" v="553"/>
          <ac:spMkLst>
            <pc:docMk/>
            <pc:sldMk cId="1686000644" sldId="263"/>
            <ac:spMk id="5" creationId="{36B52694-E059-0879-FF6F-19F0B651717D}"/>
          </ac:spMkLst>
        </pc:spChg>
        <pc:spChg chg="mod">
          <ac:chgData name="Katie HARRISON" userId="S::kfharrison@wisc.edu::f5e22dcb-aa54-4825-b422-a6b74624f705" providerId="AD" clId="Web-{AA771930-3678-A594-165E-B8064D926D50}" dt="2022-08-14T16:50:05.650" v="399" actId="14100"/>
          <ac:spMkLst>
            <pc:docMk/>
            <pc:sldMk cId="1686000644" sldId="263"/>
            <ac:spMk id="6" creationId="{5FC91EBD-BE74-005E-5578-BFD725A6A685}"/>
          </ac:spMkLst>
        </pc:spChg>
        <pc:spChg chg="add del mod ord">
          <ac:chgData name="Katie HARRISON" userId="S::kfharrison@wisc.edu::f5e22dcb-aa54-4825-b422-a6b74624f705" providerId="AD" clId="Web-{AA771930-3678-A594-165E-B8064D926D50}" dt="2022-08-14T17:13:21.289" v="558"/>
          <ac:spMkLst>
            <pc:docMk/>
            <pc:sldMk cId="1686000644" sldId="263"/>
            <ac:spMk id="7" creationId="{68E91A1E-6E6E-D0DE-22F3-AC63B2A96FB8}"/>
          </ac:spMkLst>
        </pc:spChg>
        <pc:spChg chg="add del mod ord">
          <ac:chgData name="Katie HARRISON" userId="S::kfharrison@wisc.edu::f5e22dcb-aa54-4825-b422-a6b74624f705" providerId="AD" clId="Web-{AA771930-3678-A594-165E-B8064D926D50}" dt="2022-08-14T17:13:15.320" v="556"/>
          <ac:spMkLst>
            <pc:docMk/>
            <pc:sldMk cId="1686000644" sldId="263"/>
            <ac:spMk id="9" creationId="{E9616AB4-BE86-6FA1-F2B5-A013825C94AE}"/>
          </ac:spMkLst>
        </pc:spChg>
        <pc:spChg chg="del">
          <ac:chgData name="Katie HARRISON" userId="S::kfharrison@wisc.edu::f5e22dcb-aa54-4825-b422-a6b74624f705" providerId="AD" clId="Web-{AA771930-3678-A594-165E-B8064D926D50}" dt="2022-08-14T17:13:02.851" v="553"/>
          <ac:spMkLst>
            <pc:docMk/>
            <pc:sldMk cId="1686000644" sldId="263"/>
            <ac:spMk id="55" creationId="{8D06CE56-3881-4ADA-8CEF-D18B02C242A3}"/>
          </ac:spMkLst>
        </pc:spChg>
        <pc:spChg chg="del">
          <ac:chgData name="Katie HARRISON" userId="S::kfharrison@wisc.edu::f5e22dcb-aa54-4825-b422-a6b74624f705" providerId="AD" clId="Web-{AA771930-3678-A594-165E-B8064D926D50}" dt="2022-08-14T17:13:02.851" v="553"/>
          <ac:spMkLst>
            <pc:docMk/>
            <pc:sldMk cId="1686000644" sldId="263"/>
            <ac:spMk id="57" creationId="{79F3C543-62EC-4433-9C93-A2CD8764E9B4}"/>
          </ac:spMkLst>
        </pc:spChg>
        <pc:spChg chg="del">
          <ac:chgData name="Katie HARRISON" userId="S::kfharrison@wisc.edu::f5e22dcb-aa54-4825-b422-a6b74624f705" providerId="AD" clId="Web-{AA771930-3678-A594-165E-B8064D926D50}" dt="2022-08-14T17:13:02.851" v="553"/>
          <ac:spMkLst>
            <pc:docMk/>
            <pc:sldMk cId="1686000644" sldId="263"/>
            <ac:spMk id="59" creationId="{D7D03296-BABA-47AD-A5D5-ED156727016E}"/>
          </ac:spMkLst>
        </pc:spChg>
        <pc:spChg chg="del">
          <ac:chgData name="Katie HARRISON" userId="S::kfharrison@wisc.edu::f5e22dcb-aa54-4825-b422-a6b74624f705" providerId="AD" clId="Web-{AA771930-3678-A594-165E-B8064D926D50}" dt="2022-08-14T17:13:02.851" v="553"/>
          <ac:spMkLst>
            <pc:docMk/>
            <pc:sldMk cId="1686000644" sldId="263"/>
            <ac:spMk id="61" creationId="{284A8429-F65A-490D-96E4-1158D3E8A026}"/>
          </ac:spMkLst>
        </pc:spChg>
        <pc:spChg chg="del">
          <ac:chgData name="Katie HARRISON" userId="S::kfharrison@wisc.edu::f5e22dcb-aa54-4825-b422-a6b74624f705" providerId="AD" clId="Web-{AA771930-3678-A594-165E-B8064D926D50}" dt="2022-08-14T17:13:02.851" v="553"/>
          <ac:spMkLst>
            <pc:docMk/>
            <pc:sldMk cId="1686000644" sldId="263"/>
            <ac:spMk id="63" creationId="{0F022291-A82B-4D23-A1E0-5F9BD684669E}"/>
          </ac:spMkLst>
        </pc:spChg>
        <pc:picChg chg="mod">
          <ac:chgData name="Katie HARRISON" userId="S::kfharrison@wisc.edu::f5e22dcb-aa54-4825-b422-a6b74624f705" providerId="AD" clId="Web-{AA771930-3678-A594-165E-B8064D926D50}" dt="2022-08-14T17:13:24.664" v="559" actId="1076"/>
          <ac:picMkLst>
            <pc:docMk/>
            <pc:sldMk cId="1686000644" sldId="263"/>
            <ac:picMk id="3" creationId="{433513B2-DD55-F6E1-F83D-6C7C60D63440}"/>
          </ac:picMkLst>
        </pc:picChg>
        <pc:picChg chg="mod">
          <ac:chgData name="Katie HARRISON" userId="S::kfharrison@wisc.edu::f5e22dcb-aa54-4825-b422-a6b74624f705" providerId="AD" clId="Web-{AA771930-3678-A594-165E-B8064D926D50}" dt="2022-08-14T17:13:10.117" v="555" actId="1076"/>
          <ac:picMkLst>
            <pc:docMk/>
            <pc:sldMk cId="1686000644" sldId="263"/>
            <ac:picMk id="8" creationId="{34D210FE-525A-363B-08AD-8468F8E53872}"/>
          </ac:picMkLst>
        </pc:picChg>
      </pc:sldChg>
      <pc:sldChg chg="modSp">
        <pc:chgData name="Katie HARRISON" userId="S::kfharrison@wisc.edu::f5e22dcb-aa54-4825-b422-a6b74624f705" providerId="AD" clId="Web-{AA771930-3678-A594-165E-B8064D926D50}" dt="2022-08-14T16:48:34.245" v="368" actId="20577"/>
        <pc:sldMkLst>
          <pc:docMk/>
          <pc:sldMk cId="4217288977" sldId="278"/>
        </pc:sldMkLst>
        <pc:graphicFrameChg chg="modGraphic">
          <ac:chgData name="Katie HARRISON" userId="S::kfharrison@wisc.edu::f5e22dcb-aa54-4825-b422-a6b74624f705" providerId="AD" clId="Web-{AA771930-3678-A594-165E-B8064D926D50}" dt="2022-08-14T16:48:34.245" v="368" actId="20577"/>
          <ac:graphicFrameMkLst>
            <pc:docMk/>
            <pc:sldMk cId="4217288977" sldId="278"/>
            <ac:graphicFrameMk id="22" creationId="{742337BF-A611-C6AE-9142-2B6E801135DB}"/>
          </ac:graphicFrameMkLst>
        </pc:graphicFrameChg>
      </pc:sldChg>
      <pc:sldChg chg="modSp modCm">
        <pc:chgData name="Katie HARRISON" userId="S::kfharrison@wisc.edu::f5e22dcb-aa54-4825-b422-a6b74624f705" providerId="AD" clId="Web-{AA771930-3678-A594-165E-B8064D926D50}" dt="2022-08-14T16:53:08.806" v="427" actId="1076"/>
        <pc:sldMkLst>
          <pc:docMk/>
          <pc:sldMk cId="1006650640" sldId="280"/>
        </pc:sldMkLst>
        <pc:spChg chg="mod">
          <ac:chgData name="Katie HARRISON" userId="S::kfharrison@wisc.edu::f5e22dcb-aa54-4825-b422-a6b74624f705" providerId="AD" clId="Web-{AA771930-3678-A594-165E-B8064D926D50}" dt="2022-08-14T16:52:19.212" v="421" actId="20577"/>
          <ac:spMkLst>
            <pc:docMk/>
            <pc:sldMk cId="1006650640" sldId="280"/>
            <ac:spMk id="2" creationId="{78699449-6983-CBEB-D24C-8481596BD551}"/>
          </ac:spMkLst>
        </pc:spChg>
        <pc:spChg chg="mod">
          <ac:chgData name="Katie HARRISON" userId="S::kfharrison@wisc.edu::f5e22dcb-aa54-4825-b422-a6b74624f705" providerId="AD" clId="Web-{AA771930-3678-A594-165E-B8064D926D50}" dt="2022-08-14T16:51:38.619" v="419" actId="14100"/>
          <ac:spMkLst>
            <pc:docMk/>
            <pc:sldMk cId="1006650640" sldId="280"/>
            <ac:spMk id="8" creationId="{37F0425F-909D-4C19-B7FD-8DE86D8CF75C}"/>
          </ac:spMkLst>
        </pc:spChg>
        <pc:spChg chg="mod">
          <ac:chgData name="Katie HARRISON" userId="S::kfharrison@wisc.edu::f5e22dcb-aa54-4825-b422-a6b74624f705" providerId="AD" clId="Web-{AA771930-3678-A594-165E-B8064D926D50}" dt="2022-08-14T16:53:08.806" v="427" actId="1076"/>
          <ac:spMkLst>
            <pc:docMk/>
            <pc:sldMk cId="1006650640" sldId="280"/>
            <ac:spMk id="13" creationId="{35DC1F1C-1C8B-F4C9-BB24-B56AB48376EB}"/>
          </ac:spMkLst>
        </pc:spChg>
      </pc:sldChg>
      <pc:sldChg chg="modSp modCm">
        <pc:chgData name="Katie HARRISON" userId="S::kfharrison@wisc.edu::f5e22dcb-aa54-4825-b422-a6b74624f705" providerId="AD" clId="Web-{AA771930-3678-A594-165E-B8064D926D50}" dt="2022-08-14T16:47:58.667" v="358" actId="20577"/>
        <pc:sldMkLst>
          <pc:docMk/>
          <pc:sldMk cId="608946128" sldId="281"/>
        </pc:sldMkLst>
        <pc:spChg chg="mod">
          <ac:chgData name="Katie HARRISON" userId="S::kfharrison@wisc.edu::f5e22dcb-aa54-4825-b422-a6b74624f705" providerId="AD" clId="Web-{AA771930-3678-A594-165E-B8064D926D50}" dt="2022-08-14T16:47:46.589" v="356" actId="1076"/>
          <ac:spMkLst>
            <pc:docMk/>
            <pc:sldMk cId="608946128" sldId="281"/>
            <ac:spMk id="3" creationId="{B1ED300C-3926-D0E1-0DA7-1383EC2C8071}"/>
          </ac:spMkLst>
        </pc:spChg>
        <pc:spChg chg="mod">
          <ac:chgData name="Katie HARRISON" userId="S::kfharrison@wisc.edu::f5e22dcb-aa54-4825-b422-a6b74624f705" providerId="AD" clId="Web-{AA771930-3678-A594-165E-B8064D926D50}" dt="2022-08-14T16:47:58.667" v="358" actId="20577"/>
          <ac:spMkLst>
            <pc:docMk/>
            <pc:sldMk cId="608946128" sldId="281"/>
            <ac:spMk id="5" creationId="{F152EBBB-DF7A-3D9C-0CEE-2A40FBC7A427}"/>
          </ac:spMkLst>
        </pc:spChg>
      </pc:sldChg>
      <pc:sldChg chg="modSp">
        <pc:chgData name="Katie HARRISON" userId="S::kfharrison@wisc.edu::f5e22dcb-aa54-4825-b422-a6b74624f705" providerId="AD" clId="Web-{AA771930-3678-A594-165E-B8064D926D50}" dt="2022-08-14T16:58:38.055" v="434" actId="20577"/>
        <pc:sldMkLst>
          <pc:docMk/>
          <pc:sldMk cId="1183662717" sldId="282"/>
        </pc:sldMkLst>
        <pc:spChg chg="mod">
          <ac:chgData name="Katie HARRISON" userId="S::kfharrison@wisc.edu::f5e22dcb-aa54-4825-b422-a6b74624f705" providerId="AD" clId="Web-{AA771930-3678-A594-165E-B8064D926D50}" dt="2022-08-14T16:58:38.055" v="434" actId="20577"/>
          <ac:spMkLst>
            <pc:docMk/>
            <pc:sldMk cId="1183662717" sldId="282"/>
            <ac:spMk id="4" creationId="{E81A02D8-BB7A-BDF1-9DB1-E97BA6501694}"/>
          </ac:spMkLst>
        </pc:spChg>
      </pc:sldChg>
      <pc:sldChg chg="addSp delSp modSp addAnim delAnim modAnim modCm">
        <pc:chgData name="Katie HARRISON" userId="S::kfharrison@wisc.edu::f5e22dcb-aa54-4825-b422-a6b74624f705" providerId="AD" clId="Web-{AA771930-3678-A594-165E-B8064D926D50}" dt="2022-08-14T16:52:46.369" v="422" actId="20577"/>
        <pc:sldMkLst>
          <pc:docMk/>
          <pc:sldMk cId="566026939" sldId="283"/>
        </pc:sldMkLst>
        <pc:spChg chg="mod">
          <ac:chgData name="Katie HARRISON" userId="S::kfharrison@wisc.edu::f5e22dcb-aa54-4825-b422-a6b74624f705" providerId="AD" clId="Web-{AA771930-3678-A594-165E-B8064D926D50}" dt="2022-08-14T16:52:46.369" v="422" actId="20577"/>
          <ac:spMkLst>
            <pc:docMk/>
            <pc:sldMk cId="566026939" sldId="283"/>
            <ac:spMk id="2" creationId="{9810F596-A256-2973-B5BC-0AB1C2B186AC}"/>
          </ac:spMkLst>
        </pc:spChg>
        <pc:spChg chg="add del mod">
          <ac:chgData name="Katie HARRISON" userId="S::kfharrison@wisc.edu::f5e22dcb-aa54-4825-b422-a6b74624f705" providerId="AD" clId="Web-{AA771930-3678-A594-165E-B8064D926D50}" dt="2022-08-14T16:37:11.044" v="278"/>
          <ac:spMkLst>
            <pc:docMk/>
            <pc:sldMk cId="566026939" sldId="283"/>
            <ac:spMk id="3" creationId="{A9D4E203-37AA-B09D-9627-EF3BA3C3D824}"/>
          </ac:spMkLst>
        </pc:spChg>
        <pc:spChg chg="mod">
          <ac:chgData name="Katie HARRISON" userId="S::kfharrison@wisc.edu::f5e22dcb-aa54-4825-b422-a6b74624f705" providerId="AD" clId="Web-{AA771930-3678-A594-165E-B8064D926D50}" dt="2022-08-14T16:38:00.903" v="292" actId="1076"/>
          <ac:spMkLst>
            <pc:docMk/>
            <pc:sldMk cId="566026939" sldId="283"/>
            <ac:spMk id="4" creationId="{611A08B0-42CF-C8EF-C314-EAD4C06549BF}"/>
          </ac:spMkLst>
        </pc:spChg>
        <pc:picChg chg="add del mod">
          <ac:chgData name="Katie HARRISON" userId="S::kfharrison@wisc.edu::f5e22dcb-aa54-4825-b422-a6b74624f705" providerId="AD" clId="Web-{AA771930-3678-A594-165E-B8064D926D50}" dt="2022-08-14T16:38:28.606" v="295"/>
          <ac:picMkLst>
            <pc:docMk/>
            <pc:sldMk cId="566026939" sldId="283"/>
            <ac:picMk id="6" creationId="{7350D571-93C9-9B7C-868D-A5497A1F56C8}"/>
          </ac:picMkLst>
        </pc:picChg>
        <pc:picChg chg="add del mod">
          <ac:chgData name="Katie HARRISON" userId="S::kfharrison@wisc.edu::f5e22dcb-aa54-4825-b422-a6b74624f705" providerId="AD" clId="Web-{AA771930-3678-A594-165E-B8064D926D50}" dt="2022-08-14T16:38:29.591" v="296"/>
          <ac:picMkLst>
            <pc:docMk/>
            <pc:sldMk cId="566026939" sldId="283"/>
            <ac:picMk id="7" creationId="{776CA6D2-866D-7E98-146B-6E5AAE2F2E97}"/>
          </ac:picMkLst>
        </pc:picChg>
        <pc:picChg chg="mod">
          <ac:chgData name="Katie HARRISON" userId="S::kfharrison@wisc.edu::f5e22dcb-aa54-4825-b422-a6b74624f705" providerId="AD" clId="Web-{AA771930-3678-A594-165E-B8064D926D50}" dt="2022-08-14T16:38:48.559" v="300" actId="1076"/>
          <ac:picMkLst>
            <pc:docMk/>
            <pc:sldMk cId="566026939" sldId="283"/>
            <ac:picMk id="15" creationId="{63FD4674-3491-1653-67CA-2D7D817C4653}"/>
          </ac:picMkLst>
        </pc:picChg>
      </pc:sldChg>
      <pc:sldChg chg="modSp">
        <pc:chgData name="Katie HARRISON" userId="S::kfharrison@wisc.edu::f5e22dcb-aa54-4825-b422-a6b74624f705" providerId="AD" clId="Web-{AA771930-3678-A594-165E-B8064D926D50}" dt="2022-08-14T16:53:25.759" v="430" actId="14100"/>
        <pc:sldMkLst>
          <pc:docMk/>
          <pc:sldMk cId="3102211442" sldId="284"/>
        </pc:sldMkLst>
        <pc:spChg chg="mod">
          <ac:chgData name="Katie HARRISON" userId="S::kfharrison@wisc.edu::f5e22dcb-aa54-4825-b422-a6b74624f705" providerId="AD" clId="Web-{AA771930-3678-A594-165E-B8064D926D50}" dt="2022-08-14T16:53:25.759" v="430" actId="14100"/>
          <ac:spMkLst>
            <pc:docMk/>
            <pc:sldMk cId="3102211442" sldId="284"/>
            <ac:spMk id="17" creationId="{6A8A299B-816D-1BA0-61CD-20F30468DA11}"/>
          </ac:spMkLst>
        </pc:spChg>
      </pc:sldChg>
    </pc:docChg>
  </pc:docChgLst>
  <pc:docChgLst>
    <pc:chgData name="Katie HARRISON" userId="S::kfharrison@wisc.edu::f5e22dcb-aa54-4825-b422-a6b74624f705" providerId="AD" clId="Web-{9CB6D52E-8597-5778-3BDF-6EFE47D95B3D}"/>
    <pc:docChg chg="addSld modSld">
      <pc:chgData name="Katie HARRISON" userId="S::kfharrison@wisc.edu::f5e22dcb-aa54-4825-b422-a6b74624f705" providerId="AD" clId="Web-{9CB6D52E-8597-5778-3BDF-6EFE47D95B3D}" dt="2022-08-08T18:57:05.341" v="43"/>
      <pc:docMkLst>
        <pc:docMk/>
      </pc:docMkLst>
      <pc:sldChg chg="addSp delSp modSp mod setBg modCm">
        <pc:chgData name="Katie HARRISON" userId="S::kfharrison@wisc.edu::f5e22dcb-aa54-4825-b422-a6b74624f705" providerId="AD" clId="Web-{9CB6D52E-8597-5778-3BDF-6EFE47D95B3D}" dt="2022-08-08T18:56:42.059" v="38" actId="20577"/>
        <pc:sldMkLst>
          <pc:docMk/>
          <pc:sldMk cId="2509158788" sldId="259"/>
        </pc:sldMkLst>
        <pc:spChg chg="mod">
          <ac:chgData name="Katie HARRISON" userId="S::kfharrison@wisc.edu::f5e22dcb-aa54-4825-b422-a6b74624f705" providerId="AD" clId="Web-{9CB6D52E-8597-5778-3BDF-6EFE47D95B3D}" dt="2022-08-08T18:56:42.059" v="38" actId="20577"/>
          <ac:spMkLst>
            <pc:docMk/>
            <pc:sldMk cId="2509158788" sldId="259"/>
            <ac:spMk id="2" creationId="{6D3EBBC4-E9C6-4121-F472-0B74DF816284}"/>
          </ac:spMkLst>
        </pc:spChg>
        <pc:spChg chg="mod ord">
          <ac:chgData name="Katie HARRISON" userId="S::kfharrison@wisc.edu::f5e22dcb-aa54-4825-b422-a6b74624f705" providerId="AD" clId="Web-{9CB6D52E-8597-5778-3BDF-6EFE47D95B3D}" dt="2022-08-07T21:00:17.342" v="17"/>
          <ac:spMkLst>
            <pc:docMk/>
            <pc:sldMk cId="2509158788" sldId="259"/>
            <ac:spMk id="4" creationId="{4A843800-939F-7949-EFA0-DB422C4F0B0E}"/>
          </ac:spMkLst>
        </pc:spChg>
        <pc:spChg chg="del mod">
          <ac:chgData name="Katie HARRISON" userId="S::kfharrison@wisc.edu::f5e22dcb-aa54-4825-b422-a6b74624f705" providerId="AD" clId="Web-{9CB6D52E-8597-5778-3BDF-6EFE47D95B3D}" dt="2022-08-07T20:58:45.717" v="3"/>
          <ac:spMkLst>
            <pc:docMk/>
            <pc:sldMk cId="2509158788" sldId="259"/>
            <ac:spMk id="6" creationId="{6532D72A-F349-8C1A-90E2-965EEC7C0803}"/>
          </ac:spMkLst>
        </pc:spChg>
        <pc:spChg chg="add del">
          <ac:chgData name="Katie HARRISON" userId="S::kfharrison@wisc.edu::f5e22dcb-aa54-4825-b422-a6b74624f705" providerId="AD" clId="Web-{9CB6D52E-8597-5778-3BDF-6EFE47D95B3D}" dt="2022-08-07T20:59:51.545" v="14"/>
          <ac:spMkLst>
            <pc:docMk/>
            <pc:sldMk cId="2509158788" sldId="259"/>
            <ac:spMk id="12" creationId="{2D6FBB9D-1CAA-4D05-AB33-BABDFE17B843}"/>
          </ac:spMkLst>
        </pc:spChg>
        <pc:spChg chg="add del">
          <ac:chgData name="Katie HARRISON" userId="S::kfharrison@wisc.edu::f5e22dcb-aa54-4825-b422-a6b74624f705" providerId="AD" clId="Web-{9CB6D52E-8597-5778-3BDF-6EFE47D95B3D}" dt="2022-08-07T20:59:51.545" v="14"/>
          <ac:spMkLst>
            <pc:docMk/>
            <pc:sldMk cId="2509158788" sldId="259"/>
            <ac:spMk id="14" creationId="{04727B71-B4B6-4823-80A1-68C40B475118}"/>
          </ac:spMkLst>
        </pc:spChg>
        <pc:spChg chg="add del">
          <ac:chgData name="Katie HARRISON" userId="S::kfharrison@wisc.edu::f5e22dcb-aa54-4825-b422-a6b74624f705" providerId="AD" clId="Web-{9CB6D52E-8597-5778-3BDF-6EFE47D95B3D}" dt="2022-08-07T20:59:51.545" v="14"/>
          <ac:spMkLst>
            <pc:docMk/>
            <pc:sldMk cId="2509158788" sldId="259"/>
            <ac:spMk id="16" creationId="{79A6DB05-9FB5-4B07-8675-74C23D4FD89D}"/>
          </ac:spMkLst>
        </pc:spChg>
        <pc:spChg chg="add del">
          <ac:chgData name="Katie HARRISON" userId="S::kfharrison@wisc.edu::f5e22dcb-aa54-4825-b422-a6b74624f705" providerId="AD" clId="Web-{9CB6D52E-8597-5778-3BDF-6EFE47D95B3D}" dt="2022-08-07T20:59:51.545" v="14"/>
          <ac:spMkLst>
            <pc:docMk/>
            <pc:sldMk cId="2509158788" sldId="259"/>
            <ac:spMk id="18" creationId="{B23FE733-F95B-4DF6-AFC5-BEEB3577C494}"/>
          </ac:spMkLst>
        </pc:spChg>
        <pc:spChg chg="add del">
          <ac:chgData name="Katie HARRISON" userId="S::kfharrison@wisc.edu::f5e22dcb-aa54-4825-b422-a6b74624f705" providerId="AD" clId="Web-{9CB6D52E-8597-5778-3BDF-6EFE47D95B3D}" dt="2022-08-07T20:59:51.545" v="14"/>
          <ac:spMkLst>
            <pc:docMk/>
            <pc:sldMk cId="2509158788" sldId="259"/>
            <ac:spMk id="20" creationId="{9080D120-BD54-46E1-BA37-82F5E8089E90}"/>
          </ac:spMkLst>
        </pc:spChg>
        <pc:spChg chg="add del">
          <ac:chgData name="Katie HARRISON" userId="S::kfharrison@wisc.edu::f5e22dcb-aa54-4825-b422-a6b74624f705" providerId="AD" clId="Web-{9CB6D52E-8597-5778-3BDF-6EFE47D95B3D}" dt="2022-08-07T20:59:51.545" v="14"/>
          <ac:spMkLst>
            <pc:docMk/>
            <pc:sldMk cId="2509158788" sldId="259"/>
            <ac:spMk id="22" creationId="{81D83946-74FA-498A-AC80-9926F041B5C5}"/>
          </ac:spMkLst>
        </pc:spChg>
        <pc:spChg chg="add del">
          <ac:chgData name="Katie HARRISON" userId="S::kfharrison@wisc.edu::f5e22dcb-aa54-4825-b422-a6b74624f705" providerId="AD" clId="Web-{9CB6D52E-8597-5778-3BDF-6EFE47D95B3D}" dt="2022-08-07T20:59:51.545" v="14"/>
          <ac:spMkLst>
            <pc:docMk/>
            <pc:sldMk cId="2509158788" sldId="259"/>
            <ac:spMk id="24" creationId="{5060D983-8B52-443A-8183-2A1DE05618B5}"/>
          </ac:spMkLst>
        </pc:spChg>
        <pc:spChg chg="add del">
          <ac:chgData name="Katie HARRISON" userId="S::kfharrison@wisc.edu::f5e22dcb-aa54-4825-b422-a6b74624f705" providerId="AD" clId="Web-{9CB6D52E-8597-5778-3BDF-6EFE47D95B3D}" dt="2022-08-07T21:00:17.327" v="16"/>
          <ac:spMkLst>
            <pc:docMk/>
            <pc:sldMk cId="2509158788" sldId="259"/>
            <ac:spMk id="26" creationId="{82095FCE-EF05-4443-B97A-85DEE3A5CA17}"/>
          </ac:spMkLst>
        </pc:spChg>
        <pc:spChg chg="add del">
          <ac:chgData name="Katie HARRISON" userId="S::kfharrison@wisc.edu::f5e22dcb-aa54-4825-b422-a6b74624f705" providerId="AD" clId="Web-{9CB6D52E-8597-5778-3BDF-6EFE47D95B3D}" dt="2022-08-07T21:00:17.327" v="16"/>
          <ac:spMkLst>
            <pc:docMk/>
            <pc:sldMk cId="2509158788" sldId="259"/>
            <ac:spMk id="27" creationId="{2D6FBB9D-1CAA-4D05-AB33-BABDFE17B843}"/>
          </ac:spMkLst>
        </pc:spChg>
        <pc:spChg chg="add del">
          <ac:chgData name="Katie HARRISON" userId="S::kfharrison@wisc.edu::f5e22dcb-aa54-4825-b422-a6b74624f705" providerId="AD" clId="Web-{9CB6D52E-8597-5778-3BDF-6EFE47D95B3D}" dt="2022-08-07T21:00:17.327" v="16"/>
          <ac:spMkLst>
            <pc:docMk/>
            <pc:sldMk cId="2509158788" sldId="259"/>
            <ac:spMk id="28" creationId="{04727B71-B4B6-4823-80A1-68C40B475118}"/>
          </ac:spMkLst>
        </pc:spChg>
        <pc:spChg chg="add del">
          <ac:chgData name="Katie HARRISON" userId="S::kfharrison@wisc.edu::f5e22dcb-aa54-4825-b422-a6b74624f705" providerId="AD" clId="Web-{9CB6D52E-8597-5778-3BDF-6EFE47D95B3D}" dt="2022-08-07T21:00:17.327" v="16"/>
          <ac:spMkLst>
            <pc:docMk/>
            <pc:sldMk cId="2509158788" sldId="259"/>
            <ac:spMk id="29" creationId="{79A6DB05-9FB5-4B07-8675-74C23D4FD89D}"/>
          </ac:spMkLst>
        </pc:spChg>
        <pc:spChg chg="add del">
          <ac:chgData name="Katie HARRISON" userId="S::kfharrison@wisc.edu::f5e22dcb-aa54-4825-b422-a6b74624f705" providerId="AD" clId="Web-{9CB6D52E-8597-5778-3BDF-6EFE47D95B3D}" dt="2022-08-07T21:00:17.327" v="16"/>
          <ac:spMkLst>
            <pc:docMk/>
            <pc:sldMk cId="2509158788" sldId="259"/>
            <ac:spMk id="30" creationId="{8F7AFB9A-7364-478C-B48B-8523CDD9AE8D}"/>
          </ac:spMkLst>
        </pc:spChg>
        <pc:spChg chg="add del">
          <ac:chgData name="Katie HARRISON" userId="S::kfharrison@wisc.edu::f5e22dcb-aa54-4825-b422-a6b74624f705" providerId="AD" clId="Web-{9CB6D52E-8597-5778-3BDF-6EFE47D95B3D}" dt="2022-08-07T21:00:17.327" v="16"/>
          <ac:spMkLst>
            <pc:docMk/>
            <pc:sldMk cId="2509158788" sldId="259"/>
            <ac:spMk id="31" creationId="{36678033-86B6-40E6-BE90-78D8ED4E3A31}"/>
          </ac:spMkLst>
        </pc:spChg>
        <pc:spChg chg="add del">
          <ac:chgData name="Katie HARRISON" userId="S::kfharrison@wisc.edu::f5e22dcb-aa54-4825-b422-a6b74624f705" providerId="AD" clId="Web-{9CB6D52E-8597-5778-3BDF-6EFE47D95B3D}" dt="2022-08-07T21:00:17.327" v="16"/>
          <ac:spMkLst>
            <pc:docMk/>
            <pc:sldMk cId="2509158788" sldId="259"/>
            <ac:spMk id="32" creationId="{D2542E1A-076E-4A34-BB67-2BF961754E0C}"/>
          </ac:spMkLst>
        </pc:spChg>
        <pc:spChg chg="add del">
          <ac:chgData name="Katie HARRISON" userId="S::kfharrison@wisc.edu::f5e22dcb-aa54-4825-b422-a6b74624f705" providerId="AD" clId="Web-{9CB6D52E-8597-5778-3BDF-6EFE47D95B3D}" dt="2022-08-07T21:00:17.327" v="16"/>
          <ac:spMkLst>
            <pc:docMk/>
            <pc:sldMk cId="2509158788" sldId="259"/>
            <ac:spMk id="33" creationId="{75C56826-D4E5-42ED-8529-079651CB3005}"/>
          </ac:spMkLst>
        </pc:spChg>
        <pc:spChg chg="add">
          <ac:chgData name="Katie HARRISON" userId="S::kfharrison@wisc.edu::f5e22dcb-aa54-4825-b422-a6b74624f705" providerId="AD" clId="Web-{9CB6D52E-8597-5778-3BDF-6EFE47D95B3D}" dt="2022-08-07T21:00:17.342" v="17"/>
          <ac:spMkLst>
            <pc:docMk/>
            <pc:sldMk cId="2509158788" sldId="259"/>
            <ac:spMk id="35" creationId="{2D6FBB9D-1CAA-4D05-AB33-BABDFE17B843}"/>
          </ac:spMkLst>
        </pc:spChg>
        <pc:spChg chg="add">
          <ac:chgData name="Katie HARRISON" userId="S::kfharrison@wisc.edu::f5e22dcb-aa54-4825-b422-a6b74624f705" providerId="AD" clId="Web-{9CB6D52E-8597-5778-3BDF-6EFE47D95B3D}" dt="2022-08-07T21:00:17.342" v="17"/>
          <ac:spMkLst>
            <pc:docMk/>
            <pc:sldMk cId="2509158788" sldId="259"/>
            <ac:spMk id="36" creationId="{04727B71-B4B6-4823-80A1-68C40B475118}"/>
          </ac:spMkLst>
        </pc:spChg>
        <pc:spChg chg="add">
          <ac:chgData name="Katie HARRISON" userId="S::kfharrison@wisc.edu::f5e22dcb-aa54-4825-b422-a6b74624f705" providerId="AD" clId="Web-{9CB6D52E-8597-5778-3BDF-6EFE47D95B3D}" dt="2022-08-07T21:00:17.342" v="17"/>
          <ac:spMkLst>
            <pc:docMk/>
            <pc:sldMk cId="2509158788" sldId="259"/>
            <ac:spMk id="37" creationId="{79A6DB05-9FB5-4B07-8675-74C23D4FD89D}"/>
          </ac:spMkLst>
        </pc:spChg>
        <pc:spChg chg="add">
          <ac:chgData name="Katie HARRISON" userId="S::kfharrison@wisc.edu::f5e22dcb-aa54-4825-b422-a6b74624f705" providerId="AD" clId="Web-{9CB6D52E-8597-5778-3BDF-6EFE47D95B3D}" dt="2022-08-07T21:00:17.342" v="17"/>
          <ac:spMkLst>
            <pc:docMk/>
            <pc:sldMk cId="2509158788" sldId="259"/>
            <ac:spMk id="38" creationId="{632DF175-2DD8-4694-B4BB-045DCFCE730A}"/>
          </ac:spMkLst>
        </pc:spChg>
        <pc:spChg chg="add">
          <ac:chgData name="Katie HARRISON" userId="S::kfharrison@wisc.edu::f5e22dcb-aa54-4825-b422-a6b74624f705" providerId="AD" clId="Web-{9CB6D52E-8597-5778-3BDF-6EFE47D95B3D}" dt="2022-08-07T21:00:17.342" v="17"/>
          <ac:spMkLst>
            <pc:docMk/>
            <pc:sldMk cId="2509158788" sldId="259"/>
            <ac:spMk id="39" creationId="{9080D120-BD54-46E1-BA37-82F5E8089E90}"/>
          </ac:spMkLst>
        </pc:spChg>
        <pc:spChg chg="add">
          <ac:chgData name="Katie HARRISON" userId="S::kfharrison@wisc.edu::f5e22dcb-aa54-4825-b422-a6b74624f705" providerId="AD" clId="Web-{9CB6D52E-8597-5778-3BDF-6EFE47D95B3D}" dt="2022-08-07T21:00:17.342" v="17"/>
          <ac:spMkLst>
            <pc:docMk/>
            <pc:sldMk cId="2509158788" sldId="259"/>
            <ac:spMk id="40" creationId="{81D83946-74FA-498A-AC80-9926F041B5C5}"/>
          </ac:spMkLst>
        </pc:spChg>
        <pc:spChg chg="add">
          <ac:chgData name="Katie HARRISON" userId="S::kfharrison@wisc.edu::f5e22dcb-aa54-4825-b422-a6b74624f705" providerId="AD" clId="Web-{9CB6D52E-8597-5778-3BDF-6EFE47D95B3D}" dt="2022-08-07T21:00:17.342" v="17"/>
          <ac:spMkLst>
            <pc:docMk/>
            <pc:sldMk cId="2509158788" sldId="259"/>
            <ac:spMk id="41" creationId="{5060D983-8B52-443A-8183-2A1DE05618B5}"/>
          </ac:spMkLst>
        </pc:spChg>
        <pc:picChg chg="mod ord">
          <ac:chgData name="Katie HARRISON" userId="S::kfharrison@wisc.edu::f5e22dcb-aa54-4825-b422-a6b74624f705" providerId="AD" clId="Web-{9CB6D52E-8597-5778-3BDF-6EFE47D95B3D}" dt="2022-08-07T21:00:17.342" v="17"/>
          <ac:picMkLst>
            <pc:docMk/>
            <pc:sldMk cId="2509158788" sldId="259"/>
            <ac:picMk id="3" creationId="{F208374F-E0DE-7DDB-615F-4DEF28DFA113}"/>
          </ac:picMkLst>
        </pc:picChg>
        <pc:picChg chg="add mod">
          <ac:chgData name="Katie HARRISON" userId="S::kfharrison@wisc.edu::f5e22dcb-aa54-4825-b422-a6b74624f705" providerId="AD" clId="Web-{9CB6D52E-8597-5778-3BDF-6EFE47D95B3D}" dt="2022-08-08T18:56:20.247" v="32" actId="1076"/>
          <ac:picMkLst>
            <pc:docMk/>
            <pc:sldMk cId="2509158788" sldId="259"/>
            <ac:picMk id="5" creationId="{96B7A758-50FE-D12E-F72F-059EFEEEAE1D}"/>
          </ac:picMkLst>
        </pc:picChg>
        <pc:picChg chg="mod">
          <ac:chgData name="Katie HARRISON" userId="S::kfharrison@wisc.edu::f5e22dcb-aa54-4825-b422-a6b74624f705" providerId="AD" clId="Web-{9CB6D52E-8597-5778-3BDF-6EFE47D95B3D}" dt="2022-08-07T21:00:17.342" v="17"/>
          <ac:picMkLst>
            <pc:docMk/>
            <pc:sldMk cId="2509158788" sldId="259"/>
            <ac:picMk id="7" creationId="{1DE995AA-998F-EFA6-52BC-43F412A90D10}"/>
          </ac:picMkLst>
        </pc:picChg>
      </pc:sldChg>
      <pc:sldChg chg="new">
        <pc:chgData name="Katie HARRISON" userId="S::kfharrison@wisc.edu::f5e22dcb-aa54-4825-b422-a6b74624f705" providerId="AD" clId="Web-{9CB6D52E-8597-5778-3BDF-6EFE47D95B3D}" dt="2022-08-08T11:44:21.492" v="28"/>
        <pc:sldMkLst>
          <pc:docMk/>
          <pc:sldMk cId="861447989" sldId="266"/>
        </pc:sldMkLst>
      </pc:sldChg>
      <pc:sldChg chg="addSp delSp modSp new mod setBg">
        <pc:chgData name="Katie HARRISON" userId="S::kfharrison@wisc.edu::f5e22dcb-aa54-4825-b422-a6b74624f705" providerId="AD" clId="Web-{9CB6D52E-8597-5778-3BDF-6EFE47D95B3D}" dt="2022-08-08T18:57:05.341" v="43"/>
        <pc:sldMkLst>
          <pc:docMk/>
          <pc:sldMk cId="3878007699" sldId="267"/>
        </pc:sldMkLst>
        <pc:spChg chg="mod">
          <ac:chgData name="Katie HARRISON" userId="S::kfharrison@wisc.edu::f5e22dcb-aa54-4825-b422-a6b74624f705" providerId="AD" clId="Web-{9CB6D52E-8597-5778-3BDF-6EFE47D95B3D}" dt="2022-08-08T18:57:05.341" v="43"/>
          <ac:spMkLst>
            <pc:docMk/>
            <pc:sldMk cId="3878007699" sldId="267"/>
            <ac:spMk id="2" creationId="{21FC1DE9-601F-2B64-ACA1-97B7A658939D}"/>
          </ac:spMkLst>
        </pc:spChg>
        <pc:spChg chg="del">
          <ac:chgData name="Katie HARRISON" userId="S::kfharrison@wisc.edu::f5e22dcb-aa54-4825-b422-a6b74624f705" providerId="AD" clId="Web-{9CB6D52E-8597-5778-3BDF-6EFE47D95B3D}" dt="2022-08-08T18:56:53.653" v="40"/>
          <ac:spMkLst>
            <pc:docMk/>
            <pc:sldMk cId="3878007699" sldId="267"/>
            <ac:spMk id="3" creationId="{6E394CC6-B4E5-9040-EA8A-DF38116C29CF}"/>
          </ac:spMkLst>
        </pc:spChg>
        <pc:spChg chg="mod">
          <ac:chgData name="Katie HARRISON" userId="S::kfharrison@wisc.edu::f5e22dcb-aa54-4825-b422-a6b74624f705" providerId="AD" clId="Web-{9CB6D52E-8597-5778-3BDF-6EFE47D95B3D}" dt="2022-08-08T18:57:05.341" v="43"/>
          <ac:spMkLst>
            <pc:docMk/>
            <pc:sldMk cId="3878007699" sldId="267"/>
            <ac:spMk id="4" creationId="{BBB88598-946E-1723-643E-AF5D0B798232}"/>
          </ac:spMkLst>
        </pc:spChg>
        <pc:spChg chg="add">
          <ac:chgData name="Katie HARRISON" userId="S::kfharrison@wisc.edu::f5e22dcb-aa54-4825-b422-a6b74624f705" providerId="AD" clId="Web-{9CB6D52E-8597-5778-3BDF-6EFE47D95B3D}" dt="2022-08-08T18:57:05.341" v="43"/>
          <ac:spMkLst>
            <pc:docMk/>
            <pc:sldMk cId="3878007699" sldId="267"/>
            <ac:spMk id="11" creationId="{2D6FBB9D-1CAA-4D05-AB33-BABDFE17B843}"/>
          </ac:spMkLst>
        </pc:spChg>
        <pc:spChg chg="add">
          <ac:chgData name="Katie HARRISON" userId="S::kfharrison@wisc.edu::f5e22dcb-aa54-4825-b422-a6b74624f705" providerId="AD" clId="Web-{9CB6D52E-8597-5778-3BDF-6EFE47D95B3D}" dt="2022-08-08T18:57:05.341" v="43"/>
          <ac:spMkLst>
            <pc:docMk/>
            <pc:sldMk cId="3878007699" sldId="267"/>
            <ac:spMk id="13" creationId="{04727B71-B4B6-4823-80A1-68C40B475118}"/>
          </ac:spMkLst>
        </pc:spChg>
        <pc:spChg chg="add">
          <ac:chgData name="Katie HARRISON" userId="S::kfharrison@wisc.edu::f5e22dcb-aa54-4825-b422-a6b74624f705" providerId="AD" clId="Web-{9CB6D52E-8597-5778-3BDF-6EFE47D95B3D}" dt="2022-08-08T18:57:05.341" v="43"/>
          <ac:spMkLst>
            <pc:docMk/>
            <pc:sldMk cId="3878007699" sldId="267"/>
            <ac:spMk id="15" creationId="{79A6DB05-9FB5-4B07-8675-74C23D4FD89D}"/>
          </ac:spMkLst>
        </pc:spChg>
        <pc:spChg chg="add">
          <ac:chgData name="Katie HARRISON" userId="S::kfharrison@wisc.edu::f5e22dcb-aa54-4825-b422-a6b74624f705" providerId="AD" clId="Web-{9CB6D52E-8597-5778-3BDF-6EFE47D95B3D}" dt="2022-08-08T18:57:05.341" v="43"/>
          <ac:spMkLst>
            <pc:docMk/>
            <pc:sldMk cId="3878007699" sldId="267"/>
            <ac:spMk id="17" creationId="{385E1BDC-A9B0-4A87-82E3-F3187F69A802}"/>
          </ac:spMkLst>
        </pc:spChg>
        <pc:spChg chg="add">
          <ac:chgData name="Katie HARRISON" userId="S::kfharrison@wisc.edu::f5e22dcb-aa54-4825-b422-a6b74624f705" providerId="AD" clId="Web-{9CB6D52E-8597-5778-3BDF-6EFE47D95B3D}" dt="2022-08-08T18:57:05.341" v="43"/>
          <ac:spMkLst>
            <pc:docMk/>
            <pc:sldMk cId="3878007699" sldId="267"/>
            <ac:spMk id="19" creationId="{0990C621-3B8B-4820-8328-D47EF7CE823C}"/>
          </ac:spMkLst>
        </pc:spChg>
        <pc:spChg chg="add">
          <ac:chgData name="Katie HARRISON" userId="S::kfharrison@wisc.edu::f5e22dcb-aa54-4825-b422-a6b74624f705" providerId="AD" clId="Web-{9CB6D52E-8597-5778-3BDF-6EFE47D95B3D}" dt="2022-08-08T18:57:05.341" v="43"/>
          <ac:spMkLst>
            <pc:docMk/>
            <pc:sldMk cId="3878007699" sldId="267"/>
            <ac:spMk id="21" creationId="{C1A2385B-1D2A-4E17-84FA-6CB7F0AAE473}"/>
          </ac:spMkLst>
        </pc:spChg>
        <pc:spChg chg="add">
          <ac:chgData name="Katie HARRISON" userId="S::kfharrison@wisc.edu::f5e22dcb-aa54-4825-b422-a6b74624f705" providerId="AD" clId="Web-{9CB6D52E-8597-5778-3BDF-6EFE47D95B3D}" dt="2022-08-08T18:57:05.341" v="43"/>
          <ac:spMkLst>
            <pc:docMk/>
            <pc:sldMk cId="3878007699" sldId="267"/>
            <ac:spMk id="23" creationId="{5E791F2F-79DB-4CC0-9FA1-001E3E91E8B7}"/>
          </ac:spMkLst>
        </pc:spChg>
        <pc:picChg chg="add mod ord modCrop">
          <ac:chgData name="Katie HARRISON" userId="S::kfharrison@wisc.edu::f5e22dcb-aa54-4825-b422-a6b74624f705" providerId="AD" clId="Web-{9CB6D52E-8597-5778-3BDF-6EFE47D95B3D}" dt="2022-08-08T18:57:05.341" v="43"/>
          <ac:picMkLst>
            <pc:docMk/>
            <pc:sldMk cId="3878007699" sldId="267"/>
            <ac:picMk id="5" creationId="{CECDA352-6690-A55E-339D-10B28DE85986}"/>
          </ac:picMkLst>
        </pc:picChg>
        <pc:picChg chg="add mod">
          <ac:chgData name="Katie HARRISON" userId="S::kfharrison@wisc.edu::f5e22dcb-aa54-4825-b422-a6b74624f705" providerId="AD" clId="Web-{9CB6D52E-8597-5778-3BDF-6EFE47D95B3D}" dt="2022-08-08T18:57:05.341" v="43"/>
          <ac:picMkLst>
            <pc:docMk/>
            <pc:sldMk cId="3878007699" sldId="267"/>
            <ac:picMk id="6" creationId="{3B282209-B01E-DE26-9230-79024818D2DD}"/>
          </ac:picMkLst>
        </pc:picChg>
      </pc:sldChg>
    </pc:docChg>
  </pc:docChgLst>
  <pc:docChgLst>
    <pc:chgData name="Katie HARRISON" userId="S::kfharrison@wisc.edu::f5e22dcb-aa54-4825-b422-a6b74624f705" providerId="AD" clId="Web-{8FACF187-0145-D254-D0CC-E1EA31001D3B}"/>
    <pc:docChg chg="modSld">
      <pc:chgData name="Katie HARRISON" userId="S::kfharrison@wisc.edu::f5e22dcb-aa54-4825-b422-a6b74624f705" providerId="AD" clId="Web-{8FACF187-0145-D254-D0CC-E1EA31001D3B}" dt="2022-08-13T15:56:24.078" v="151"/>
      <pc:docMkLst>
        <pc:docMk/>
      </pc:docMkLst>
      <pc:sldChg chg="addSp modSp modCm">
        <pc:chgData name="Katie HARRISON" userId="S::kfharrison@wisc.edu::f5e22dcb-aa54-4825-b422-a6b74624f705" providerId="AD" clId="Web-{8FACF187-0145-D254-D0CC-E1EA31001D3B}" dt="2022-08-12T14:33:02.421" v="25" actId="20577"/>
        <pc:sldMkLst>
          <pc:docMk/>
          <pc:sldMk cId="109857222" sldId="256"/>
        </pc:sldMkLst>
        <pc:spChg chg="mod">
          <ac:chgData name="Katie HARRISON" userId="S::kfharrison@wisc.edu::f5e22dcb-aa54-4825-b422-a6b74624f705" providerId="AD" clId="Web-{8FACF187-0145-D254-D0CC-E1EA31001D3B}" dt="2022-08-12T14:33:02.421" v="25" actId="20577"/>
          <ac:spMkLst>
            <pc:docMk/>
            <pc:sldMk cId="109857222" sldId="256"/>
            <ac:spMk id="2" creationId="{00000000-0000-0000-0000-000000000000}"/>
          </ac:spMkLst>
        </pc:spChg>
        <pc:spChg chg="mod">
          <ac:chgData name="Katie HARRISON" userId="S::kfharrison@wisc.edu::f5e22dcb-aa54-4825-b422-a6b74624f705" providerId="AD" clId="Web-{8FACF187-0145-D254-D0CC-E1EA31001D3B}" dt="2022-08-12T14:28:44.689" v="4" actId="20577"/>
          <ac:spMkLst>
            <pc:docMk/>
            <pc:sldMk cId="109857222" sldId="256"/>
            <ac:spMk id="3" creationId="{00000000-0000-0000-0000-000000000000}"/>
          </ac:spMkLst>
        </pc:spChg>
        <pc:picChg chg="add mod">
          <ac:chgData name="Katie HARRISON" userId="S::kfharrison@wisc.edu::f5e22dcb-aa54-4825-b422-a6b74624f705" providerId="AD" clId="Web-{8FACF187-0145-D254-D0CC-E1EA31001D3B}" dt="2022-08-12T14:29:17.126" v="12" actId="1076"/>
          <ac:picMkLst>
            <pc:docMk/>
            <pc:sldMk cId="109857222" sldId="256"/>
            <ac:picMk id="6" creationId="{8C431BAD-FB8F-53EC-703B-F3A465337D82}"/>
          </ac:picMkLst>
        </pc:picChg>
        <pc:picChg chg="add mod">
          <ac:chgData name="Katie HARRISON" userId="S::kfharrison@wisc.edu::f5e22dcb-aa54-4825-b422-a6b74624f705" providerId="AD" clId="Web-{8FACF187-0145-D254-D0CC-E1EA31001D3B}" dt="2022-08-12T14:32:41.078" v="20" actId="1076"/>
          <ac:picMkLst>
            <pc:docMk/>
            <pc:sldMk cId="109857222" sldId="256"/>
            <ac:picMk id="7" creationId="{944BD7A1-FAC8-0863-4BBC-DE038B812672}"/>
          </ac:picMkLst>
        </pc:picChg>
      </pc:sldChg>
      <pc:sldChg chg="addSp delSp modSp addAnim delAnim">
        <pc:chgData name="Katie HARRISON" userId="S::kfharrison@wisc.edu::f5e22dcb-aa54-4825-b422-a6b74624f705" providerId="AD" clId="Web-{8FACF187-0145-D254-D0CC-E1EA31001D3B}" dt="2022-08-13T15:56:24.078" v="151"/>
        <pc:sldMkLst>
          <pc:docMk/>
          <pc:sldMk cId="861447989" sldId="266"/>
        </pc:sldMkLst>
        <pc:spChg chg="del mod">
          <ac:chgData name="Katie HARRISON" userId="S::kfharrison@wisc.edu::f5e22dcb-aa54-4825-b422-a6b74624f705" providerId="AD" clId="Web-{8FACF187-0145-D254-D0CC-E1EA31001D3B}" dt="2022-08-13T15:52:04.235" v="126"/>
          <ac:spMkLst>
            <pc:docMk/>
            <pc:sldMk cId="861447989" sldId="266"/>
            <ac:spMk id="2" creationId="{BA950413-78D9-5AD6-4640-43C50154A0AA}"/>
          </ac:spMkLst>
        </pc:spChg>
        <pc:spChg chg="mod">
          <ac:chgData name="Katie HARRISON" userId="S::kfharrison@wisc.edu::f5e22dcb-aa54-4825-b422-a6b74624f705" providerId="AD" clId="Web-{8FACF187-0145-D254-D0CC-E1EA31001D3B}" dt="2022-08-13T15:42:29.846" v="58"/>
          <ac:spMkLst>
            <pc:docMk/>
            <pc:sldMk cId="861447989" sldId="266"/>
            <ac:spMk id="3" creationId="{B6CD6C07-B7CC-0602-64AD-046F357F55AA}"/>
          </ac:spMkLst>
        </pc:spChg>
        <pc:spChg chg="add del">
          <ac:chgData name="Katie HARRISON" userId="S::kfharrison@wisc.edu::f5e22dcb-aa54-4825-b422-a6b74624f705" providerId="AD" clId="Web-{8FACF187-0145-D254-D0CC-E1EA31001D3B}" dt="2022-08-13T15:49:57.095" v="62"/>
          <ac:spMkLst>
            <pc:docMk/>
            <pc:sldMk cId="861447989" sldId="266"/>
            <ac:spMk id="6" creationId="{8B000547-5FFA-4ACB-F0D8-2684AEB0488A}"/>
          </ac:spMkLst>
        </pc:spChg>
        <pc:spChg chg="add mod">
          <ac:chgData name="Katie HARRISON" userId="S::kfharrison@wisc.edu::f5e22dcb-aa54-4825-b422-a6b74624f705" providerId="AD" clId="Web-{8FACF187-0145-D254-D0CC-E1EA31001D3B}" dt="2022-08-13T15:56:10.828" v="149" actId="20577"/>
          <ac:spMkLst>
            <pc:docMk/>
            <pc:sldMk cId="861447989" sldId="266"/>
            <ac:spMk id="7" creationId="{BD789CFE-FF92-3DE1-FA4A-3A3CF2EB2DDD}"/>
          </ac:spMkLst>
        </pc:spChg>
        <pc:spChg chg="add del mod">
          <ac:chgData name="Katie HARRISON" userId="S::kfharrison@wisc.edu::f5e22dcb-aa54-4825-b422-a6b74624f705" providerId="AD" clId="Web-{8FACF187-0145-D254-D0CC-E1EA31001D3B}" dt="2022-08-13T15:54:52.250" v="135"/>
          <ac:spMkLst>
            <pc:docMk/>
            <pc:sldMk cId="861447989" sldId="266"/>
            <ac:spMk id="10" creationId="{65D4022A-1728-FCED-E997-7CCB385DFC05}"/>
          </ac:spMkLst>
        </pc:spChg>
        <pc:spChg chg="add del mod">
          <ac:chgData name="Katie HARRISON" userId="S::kfharrison@wisc.edu::f5e22dcb-aa54-4825-b422-a6b74624f705" providerId="AD" clId="Web-{8FACF187-0145-D254-D0CC-E1EA31001D3B}" dt="2022-08-13T15:54:26.641" v="131"/>
          <ac:spMkLst>
            <pc:docMk/>
            <pc:sldMk cId="861447989" sldId="266"/>
            <ac:spMk id="11" creationId="{335D2AA8-5234-8AE6-CF8F-68F963D6C7D6}"/>
          </ac:spMkLst>
        </pc:spChg>
        <pc:spChg chg="add del">
          <ac:chgData name="Katie HARRISON" userId="S::kfharrison@wisc.edu::f5e22dcb-aa54-4825-b422-a6b74624f705" providerId="AD" clId="Web-{8FACF187-0145-D254-D0CC-E1EA31001D3B}" dt="2022-08-13T15:56:21.859" v="150"/>
          <ac:spMkLst>
            <pc:docMk/>
            <pc:sldMk cId="861447989" sldId="266"/>
            <ac:spMk id="13" creationId="{19762B0E-D953-77E6-25F8-514CC046A106}"/>
          </ac:spMkLst>
        </pc:spChg>
        <pc:spChg chg="del mod">
          <ac:chgData name="Katie HARRISON" userId="S::kfharrison@wisc.edu::f5e22dcb-aa54-4825-b422-a6b74624f705" providerId="AD" clId="Web-{8FACF187-0145-D254-D0CC-E1EA31001D3B}" dt="2022-08-13T15:27:03.099" v="29"/>
          <ac:spMkLst>
            <pc:docMk/>
            <pc:sldMk cId="861447989" sldId="266"/>
            <ac:spMk id="77" creationId="{BE5F8A88-0E11-4D3E-9D69-ABC6B72594AF}"/>
          </ac:spMkLst>
        </pc:spChg>
        <pc:spChg chg="del">
          <ac:chgData name="Katie HARRISON" userId="S::kfharrison@wisc.edu::f5e22dcb-aa54-4825-b422-a6b74624f705" providerId="AD" clId="Web-{8FACF187-0145-D254-D0CC-E1EA31001D3B}" dt="2022-08-13T15:41:37.675" v="41"/>
          <ac:spMkLst>
            <pc:docMk/>
            <pc:sldMk cId="861447989" sldId="266"/>
            <ac:spMk id="109" creationId="{2D6FBB9D-1CAA-4D05-AB33-BABDFE17B843}"/>
          </ac:spMkLst>
        </pc:spChg>
        <pc:spChg chg="del">
          <ac:chgData name="Katie HARRISON" userId="S::kfharrison@wisc.edu::f5e22dcb-aa54-4825-b422-a6b74624f705" providerId="AD" clId="Web-{8FACF187-0145-D254-D0CC-E1EA31001D3B}" dt="2022-08-13T15:41:37.675" v="41"/>
          <ac:spMkLst>
            <pc:docMk/>
            <pc:sldMk cId="861447989" sldId="266"/>
            <ac:spMk id="110" creationId="{04727B71-B4B6-4823-80A1-68C40B475118}"/>
          </ac:spMkLst>
        </pc:spChg>
        <pc:spChg chg="del">
          <ac:chgData name="Katie HARRISON" userId="S::kfharrison@wisc.edu::f5e22dcb-aa54-4825-b422-a6b74624f705" providerId="AD" clId="Web-{8FACF187-0145-D254-D0CC-E1EA31001D3B}" dt="2022-08-13T15:41:37.675" v="41"/>
          <ac:spMkLst>
            <pc:docMk/>
            <pc:sldMk cId="861447989" sldId="266"/>
            <ac:spMk id="111" creationId="{79A6DB05-9FB5-4B07-8675-74C23D4FD89D}"/>
          </ac:spMkLst>
        </pc:spChg>
        <pc:spChg chg="del">
          <ac:chgData name="Katie HARRISON" userId="S::kfharrison@wisc.edu::f5e22dcb-aa54-4825-b422-a6b74624f705" providerId="AD" clId="Web-{8FACF187-0145-D254-D0CC-E1EA31001D3B}" dt="2022-08-13T15:41:37.675" v="41"/>
          <ac:spMkLst>
            <pc:docMk/>
            <pc:sldMk cId="861447989" sldId="266"/>
            <ac:spMk id="113" creationId="{8FC9BE17-9A7B-462D-AE50-3D8777387304}"/>
          </ac:spMkLst>
        </pc:spChg>
        <pc:spChg chg="del">
          <ac:chgData name="Katie HARRISON" userId="S::kfharrison@wisc.edu::f5e22dcb-aa54-4825-b422-a6b74624f705" providerId="AD" clId="Web-{8FACF187-0145-D254-D0CC-E1EA31001D3B}" dt="2022-08-13T15:41:37.675" v="41"/>
          <ac:spMkLst>
            <pc:docMk/>
            <pc:sldMk cId="861447989" sldId="266"/>
            <ac:spMk id="115" creationId="{3EBE8569-6AEC-4B8C-8D53-2DE337CDBA65}"/>
          </ac:spMkLst>
        </pc:spChg>
        <pc:spChg chg="del">
          <ac:chgData name="Katie HARRISON" userId="S::kfharrison@wisc.edu::f5e22dcb-aa54-4825-b422-a6b74624f705" providerId="AD" clId="Web-{8FACF187-0145-D254-D0CC-E1EA31001D3B}" dt="2022-08-13T15:41:37.675" v="41"/>
          <ac:spMkLst>
            <pc:docMk/>
            <pc:sldMk cId="861447989" sldId="266"/>
            <ac:spMk id="117" creationId="{55D4142C-5077-457F-A6AD-3FECFDB39685}"/>
          </ac:spMkLst>
        </pc:spChg>
        <pc:spChg chg="del">
          <ac:chgData name="Katie HARRISON" userId="S::kfharrison@wisc.edu::f5e22dcb-aa54-4825-b422-a6b74624f705" providerId="AD" clId="Web-{8FACF187-0145-D254-D0CC-E1EA31001D3B}" dt="2022-08-13T15:41:37.675" v="41"/>
          <ac:spMkLst>
            <pc:docMk/>
            <pc:sldMk cId="861447989" sldId="266"/>
            <ac:spMk id="119" creationId="{7A5F0580-5EE9-419F-96EE-B6529EF6E7D0}"/>
          </ac:spMkLst>
        </pc:spChg>
        <pc:spChg chg="add del">
          <ac:chgData name="Katie HARRISON" userId="S::kfharrison@wisc.edu::f5e22dcb-aa54-4825-b422-a6b74624f705" providerId="AD" clId="Web-{8FACF187-0145-D254-D0CC-E1EA31001D3B}" dt="2022-08-13T15:42:29.846" v="59"/>
          <ac:spMkLst>
            <pc:docMk/>
            <pc:sldMk cId="861447989" sldId="266"/>
            <ac:spMk id="121" creationId="{8D06CE56-3881-4ADA-8CEF-D18B02C242A3}"/>
          </ac:spMkLst>
        </pc:spChg>
        <pc:spChg chg="add del">
          <ac:chgData name="Katie HARRISON" userId="S::kfharrison@wisc.edu::f5e22dcb-aa54-4825-b422-a6b74624f705" providerId="AD" clId="Web-{8FACF187-0145-D254-D0CC-E1EA31001D3B}" dt="2022-08-13T15:42:29.846" v="59"/>
          <ac:spMkLst>
            <pc:docMk/>
            <pc:sldMk cId="861447989" sldId="266"/>
            <ac:spMk id="126" creationId="{79F3C543-62EC-4433-9C93-A2CD8764E9B4}"/>
          </ac:spMkLst>
        </pc:spChg>
        <pc:spChg chg="add del">
          <ac:chgData name="Katie HARRISON" userId="S::kfharrison@wisc.edu::f5e22dcb-aa54-4825-b422-a6b74624f705" providerId="AD" clId="Web-{8FACF187-0145-D254-D0CC-E1EA31001D3B}" dt="2022-08-13T15:42:29.846" v="59"/>
          <ac:spMkLst>
            <pc:docMk/>
            <pc:sldMk cId="861447989" sldId="266"/>
            <ac:spMk id="128" creationId="{2FB82883-1DC0-4BE1-A607-009095F3355A}"/>
          </ac:spMkLst>
        </pc:spChg>
        <pc:spChg chg="add del">
          <ac:chgData name="Katie HARRISON" userId="S::kfharrison@wisc.edu::f5e22dcb-aa54-4825-b422-a6b74624f705" providerId="AD" clId="Web-{8FACF187-0145-D254-D0CC-E1EA31001D3B}" dt="2022-08-13T15:42:29.846" v="59"/>
          <ac:spMkLst>
            <pc:docMk/>
            <pc:sldMk cId="861447989" sldId="266"/>
            <ac:spMk id="130" creationId="{9FA98EAA-A866-4C95-A2A8-44E46FBAD5A0}"/>
          </ac:spMkLst>
        </pc:spChg>
        <pc:spChg chg="add del">
          <ac:chgData name="Katie HARRISON" userId="S::kfharrison@wisc.edu::f5e22dcb-aa54-4825-b422-a6b74624f705" providerId="AD" clId="Web-{8FACF187-0145-D254-D0CC-E1EA31001D3B}" dt="2022-08-13T15:42:29.846" v="58"/>
          <ac:spMkLst>
            <pc:docMk/>
            <pc:sldMk cId="861447989" sldId="266"/>
            <ac:spMk id="135" creationId="{8D06CE56-3881-4ADA-8CEF-D18B02C242A3}"/>
          </ac:spMkLst>
        </pc:spChg>
        <pc:spChg chg="add del">
          <ac:chgData name="Katie HARRISON" userId="S::kfharrison@wisc.edu::f5e22dcb-aa54-4825-b422-a6b74624f705" providerId="AD" clId="Web-{8FACF187-0145-D254-D0CC-E1EA31001D3B}" dt="2022-08-13T15:42:29.846" v="58"/>
          <ac:spMkLst>
            <pc:docMk/>
            <pc:sldMk cId="861447989" sldId="266"/>
            <ac:spMk id="137" creationId="{79F3C543-62EC-4433-9C93-A2CD8764E9B4}"/>
          </ac:spMkLst>
        </pc:spChg>
        <pc:spChg chg="add del">
          <ac:chgData name="Katie HARRISON" userId="S::kfharrison@wisc.edu::f5e22dcb-aa54-4825-b422-a6b74624f705" providerId="AD" clId="Web-{8FACF187-0145-D254-D0CC-E1EA31001D3B}" dt="2022-08-13T15:42:29.846" v="58"/>
          <ac:spMkLst>
            <pc:docMk/>
            <pc:sldMk cId="861447989" sldId="266"/>
            <ac:spMk id="139" creationId="{5A59F003-E00A-43F9-91DC-CC54E3B87466}"/>
          </ac:spMkLst>
        </pc:spChg>
        <pc:spChg chg="add del">
          <ac:chgData name="Katie HARRISON" userId="S::kfharrison@wisc.edu::f5e22dcb-aa54-4825-b422-a6b74624f705" providerId="AD" clId="Web-{8FACF187-0145-D254-D0CC-E1EA31001D3B}" dt="2022-08-13T15:42:29.846" v="58"/>
          <ac:spMkLst>
            <pc:docMk/>
            <pc:sldMk cId="861447989" sldId="266"/>
            <ac:spMk id="141" creationId="{D74A4382-E3AD-430A-9A1F-DFA3E0E77A7D}"/>
          </ac:spMkLst>
        </pc:spChg>
        <pc:spChg chg="add">
          <ac:chgData name="Katie HARRISON" userId="S::kfharrison@wisc.edu::f5e22dcb-aa54-4825-b422-a6b74624f705" providerId="AD" clId="Web-{8FACF187-0145-D254-D0CC-E1EA31001D3B}" dt="2022-08-13T15:42:29.846" v="59"/>
          <ac:spMkLst>
            <pc:docMk/>
            <pc:sldMk cId="861447989" sldId="266"/>
            <ac:spMk id="143" creationId="{8D06CE56-3881-4ADA-8CEF-D18B02C242A3}"/>
          </ac:spMkLst>
        </pc:spChg>
        <pc:spChg chg="add">
          <ac:chgData name="Katie HARRISON" userId="S::kfharrison@wisc.edu::f5e22dcb-aa54-4825-b422-a6b74624f705" providerId="AD" clId="Web-{8FACF187-0145-D254-D0CC-E1EA31001D3B}" dt="2022-08-13T15:42:29.846" v="59"/>
          <ac:spMkLst>
            <pc:docMk/>
            <pc:sldMk cId="861447989" sldId="266"/>
            <ac:spMk id="144" creationId="{79F3C543-62EC-4433-9C93-A2CD8764E9B4}"/>
          </ac:spMkLst>
        </pc:spChg>
        <pc:spChg chg="add">
          <ac:chgData name="Katie HARRISON" userId="S::kfharrison@wisc.edu::f5e22dcb-aa54-4825-b422-a6b74624f705" providerId="AD" clId="Web-{8FACF187-0145-D254-D0CC-E1EA31001D3B}" dt="2022-08-13T15:42:29.846" v="59"/>
          <ac:spMkLst>
            <pc:docMk/>
            <pc:sldMk cId="861447989" sldId="266"/>
            <ac:spMk id="145" creationId="{2FB82883-1DC0-4BE1-A607-009095F3355A}"/>
          </ac:spMkLst>
        </pc:spChg>
        <pc:spChg chg="add">
          <ac:chgData name="Katie HARRISON" userId="S::kfharrison@wisc.edu::f5e22dcb-aa54-4825-b422-a6b74624f705" providerId="AD" clId="Web-{8FACF187-0145-D254-D0CC-E1EA31001D3B}" dt="2022-08-13T15:42:29.846" v="59"/>
          <ac:spMkLst>
            <pc:docMk/>
            <pc:sldMk cId="861447989" sldId="266"/>
            <ac:spMk id="146" creationId="{9FA98EAA-A866-4C95-A2A8-44E46FBAD5A0}"/>
          </ac:spMkLst>
        </pc:spChg>
        <pc:picChg chg="add del mod">
          <ac:chgData name="Katie HARRISON" userId="S::kfharrison@wisc.edu::f5e22dcb-aa54-4825-b422-a6b74624f705" providerId="AD" clId="Web-{8FACF187-0145-D254-D0CC-E1EA31001D3B}" dt="2022-08-13T15:39:30.878" v="36"/>
          <ac:picMkLst>
            <pc:docMk/>
            <pc:sldMk cId="861447989" sldId="266"/>
            <ac:picMk id="4" creationId="{8EDB2651-7B0A-B4B8-E6CB-EE9DC517C04A}"/>
          </ac:picMkLst>
        </pc:picChg>
        <pc:picChg chg="add mod ord">
          <ac:chgData name="Katie HARRISON" userId="S::kfharrison@wisc.edu::f5e22dcb-aa54-4825-b422-a6b74624f705" providerId="AD" clId="Web-{8FACF187-0145-D254-D0CC-E1EA31001D3B}" dt="2022-08-13T15:55:22.985" v="140" actId="14100"/>
          <ac:picMkLst>
            <pc:docMk/>
            <pc:sldMk cId="861447989" sldId="266"/>
            <ac:picMk id="5" creationId="{273BE249-B600-8B9D-DDE8-61D5C94BDE34}"/>
          </ac:picMkLst>
        </pc:picChg>
        <pc:picChg chg="del">
          <ac:chgData name="Katie HARRISON" userId="S::kfharrison@wisc.edu::f5e22dcb-aa54-4825-b422-a6b74624f705" providerId="AD" clId="Web-{8FACF187-0145-D254-D0CC-E1EA31001D3B}" dt="2022-08-13T15:27:46.568" v="31"/>
          <ac:picMkLst>
            <pc:docMk/>
            <pc:sldMk cId="861447989" sldId="266"/>
            <ac:picMk id="8" creationId="{F2867F1E-238A-F93D-0CE8-5978B4D221C7}"/>
          </ac:picMkLst>
        </pc:picChg>
        <pc:picChg chg="add del mod">
          <ac:chgData name="Katie HARRISON" userId="S::kfharrison@wisc.edu::f5e22dcb-aa54-4825-b422-a6b74624f705" providerId="AD" clId="Web-{8FACF187-0145-D254-D0CC-E1EA31001D3B}" dt="2022-08-13T15:56:24.078" v="151"/>
          <ac:picMkLst>
            <pc:docMk/>
            <pc:sldMk cId="861447989" sldId="266"/>
            <ac:picMk id="12" creationId="{B618AC7B-B307-52F4-778D-A1187DCFB155}"/>
          </ac:picMkLst>
        </pc:picChg>
      </pc:sldChg>
      <pc:sldChg chg="modSp">
        <pc:chgData name="Katie HARRISON" userId="S::kfharrison@wisc.edu::f5e22dcb-aa54-4825-b422-a6b74624f705" providerId="AD" clId="Web-{8FACF187-0145-D254-D0CC-E1EA31001D3B}" dt="2022-08-13T15:52:21.876" v="127" actId="1076"/>
        <pc:sldMkLst>
          <pc:docMk/>
          <pc:sldMk cId="469208456" sldId="268"/>
        </pc:sldMkLst>
        <pc:spChg chg="mod">
          <ac:chgData name="Katie HARRISON" userId="S::kfharrison@wisc.edu::f5e22dcb-aa54-4825-b422-a6b74624f705" providerId="AD" clId="Web-{8FACF187-0145-D254-D0CC-E1EA31001D3B}" dt="2022-08-13T15:52:21.876" v="127" actId="1076"/>
          <ac:spMkLst>
            <pc:docMk/>
            <pc:sldMk cId="469208456" sldId="268"/>
            <ac:spMk id="3" creationId="{C7C39E8A-843A-DB6D-B034-E4025478CDF0}"/>
          </ac:spMkLst>
        </pc:spChg>
      </pc:sldChg>
    </pc:docChg>
  </pc:docChgLst>
  <pc:docChgLst>
    <pc:chgData name="Katie HARRISON" userId="S::kfharrison@wisc.edu::f5e22dcb-aa54-4825-b422-a6b74624f705" providerId="AD" clId="Web-{0621F26D-2AB9-2321-65ED-FD19113E38E3}"/>
    <pc:docChg chg="modSld">
      <pc:chgData name="Katie HARRISON" userId="S::kfharrison@wisc.edu::f5e22dcb-aa54-4825-b422-a6b74624f705" providerId="AD" clId="Web-{0621F26D-2AB9-2321-65ED-FD19113E38E3}" dt="2022-08-14T06:33:09.834" v="352"/>
      <pc:docMkLst>
        <pc:docMk/>
      </pc:docMkLst>
      <pc:sldChg chg="addSp delSp modSp mod setBg modClrScheme addCm modCm chgLayout">
        <pc:chgData name="Katie HARRISON" userId="S::kfharrison@wisc.edu::f5e22dcb-aa54-4825-b422-a6b74624f705" providerId="AD" clId="Web-{0621F26D-2AB9-2321-65ED-FD19113E38E3}" dt="2022-08-14T05:48:39.517" v="341" actId="1076"/>
        <pc:sldMkLst>
          <pc:docMk/>
          <pc:sldMk cId="1006650640" sldId="280"/>
        </pc:sldMkLst>
        <pc:spChg chg="mod ord">
          <ac:chgData name="Katie HARRISON" userId="S::kfharrison@wisc.edu::f5e22dcb-aa54-4825-b422-a6b74624f705" providerId="AD" clId="Web-{0621F26D-2AB9-2321-65ED-FD19113E38E3}" dt="2022-08-14T05:46:32.498" v="338" actId="1076"/>
          <ac:spMkLst>
            <pc:docMk/>
            <pc:sldMk cId="1006650640" sldId="280"/>
            <ac:spMk id="2" creationId="{78699449-6983-CBEB-D24C-8481596BD551}"/>
          </ac:spMkLst>
        </pc:spChg>
        <pc:spChg chg="add del mod ord">
          <ac:chgData name="Katie HARRISON" userId="S::kfharrison@wisc.edu::f5e22dcb-aa54-4825-b422-a6b74624f705" providerId="AD" clId="Web-{0621F26D-2AB9-2321-65ED-FD19113E38E3}" dt="2022-08-14T05:29:37.652" v="74"/>
          <ac:spMkLst>
            <pc:docMk/>
            <pc:sldMk cId="1006650640" sldId="280"/>
            <ac:spMk id="4" creationId="{85698FF9-42A1-D37F-FC0A-097E812D5DAB}"/>
          </ac:spMkLst>
        </pc:spChg>
        <pc:spChg chg="mod ord">
          <ac:chgData name="Katie HARRISON" userId="S::kfharrison@wisc.edu::f5e22dcb-aa54-4825-b422-a6b74624f705" providerId="AD" clId="Web-{0621F26D-2AB9-2321-65ED-FD19113E38E3}" dt="2022-08-14T05:40:16.268" v="169"/>
          <ac:spMkLst>
            <pc:docMk/>
            <pc:sldMk cId="1006650640" sldId="280"/>
            <ac:spMk id="5" creationId="{D4495493-FF8C-EB96-7E90-73EA67B7E618}"/>
          </ac:spMkLst>
        </pc:spChg>
        <pc:spChg chg="del">
          <ac:chgData name="Katie HARRISON" userId="S::kfharrison@wisc.edu::f5e22dcb-aa54-4825-b422-a6b74624f705" providerId="AD" clId="Web-{0621F26D-2AB9-2321-65ED-FD19113E38E3}" dt="2022-08-14T05:28:26.697" v="66"/>
          <ac:spMkLst>
            <pc:docMk/>
            <pc:sldMk cId="1006650640" sldId="280"/>
            <ac:spMk id="7" creationId="{F1534C59-B87D-4FAC-FDC1-A426441F54C9}"/>
          </ac:spMkLst>
        </pc:spChg>
        <pc:spChg chg="add mod">
          <ac:chgData name="Katie HARRISON" userId="S::kfharrison@wisc.edu::f5e22dcb-aa54-4825-b422-a6b74624f705" providerId="AD" clId="Web-{0621F26D-2AB9-2321-65ED-FD19113E38E3}" dt="2022-08-14T05:44:47.839" v="308" actId="20577"/>
          <ac:spMkLst>
            <pc:docMk/>
            <pc:sldMk cId="1006650640" sldId="280"/>
            <ac:spMk id="8" creationId="{37F0425F-909D-4C19-B7FD-8DE86D8CF75C}"/>
          </ac:spMkLst>
        </pc:spChg>
        <pc:spChg chg="mod">
          <ac:chgData name="Katie HARRISON" userId="S::kfharrison@wisc.edu::f5e22dcb-aa54-4825-b422-a6b74624f705" providerId="AD" clId="Web-{0621F26D-2AB9-2321-65ED-FD19113E38E3}" dt="2022-08-14T05:48:39.517" v="341" actId="1076"/>
          <ac:spMkLst>
            <pc:docMk/>
            <pc:sldMk cId="1006650640" sldId="280"/>
            <ac:spMk id="10" creationId="{D5B6B3F6-4E73-B55E-8301-BA1E58AD1336}"/>
          </ac:spMkLst>
        </pc:spChg>
        <pc:spChg chg="del">
          <ac:chgData name="Katie HARRISON" userId="S::kfharrison@wisc.edu::f5e22dcb-aa54-4825-b422-a6b74624f705" providerId="AD" clId="Web-{0621F26D-2AB9-2321-65ED-FD19113E38E3}" dt="2022-08-14T05:29:07.886" v="70"/>
          <ac:spMkLst>
            <pc:docMk/>
            <pc:sldMk cId="1006650640" sldId="280"/>
            <ac:spMk id="11" creationId="{D96F5CB2-1956-D3AC-DB07-813F1B990F71}"/>
          </ac:spMkLst>
        </pc:spChg>
        <pc:spChg chg="add del">
          <ac:chgData name="Katie HARRISON" userId="S::kfharrison@wisc.edu::f5e22dcb-aa54-4825-b422-a6b74624f705" providerId="AD" clId="Web-{0621F26D-2AB9-2321-65ED-FD19113E38E3}" dt="2022-08-14T05:28:55.698" v="69"/>
          <ac:spMkLst>
            <pc:docMk/>
            <pc:sldMk cId="1006650640" sldId="280"/>
            <ac:spMk id="12" creationId="{C7D5EFF1-1535-99D8-5EB7-4DD617589670}"/>
          </ac:spMkLst>
        </pc:spChg>
        <pc:spChg chg="add mod">
          <ac:chgData name="Katie HARRISON" userId="S::kfharrison@wisc.edu::f5e22dcb-aa54-4825-b422-a6b74624f705" providerId="AD" clId="Web-{0621F26D-2AB9-2321-65ED-FD19113E38E3}" dt="2022-08-14T05:46:05.013" v="337" actId="14100"/>
          <ac:spMkLst>
            <pc:docMk/>
            <pc:sldMk cId="1006650640" sldId="280"/>
            <ac:spMk id="13" creationId="{35DC1F1C-1C8B-F4C9-BB24-B56AB48376EB}"/>
          </ac:spMkLst>
        </pc:spChg>
        <pc:spChg chg="add del">
          <ac:chgData name="Katie HARRISON" userId="S::kfharrison@wisc.edu::f5e22dcb-aa54-4825-b422-a6b74624f705" providerId="AD" clId="Web-{0621F26D-2AB9-2321-65ED-FD19113E38E3}" dt="2022-08-14T05:40:16.268" v="169"/>
          <ac:spMkLst>
            <pc:docMk/>
            <pc:sldMk cId="1006650640" sldId="280"/>
            <ac:spMk id="15" creationId="{8D06CE56-3881-4ADA-8CEF-D18B02C242A3}"/>
          </ac:spMkLst>
        </pc:spChg>
        <pc:spChg chg="add del">
          <ac:chgData name="Katie HARRISON" userId="S::kfharrison@wisc.edu::f5e22dcb-aa54-4825-b422-a6b74624f705" providerId="AD" clId="Web-{0621F26D-2AB9-2321-65ED-FD19113E38E3}" dt="2022-08-14T05:40:16.268" v="169"/>
          <ac:spMkLst>
            <pc:docMk/>
            <pc:sldMk cId="1006650640" sldId="280"/>
            <ac:spMk id="17" creationId="{79F3C543-62EC-4433-9C93-A2CD8764E9B4}"/>
          </ac:spMkLst>
        </pc:spChg>
        <pc:spChg chg="add del">
          <ac:chgData name="Katie HARRISON" userId="S::kfharrison@wisc.edu::f5e22dcb-aa54-4825-b422-a6b74624f705" providerId="AD" clId="Web-{0621F26D-2AB9-2321-65ED-FD19113E38E3}" dt="2022-08-14T05:40:16.268" v="169"/>
          <ac:spMkLst>
            <pc:docMk/>
            <pc:sldMk cId="1006650640" sldId="280"/>
            <ac:spMk id="19" creationId="{C1A1C5D3-C053-4EE9-BE1A-419B6E27CCAE}"/>
          </ac:spMkLst>
        </pc:spChg>
        <pc:spChg chg="add del">
          <ac:chgData name="Katie HARRISON" userId="S::kfharrison@wisc.edu::f5e22dcb-aa54-4825-b422-a6b74624f705" providerId="AD" clId="Web-{0621F26D-2AB9-2321-65ED-FD19113E38E3}" dt="2022-08-14T05:40:16.268" v="169"/>
          <ac:spMkLst>
            <pc:docMk/>
            <pc:sldMk cId="1006650640" sldId="280"/>
            <ac:spMk id="21" creationId="{A3473CF9-37EB-43E7-89EF-D2D1C53D1DAC}"/>
          </ac:spMkLst>
        </pc:spChg>
        <pc:spChg chg="add del">
          <ac:chgData name="Katie HARRISON" userId="S::kfharrison@wisc.edu::f5e22dcb-aa54-4825-b422-a6b74624f705" providerId="AD" clId="Web-{0621F26D-2AB9-2321-65ED-FD19113E38E3}" dt="2022-08-14T05:40:16.268" v="169"/>
          <ac:spMkLst>
            <pc:docMk/>
            <pc:sldMk cId="1006650640" sldId="280"/>
            <ac:spMk id="23" creationId="{586B4EF9-43BA-4655-A6FF-1D8E21574C95}"/>
          </ac:spMkLst>
        </pc:spChg>
        <pc:picChg chg="del">
          <ac:chgData name="Katie HARRISON" userId="S::kfharrison@wisc.edu::f5e22dcb-aa54-4825-b422-a6b74624f705" providerId="AD" clId="Web-{0621F26D-2AB9-2321-65ED-FD19113E38E3}" dt="2022-08-14T05:28:26.697" v="66"/>
          <ac:picMkLst>
            <pc:docMk/>
            <pc:sldMk cId="1006650640" sldId="280"/>
            <ac:picMk id="6" creationId="{2E090C0C-50A7-7132-120C-7009D3266E19}"/>
          </ac:picMkLst>
        </pc:picChg>
        <pc:picChg chg="mod">
          <ac:chgData name="Katie HARRISON" userId="S::kfharrison@wisc.edu::f5e22dcb-aa54-4825-b422-a6b74624f705" providerId="AD" clId="Web-{0621F26D-2AB9-2321-65ED-FD19113E38E3}" dt="2022-08-14T05:45:49.215" v="334" actId="1076"/>
          <ac:picMkLst>
            <pc:docMk/>
            <pc:sldMk cId="1006650640" sldId="280"/>
            <ac:picMk id="9" creationId="{2643A441-C519-A7AB-6472-D4A5696747A2}"/>
          </ac:picMkLst>
        </pc:picChg>
      </pc:sldChg>
      <pc:sldChg chg="addSp delSp modSp modCm">
        <pc:chgData name="Katie HARRISON" userId="S::kfharrison@wisc.edu::f5e22dcb-aa54-4825-b422-a6b74624f705" providerId="AD" clId="Web-{0621F26D-2AB9-2321-65ED-FD19113E38E3}" dt="2022-08-14T05:27:37.289" v="65" actId="1076"/>
        <pc:sldMkLst>
          <pc:docMk/>
          <pc:sldMk cId="566026939" sldId="283"/>
        </pc:sldMkLst>
        <pc:spChg chg="mod">
          <ac:chgData name="Katie HARRISON" userId="S::kfharrison@wisc.edu::f5e22dcb-aa54-4825-b422-a6b74624f705" providerId="AD" clId="Web-{0621F26D-2AB9-2321-65ED-FD19113E38E3}" dt="2022-08-14T05:26:36.897" v="54" actId="20577"/>
          <ac:spMkLst>
            <pc:docMk/>
            <pc:sldMk cId="566026939" sldId="283"/>
            <ac:spMk id="2" creationId="{9810F596-A256-2973-B5BC-0AB1C2B186AC}"/>
          </ac:spMkLst>
        </pc:spChg>
        <pc:spChg chg="mod">
          <ac:chgData name="Katie HARRISON" userId="S::kfharrison@wisc.edu::f5e22dcb-aa54-4825-b422-a6b74624f705" providerId="AD" clId="Web-{0621F26D-2AB9-2321-65ED-FD19113E38E3}" dt="2022-08-14T05:26:53.054" v="56" actId="1076"/>
          <ac:spMkLst>
            <pc:docMk/>
            <pc:sldMk cId="566026939" sldId="283"/>
            <ac:spMk id="4" creationId="{611A08B0-42CF-C8EF-C314-EAD4C06549BF}"/>
          </ac:spMkLst>
        </pc:spChg>
        <pc:spChg chg="mod ord">
          <ac:chgData name="Katie HARRISON" userId="S::kfharrison@wisc.edu::f5e22dcb-aa54-4825-b422-a6b74624f705" providerId="AD" clId="Web-{0621F26D-2AB9-2321-65ED-FD19113E38E3}" dt="2022-08-14T05:27:23.695" v="62" actId="20577"/>
          <ac:spMkLst>
            <pc:docMk/>
            <pc:sldMk cId="566026939" sldId="283"/>
            <ac:spMk id="5" creationId="{2AA5E35D-4EF1-A68E-702B-F2098B3BC0BF}"/>
          </ac:spMkLst>
        </pc:spChg>
        <pc:spChg chg="del">
          <ac:chgData name="Katie HARRISON" userId="S::kfharrison@wisc.edu::f5e22dcb-aa54-4825-b422-a6b74624f705" providerId="AD" clId="Web-{0621F26D-2AB9-2321-65ED-FD19113E38E3}" dt="2022-08-14T05:24:03.825" v="27"/>
          <ac:spMkLst>
            <pc:docMk/>
            <pc:sldMk cId="566026939" sldId="283"/>
            <ac:spMk id="19" creationId="{2D6FBB9D-1CAA-4D05-AB33-BABDFE17B843}"/>
          </ac:spMkLst>
        </pc:spChg>
        <pc:spChg chg="del">
          <ac:chgData name="Katie HARRISON" userId="S::kfharrison@wisc.edu::f5e22dcb-aa54-4825-b422-a6b74624f705" providerId="AD" clId="Web-{0621F26D-2AB9-2321-65ED-FD19113E38E3}" dt="2022-08-14T05:24:03.825" v="27"/>
          <ac:spMkLst>
            <pc:docMk/>
            <pc:sldMk cId="566026939" sldId="283"/>
            <ac:spMk id="21" creationId="{04727B71-B4B6-4823-80A1-68C40B475118}"/>
          </ac:spMkLst>
        </pc:spChg>
        <pc:spChg chg="del">
          <ac:chgData name="Katie HARRISON" userId="S::kfharrison@wisc.edu::f5e22dcb-aa54-4825-b422-a6b74624f705" providerId="AD" clId="Web-{0621F26D-2AB9-2321-65ED-FD19113E38E3}" dt="2022-08-14T05:24:03.825" v="27"/>
          <ac:spMkLst>
            <pc:docMk/>
            <pc:sldMk cId="566026939" sldId="283"/>
            <ac:spMk id="23" creationId="{79A6DB05-9FB5-4B07-8675-74C23D4FD89D}"/>
          </ac:spMkLst>
        </pc:spChg>
        <pc:spChg chg="del">
          <ac:chgData name="Katie HARRISON" userId="S::kfharrison@wisc.edu::f5e22dcb-aa54-4825-b422-a6b74624f705" providerId="AD" clId="Web-{0621F26D-2AB9-2321-65ED-FD19113E38E3}" dt="2022-08-14T05:24:03.825" v="27"/>
          <ac:spMkLst>
            <pc:docMk/>
            <pc:sldMk cId="566026939" sldId="283"/>
            <ac:spMk id="25" creationId="{8108D317-7CBD-4897-BD1F-959436D2A3BE}"/>
          </ac:spMkLst>
        </pc:spChg>
        <pc:spChg chg="del">
          <ac:chgData name="Katie HARRISON" userId="S::kfharrison@wisc.edu::f5e22dcb-aa54-4825-b422-a6b74624f705" providerId="AD" clId="Web-{0621F26D-2AB9-2321-65ED-FD19113E38E3}" dt="2022-08-14T05:24:03.825" v="27"/>
          <ac:spMkLst>
            <pc:docMk/>
            <pc:sldMk cId="566026939" sldId="283"/>
            <ac:spMk id="27" creationId="{D6297641-8B9F-4767-9606-8A11313227BF}"/>
          </ac:spMkLst>
        </pc:spChg>
        <pc:spChg chg="del">
          <ac:chgData name="Katie HARRISON" userId="S::kfharrison@wisc.edu::f5e22dcb-aa54-4825-b422-a6b74624f705" providerId="AD" clId="Web-{0621F26D-2AB9-2321-65ED-FD19113E38E3}" dt="2022-08-14T05:24:03.825" v="27"/>
          <ac:spMkLst>
            <pc:docMk/>
            <pc:sldMk cId="566026939" sldId="283"/>
            <ac:spMk id="29" creationId="{D8F3CA65-EA00-46B4-9616-39E6853F7BED}"/>
          </ac:spMkLst>
        </pc:spChg>
        <pc:spChg chg="add del">
          <ac:chgData name="Katie HARRISON" userId="S::kfharrison@wisc.edu::f5e22dcb-aa54-4825-b422-a6b74624f705" providerId="AD" clId="Web-{0621F26D-2AB9-2321-65ED-FD19113E38E3}" dt="2022-08-14T05:24:17.857" v="30"/>
          <ac:spMkLst>
            <pc:docMk/>
            <pc:sldMk cId="566026939" sldId="283"/>
            <ac:spMk id="34" creationId="{8D06CE56-3881-4ADA-8CEF-D18B02C242A3}"/>
          </ac:spMkLst>
        </pc:spChg>
        <pc:spChg chg="add del">
          <ac:chgData name="Katie HARRISON" userId="S::kfharrison@wisc.edu::f5e22dcb-aa54-4825-b422-a6b74624f705" providerId="AD" clId="Web-{0621F26D-2AB9-2321-65ED-FD19113E38E3}" dt="2022-08-14T05:24:17.857" v="30"/>
          <ac:spMkLst>
            <pc:docMk/>
            <pc:sldMk cId="566026939" sldId="283"/>
            <ac:spMk id="36" creationId="{79F3C543-62EC-4433-9C93-A2CD8764E9B4}"/>
          </ac:spMkLst>
        </pc:spChg>
        <pc:spChg chg="add del">
          <ac:chgData name="Katie HARRISON" userId="S::kfharrison@wisc.edu::f5e22dcb-aa54-4825-b422-a6b74624f705" providerId="AD" clId="Web-{0621F26D-2AB9-2321-65ED-FD19113E38E3}" dt="2022-08-14T05:24:17.857" v="30"/>
          <ac:spMkLst>
            <pc:docMk/>
            <pc:sldMk cId="566026939" sldId="283"/>
            <ac:spMk id="38" creationId="{88263A24-0C1F-4677-B43C-4AE14E276B27}"/>
          </ac:spMkLst>
        </pc:spChg>
        <pc:spChg chg="add del">
          <ac:chgData name="Katie HARRISON" userId="S::kfharrison@wisc.edu::f5e22dcb-aa54-4825-b422-a6b74624f705" providerId="AD" clId="Web-{0621F26D-2AB9-2321-65ED-FD19113E38E3}" dt="2022-08-14T05:24:17.857" v="30"/>
          <ac:spMkLst>
            <pc:docMk/>
            <pc:sldMk cId="566026939" sldId="283"/>
            <ac:spMk id="40" creationId="{0ADDB668-2CA4-4D2B-9C34-3487CA330BA8}"/>
          </ac:spMkLst>
        </pc:spChg>
        <pc:spChg chg="add del">
          <ac:chgData name="Katie HARRISON" userId="S::kfharrison@wisc.edu::f5e22dcb-aa54-4825-b422-a6b74624f705" providerId="AD" clId="Web-{0621F26D-2AB9-2321-65ED-FD19113E38E3}" dt="2022-08-14T05:24:17.857" v="30"/>
          <ac:spMkLst>
            <pc:docMk/>
            <pc:sldMk cId="566026939" sldId="283"/>
            <ac:spMk id="42" creationId="{2568BC19-F052-4108-93E1-6A3D1DEC072F}"/>
          </ac:spMkLst>
        </pc:spChg>
        <pc:spChg chg="add del">
          <ac:chgData name="Katie HARRISON" userId="S::kfharrison@wisc.edu::f5e22dcb-aa54-4825-b422-a6b74624f705" providerId="AD" clId="Web-{0621F26D-2AB9-2321-65ED-FD19113E38E3}" dt="2022-08-14T05:24:17.857" v="30"/>
          <ac:spMkLst>
            <pc:docMk/>
            <pc:sldMk cId="566026939" sldId="283"/>
            <ac:spMk id="44" creationId="{D5FD337D-4D6B-4C8B-B6F5-121097E09881}"/>
          </ac:spMkLst>
        </pc:spChg>
        <pc:spChg chg="add">
          <ac:chgData name="Katie HARRISON" userId="S::kfharrison@wisc.edu::f5e22dcb-aa54-4825-b422-a6b74624f705" providerId="AD" clId="Web-{0621F26D-2AB9-2321-65ED-FD19113E38E3}" dt="2022-08-14T05:24:17.857" v="30"/>
          <ac:spMkLst>
            <pc:docMk/>
            <pc:sldMk cId="566026939" sldId="283"/>
            <ac:spMk id="49" creationId="{8D06CE56-3881-4ADA-8CEF-D18B02C242A3}"/>
          </ac:spMkLst>
        </pc:spChg>
        <pc:spChg chg="add">
          <ac:chgData name="Katie HARRISON" userId="S::kfharrison@wisc.edu::f5e22dcb-aa54-4825-b422-a6b74624f705" providerId="AD" clId="Web-{0621F26D-2AB9-2321-65ED-FD19113E38E3}" dt="2022-08-14T05:24:17.857" v="30"/>
          <ac:spMkLst>
            <pc:docMk/>
            <pc:sldMk cId="566026939" sldId="283"/>
            <ac:spMk id="51" creationId="{79F3C543-62EC-4433-9C93-A2CD8764E9B4}"/>
          </ac:spMkLst>
        </pc:spChg>
        <pc:spChg chg="add">
          <ac:chgData name="Katie HARRISON" userId="S::kfharrison@wisc.edu::f5e22dcb-aa54-4825-b422-a6b74624f705" providerId="AD" clId="Web-{0621F26D-2AB9-2321-65ED-FD19113E38E3}" dt="2022-08-14T05:24:17.857" v="30"/>
          <ac:spMkLst>
            <pc:docMk/>
            <pc:sldMk cId="566026939" sldId="283"/>
            <ac:spMk id="53" creationId="{88263A24-0C1F-4677-B43C-4AE14E276B27}"/>
          </ac:spMkLst>
        </pc:spChg>
        <pc:spChg chg="add">
          <ac:chgData name="Katie HARRISON" userId="S::kfharrison@wisc.edu::f5e22dcb-aa54-4825-b422-a6b74624f705" providerId="AD" clId="Web-{0621F26D-2AB9-2321-65ED-FD19113E38E3}" dt="2022-08-14T05:24:17.857" v="30"/>
          <ac:spMkLst>
            <pc:docMk/>
            <pc:sldMk cId="566026939" sldId="283"/>
            <ac:spMk id="55" creationId="{0ADDB668-2CA4-4D2B-9C34-3487CA330BA8}"/>
          </ac:spMkLst>
        </pc:spChg>
        <pc:spChg chg="add">
          <ac:chgData name="Katie HARRISON" userId="S::kfharrison@wisc.edu::f5e22dcb-aa54-4825-b422-a6b74624f705" providerId="AD" clId="Web-{0621F26D-2AB9-2321-65ED-FD19113E38E3}" dt="2022-08-14T05:24:17.857" v="30"/>
          <ac:spMkLst>
            <pc:docMk/>
            <pc:sldMk cId="566026939" sldId="283"/>
            <ac:spMk id="57" creationId="{2568BC19-F052-4108-93E1-6A3D1DEC072F}"/>
          </ac:spMkLst>
        </pc:spChg>
        <pc:spChg chg="add">
          <ac:chgData name="Katie HARRISON" userId="S::kfharrison@wisc.edu::f5e22dcb-aa54-4825-b422-a6b74624f705" providerId="AD" clId="Web-{0621F26D-2AB9-2321-65ED-FD19113E38E3}" dt="2022-08-14T05:24:17.857" v="30"/>
          <ac:spMkLst>
            <pc:docMk/>
            <pc:sldMk cId="566026939" sldId="283"/>
            <ac:spMk id="59" creationId="{D5FD337D-4D6B-4C8B-B6F5-121097E09881}"/>
          </ac:spMkLst>
        </pc:spChg>
        <pc:picChg chg="add del mod">
          <ac:chgData name="Katie HARRISON" userId="S::kfharrison@wisc.edu::f5e22dcb-aa54-4825-b422-a6b74624f705" providerId="AD" clId="Web-{0621F26D-2AB9-2321-65ED-FD19113E38E3}" dt="2022-08-14T05:23:35.840" v="23"/>
          <ac:picMkLst>
            <pc:docMk/>
            <pc:sldMk cId="566026939" sldId="283"/>
            <ac:picMk id="3" creationId="{59C8A63C-FEBC-348C-F226-AD4292B0ADD3}"/>
          </ac:picMkLst>
        </pc:picChg>
        <pc:picChg chg="add del mod">
          <ac:chgData name="Katie HARRISON" userId="S::kfharrison@wisc.edu::f5e22dcb-aa54-4825-b422-a6b74624f705" providerId="AD" clId="Web-{0621F26D-2AB9-2321-65ED-FD19113E38E3}" dt="2022-08-14T05:25:22.364" v="45"/>
          <ac:picMkLst>
            <pc:docMk/>
            <pc:sldMk cId="566026939" sldId="283"/>
            <ac:picMk id="6" creationId="{9FDF1522-A640-7407-2293-9CEB3C77EF13}"/>
          </ac:picMkLst>
        </pc:picChg>
        <pc:picChg chg="add mod">
          <ac:chgData name="Katie HARRISON" userId="S::kfharrison@wisc.edu::f5e22dcb-aa54-4825-b422-a6b74624f705" providerId="AD" clId="Web-{0621F26D-2AB9-2321-65ED-FD19113E38E3}" dt="2022-08-14T05:27:04.960" v="59" actId="1076"/>
          <ac:picMkLst>
            <pc:docMk/>
            <pc:sldMk cId="566026939" sldId="283"/>
            <ac:picMk id="7" creationId="{776CA6D2-866D-7E98-146B-6E5AAE2F2E97}"/>
          </ac:picMkLst>
        </pc:picChg>
        <pc:picChg chg="mod ord">
          <ac:chgData name="Katie HARRISON" userId="S::kfharrison@wisc.edu::f5e22dcb-aa54-4825-b422-a6b74624f705" providerId="AD" clId="Web-{0621F26D-2AB9-2321-65ED-FD19113E38E3}" dt="2022-08-14T05:27:37.289" v="65" actId="1076"/>
          <ac:picMkLst>
            <pc:docMk/>
            <pc:sldMk cId="566026939" sldId="283"/>
            <ac:picMk id="15" creationId="{63FD4674-3491-1653-67CA-2D7D817C4653}"/>
          </ac:picMkLst>
        </pc:picChg>
      </pc:sldChg>
      <pc:sldChg chg="addSp delSp modSp">
        <pc:chgData name="Katie HARRISON" userId="S::kfharrison@wisc.edu::f5e22dcb-aa54-4825-b422-a6b74624f705" providerId="AD" clId="Web-{0621F26D-2AB9-2321-65ED-FD19113E38E3}" dt="2022-08-14T06:33:09.834" v="352"/>
        <pc:sldMkLst>
          <pc:docMk/>
          <pc:sldMk cId="3102211442" sldId="284"/>
        </pc:sldMkLst>
        <pc:spChg chg="del mod">
          <ac:chgData name="Katie HARRISON" userId="S::kfharrison@wisc.edu::f5e22dcb-aa54-4825-b422-a6b74624f705" providerId="AD" clId="Web-{0621F26D-2AB9-2321-65ED-FD19113E38E3}" dt="2022-08-14T06:28:16.306" v="347"/>
          <ac:spMkLst>
            <pc:docMk/>
            <pc:sldMk cId="3102211442" sldId="284"/>
            <ac:spMk id="3" creationId="{01EEF862-55FE-D3FD-40F1-F2DC0D4B3D8B}"/>
          </ac:spMkLst>
        </pc:spChg>
        <pc:spChg chg="add mod">
          <ac:chgData name="Katie HARRISON" userId="S::kfharrison@wisc.edu::f5e22dcb-aa54-4825-b422-a6b74624f705" providerId="AD" clId="Web-{0621F26D-2AB9-2321-65ED-FD19113E38E3}" dt="2022-08-14T06:33:09.834" v="352"/>
          <ac:spMkLst>
            <pc:docMk/>
            <pc:sldMk cId="3102211442" sldId="284"/>
            <ac:spMk id="6" creationId="{B300463A-BF39-CA69-A2A4-C27B51F0CC7F}"/>
          </ac:spMkLst>
        </pc:spChg>
        <pc:picChg chg="add mod ord">
          <ac:chgData name="Katie HARRISON" userId="S::kfharrison@wisc.edu::f5e22dcb-aa54-4825-b422-a6b74624f705" providerId="AD" clId="Web-{0621F26D-2AB9-2321-65ED-FD19113E38E3}" dt="2022-08-14T06:28:37.713" v="350" actId="1076"/>
          <ac:picMkLst>
            <pc:docMk/>
            <pc:sldMk cId="3102211442" sldId="284"/>
            <ac:picMk id="5" creationId="{1F1E980E-3725-18AE-2949-8D14A59D2494}"/>
          </ac:picMkLst>
        </pc:picChg>
      </pc:sldChg>
    </pc:docChg>
  </pc:docChgLst>
  <pc:docChgLst>
    <pc:chgData name="Katie HARRISON" userId="S::kfharrison@wisc.edu::f5e22dcb-aa54-4825-b422-a6b74624f705" providerId="AD" clId="Web-{0011CAED-107C-4CE3-CA39-EBD906FB5FC2}"/>
    <pc:docChg chg="modSld">
      <pc:chgData name="Katie HARRISON" userId="S::kfharrison@wisc.edu::f5e22dcb-aa54-4825-b422-a6b74624f705" providerId="AD" clId="Web-{0011CAED-107C-4CE3-CA39-EBD906FB5FC2}" dt="2022-08-16T18:02:02.112" v="506"/>
      <pc:docMkLst>
        <pc:docMk/>
      </pc:docMkLst>
      <pc:sldChg chg="modNotes">
        <pc:chgData name="Katie HARRISON" userId="S::kfharrison@wisc.edu::f5e22dcb-aa54-4825-b422-a6b74624f705" providerId="AD" clId="Web-{0011CAED-107C-4CE3-CA39-EBD906FB5FC2}" dt="2022-08-16T16:36:08.557" v="117"/>
        <pc:sldMkLst>
          <pc:docMk/>
          <pc:sldMk cId="109857222" sldId="256"/>
        </pc:sldMkLst>
      </pc:sldChg>
      <pc:sldChg chg="modSp modCm modNotes">
        <pc:chgData name="Katie HARRISON" userId="S::kfharrison@wisc.edu::f5e22dcb-aa54-4825-b422-a6b74624f705" providerId="AD" clId="Web-{0011CAED-107C-4CE3-CA39-EBD906FB5FC2}" dt="2022-08-16T17:09:19.526" v="449"/>
        <pc:sldMkLst>
          <pc:docMk/>
          <pc:sldMk cId="2509158788" sldId="259"/>
        </pc:sldMkLst>
        <pc:spChg chg="mod">
          <ac:chgData name="Katie HARRISON" userId="S::kfharrison@wisc.edu::f5e22dcb-aa54-4825-b422-a6b74624f705" providerId="AD" clId="Web-{0011CAED-107C-4CE3-CA39-EBD906FB5FC2}" dt="2022-08-16T15:38:30.463" v="63" actId="20577"/>
          <ac:spMkLst>
            <pc:docMk/>
            <pc:sldMk cId="2509158788" sldId="259"/>
            <ac:spMk id="14" creationId="{028A2518-4583-BB29-F48B-C2A2F2E35B4E}"/>
          </ac:spMkLst>
        </pc:spChg>
      </pc:sldChg>
      <pc:sldChg chg="modSp modCm modNotes">
        <pc:chgData name="Katie HARRISON" userId="S::kfharrison@wisc.edu::f5e22dcb-aa54-4825-b422-a6b74624f705" providerId="AD" clId="Web-{0011CAED-107C-4CE3-CA39-EBD906FB5FC2}" dt="2022-08-16T17:11:44.651" v="471"/>
        <pc:sldMkLst>
          <pc:docMk/>
          <pc:sldMk cId="1686000644" sldId="263"/>
        </pc:sldMkLst>
        <pc:spChg chg="mod">
          <ac:chgData name="Katie HARRISON" userId="S::kfharrison@wisc.edu::f5e22dcb-aa54-4825-b422-a6b74624f705" providerId="AD" clId="Web-{0011CAED-107C-4CE3-CA39-EBD906FB5FC2}" dt="2022-08-16T15:41:04.633" v="96" actId="20577"/>
          <ac:spMkLst>
            <pc:docMk/>
            <pc:sldMk cId="1686000644" sldId="263"/>
            <ac:spMk id="2" creationId="{6ADDD331-37F0-2C90-E538-447D0A1B526B}"/>
          </ac:spMkLst>
        </pc:spChg>
      </pc:sldChg>
      <pc:sldChg chg="delCm">
        <pc:chgData name="Katie HARRISON" userId="S::kfharrison@wisc.edu::f5e22dcb-aa54-4825-b422-a6b74624f705" providerId="AD" clId="Web-{0011CAED-107C-4CE3-CA39-EBD906FB5FC2}" dt="2022-08-16T15:36:31.558" v="28"/>
        <pc:sldMkLst>
          <pc:docMk/>
          <pc:sldMk cId="861447989" sldId="266"/>
        </pc:sldMkLst>
      </pc:sldChg>
      <pc:sldChg chg="modNotes">
        <pc:chgData name="Katie HARRISON" userId="S::kfharrison@wisc.edu::f5e22dcb-aa54-4825-b422-a6b74624f705" providerId="AD" clId="Web-{0011CAED-107C-4CE3-CA39-EBD906FB5FC2}" dt="2022-08-16T17:07:22.463" v="444"/>
        <pc:sldMkLst>
          <pc:docMk/>
          <pc:sldMk cId="1253204765" sldId="275"/>
        </pc:sldMkLst>
      </pc:sldChg>
      <pc:sldChg chg="modNotes">
        <pc:chgData name="Katie HARRISON" userId="S::kfharrison@wisc.edu::f5e22dcb-aa54-4825-b422-a6b74624f705" providerId="AD" clId="Web-{0011CAED-107C-4CE3-CA39-EBD906FB5FC2}" dt="2022-08-16T17:58:20.925" v="491"/>
        <pc:sldMkLst>
          <pc:docMk/>
          <pc:sldMk cId="4217288977" sldId="278"/>
        </pc:sldMkLst>
      </pc:sldChg>
      <pc:sldChg chg="modSp modNotes">
        <pc:chgData name="Katie HARRISON" userId="S::kfharrison@wisc.edu::f5e22dcb-aa54-4825-b422-a6b74624f705" providerId="AD" clId="Web-{0011CAED-107C-4CE3-CA39-EBD906FB5FC2}" dt="2022-08-16T16:55:05.620" v="390" actId="1076"/>
        <pc:sldMkLst>
          <pc:docMk/>
          <pc:sldMk cId="1006650640" sldId="280"/>
        </pc:sldMkLst>
        <pc:spChg chg="mod">
          <ac:chgData name="Katie HARRISON" userId="S::kfharrison@wisc.edu::f5e22dcb-aa54-4825-b422-a6b74624f705" providerId="AD" clId="Web-{0011CAED-107C-4CE3-CA39-EBD906FB5FC2}" dt="2022-08-16T16:54:37.135" v="382" actId="20577"/>
          <ac:spMkLst>
            <pc:docMk/>
            <pc:sldMk cId="1006650640" sldId="280"/>
            <ac:spMk id="4" creationId="{D0E45E02-3FB4-7D7A-17B5-1E92B196A0A6}"/>
          </ac:spMkLst>
        </pc:spChg>
        <pc:spChg chg="mod">
          <ac:chgData name="Katie HARRISON" userId="S::kfharrison@wisc.edu::f5e22dcb-aa54-4825-b422-a6b74624f705" providerId="AD" clId="Web-{0011CAED-107C-4CE3-CA39-EBD906FB5FC2}" dt="2022-08-16T16:55:05.620" v="390" actId="1076"/>
          <ac:spMkLst>
            <pc:docMk/>
            <pc:sldMk cId="1006650640" sldId="280"/>
            <ac:spMk id="7" creationId="{BA012E80-5276-411D-E118-F96FB1579ACD}"/>
          </ac:spMkLst>
        </pc:spChg>
      </pc:sldChg>
      <pc:sldChg chg="addCm modNotes">
        <pc:chgData name="Katie HARRISON" userId="S::kfharrison@wisc.edu::f5e22dcb-aa54-4825-b422-a6b74624f705" providerId="AD" clId="Web-{0011CAED-107C-4CE3-CA39-EBD906FB5FC2}" dt="2022-08-16T18:02:02.112" v="506"/>
        <pc:sldMkLst>
          <pc:docMk/>
          <pc:sldMk cId="608946128" sldId="281"/>
        </pc:sldMkLst>
      </pc:sldChg>
      <pc:sldChg chg="addSp modSp modNotes">
        <pc:chgData name="Katie HARRISON" userId="S::kfharrison@wisc.edu::f5e22dcb-aa54-4825-b422-a6b74624f705" providerId="AD" clId="Web-{0011CAED-107C-4CE3-CA39-EBD906FB5FC2}" dt="2022-08-16T17:11:25.713" v="469" actId="20577"/>
        <pc:sldMkLst>
          <pc:docMk/>
          <pc:sldMk cId="1183662717" sldId="282"/>
        </pc:sldMkLst>
        <pc:spChg chg="add mod">
          <ac:chgData name="Katie HARRISON" userId="S::kfharrison@wisc.edu::f5e22dcb-aa54-4825-b422-a6b74624f705" providerId="AD" clId="Web-{0011CAED-107C-4CE3-CA39-EBD906FB5FC2}" dt="2022-08-16T17:11:25.713" v="469" actId="20577"/>
          <ac:spMkLst>
            <pc:docMk/>
            <pc:sldMk cId="1183662717" sldId="282"/>
            <ac:spMk id="2" creationId="{1A21D697-7D87-C246-9069-4DF5E9CC59C9}"/>
          </ac:spMkLst>
        </pc:spChg>
        <pc:picChg chg="mod">
          <ac:chgData name="Katie HARRISON" userId="S::kfharrison@wisc.edu::f5e22dcb-aa54-4825-b422-a6b74624f705" providerId="AD" clId="Web-{0011CAED-107C-4CE3-CA39-EBD906FB5FC2}" dt="2022-08-16T17:09:38.057" v="452" actId="14100"/>
          <ac:picMkLst>
            <pc:docMk/>
            <pc:sldMk cId="1183662717" sldId="282"/>
            <ac:picMk id="42" creationId="{1B763CC6-7594-0315-2E6E-0839ED2F5A9B}"/>
          </ac:picMkLst>
        </pc:picChg>
      </pc:sldChg>
      <pc:sldChg chg="addSp delSp modSp modNotes">
        <pc:chgData name="Katie HARRISON" userId="S::kfharrison@wisc.edu::f5e22dcb-aa54-4825-b422-a6b74624f705" providerId="AD" clId="Web-{0011CAED-107C-4CE3-CA39-EBD906FB5FC2}" dt="2022-08-16T17:00:12.041" v="414"/>
        <pc:sldMkLst>
          <pc:docMk/>
          <pc:sldMk cId="566026939" sldId="283"/>
        </pc:sldMkLst>
        <pc:spChg chg="mod">
          <ac:chgData name="Katie HARRISON" userId="S::kfharrison@wisc.edu::f5e22dcb-aa54-4825-b422-a6b74624f705" providerId="AD" clId="Web-{0011CAED-107C-4CE3-CA39-EBD906FB5FC2}" dt="2022-08-16T17:00:12.041" v="414"/>
          <ac:spMkLst>
            <pc:docMk/>
            <pc:sldMk cId="566026939" sldId="283"/>
            <ac:spMk id="2" creationId="{9810F596-A256-2973-B5BC-0AB1C2B186AC}"/>
          </ac:spMkLst>
        </pc:spChg>
        <pc:spChg chg="mod">
          <ac:chgData name="Katie HARRISON" userId="S::kfharrison@wisc.edu::f5e22dcb-aa54-4825-b422-a6b74624f705" providerId="AD" clId="Web-{0011CAED-107C-4CE3-CA39-EBD906FB5FC2}" dt="2022-08-16T17:00:12.041" v="414"/>
          <ac:spMkLst>
            <pc:docMk/>
            <pc:sldMk cId="566026939" sldId="283"/>
            <ac:spMk id="5" creationId="{2AA5E35D-4EF1-A68E-702B-F2098B3BC0BF}"/>
          </ac:spMkLst>
        </pc:spChg>
        <pc:spChg chg="add del">
          <ac:chgData name="Katie HARRISON" userId="S::kfharrison@wisc.edu::f5e22dcb-aa54-4825-b422-a6b74624f705" providerId="AD" clId="Web-{0011CAED-107C-4CE3-CA39-EBD906FB5FC2}" dt="2022-08-16T17:00:12.041" v="414"/>
          <ac:spMkLst>
            <pc:docMk/>
            <pc:sldMk cId="566026939" sldId="283"/>
            <ac:spMk id="124" creationId="{2D6FBB9D-1CAA-4D05-AB33-BABDFE17B843}"/>
          </ac:spMkLst>
        </pc:spChg>
        <pc:spChg chg="add del">
          <ac:chgData name="Katie HARRISON" userId="S::kfharrison@wisc.edu::f5e22dcb-aa54-4825-b422-a6b74624f705" providerId="AD" clId="Web-{0011CAED-107C-4CE3-CA39-EBD906FB5FC2}" dt="2022-08-16T17:00:12.041" v="414"/>
          <ac:spMkLst>
            <pc:docMk/>
            <pc:sldMk cId="566026939" sldId="283"/>
            <ac:spMk id="125" creationId="{04727B71-B4B6-4823-80A1-68C40B475118}"/>
          </ac:spMkLst>
        </pc:spChg>
        <pc:spChg chg="add del">
          <ac:chgData name="Katie HARRISON" userId="S::kfharrison@wisc.edu::f5e22dcb-aa54-4825-b422-a6b74624f705" providerId="AD" clId="Web-{0011CAED-107C-4CE3-CA39-EBD906FB5FC2}" dt="2022-08-16T17:00:12.041" v="414"/>
          <ac:spMkLst>
            <pc:docMk/>
            <pc:sldMk cId="566026939" sldId="283"/>
            <ac:spMk id="126" creationId="{79A6DB05-9FB5-4B07-8675-74C23D4FD89D}"/>
          </ac:spMkLst>
        </pc:spChg>
        <pc:spChg chg="add del">
          <ac:chgData name="Katie HARRISON" userId="S::kfharrison@wisc.edu::f5e22dcb-aa54-4825-b422-a6b74624f705" providerId="AD" clId="Web-{0011CAED-107C-4CE3-CA39-EBD906FB5FC2}" dt="2022-08-16T17:00:12.041" v="414"/>
          <ac:spMkLst>
            <pc:docMk/>
            <pc:sldMk cId="566026939" sldId="283"/>
            <ac:spMk id="127" creationId="{8108D317-7CBD-4897-BD1F-959436D2A3BE}"/>
          </ac:spMkLst>
        </pc:spChg>
        <pc:spChg chg="add del">
          <ac:chgData name="Katie HARRISON" userId="S::kfharrison@wisc.edu::f5e22dcb-aa54-4825-b422-a6b74624f705" providerId="AD" clId="Web-{0011CAED-107C-4CE3-CA39-EBD906FB5FC2}" dt="2022-08-16T17:00:12.041" v="414"/>
          <ac:spMkLst>
            <pc:docMk/>
            <pc:sldMk cId="566026939" sldId="283"/>
            <ac:spMk id="128" creationId="{D6297641-8B9F-4767-9606-8A11313227BF}"/>
          </ac:spMkLst>
        </pc:spChg>
        <pc:spChg chg="add del">
          <ac:chgData name="Katie HARRISON" userId="S::kfharrison@wisc.edu::f5e22dcb-aa54-4825-b422-a6b74624f705" providerId="AD" clId="Web-{0011CAED-107C-4CE3-CA39-EBD906FB5FC2}" dt="2022-08-16T17:00:12.041" v="414"/>
          <ac:spMkLst>
            <pc:docMk/>
            <pc:sldMk cId="566026939" sldId="283"/>
            <ac:spMk id="129" creationId="{D8F3CA65-EA00-46B4-9616-39E6853F7BED}"/>
          </ac:spMkLst>
        </pc:spChg>
        <pc:spChg chg="add del">
          <ac:chgData name="Katie HARRISON" userId="S::kfharrison@wisc.edu::f5e22dcb-aa54-4825-b422-a6b74624f705" providerId="AD" clId="Web-{0011CAED-107C-4CE3-CA39-EBD906FB5FC2}" dt="2022-08-16T17:00:12.041" v="414"/>
          <ac:spMkLst>
            <pc:docMk/>
            <pc:sldMk cId="566026939" sldId="283"/>
            <ac:spMk id="134" creationId="{2D6FBB9D-1CAA-4D05-AB33-BABDFE17B843}"/>
          </ac:spMkLst>
        </pc:spChg>
        <pc:spChg chg="add del">
          <ac:chgData name="Katie HARRISON" userId="S::kfharrison@wisc.edu::f5e22dcb-aa54-4825-b422-a6b74624f705" providerId="AD" clId="Web-{0011CAED-107C-4CE3-CA39-EBD906FB5FC2}" dt="2022-08-16T17:00:12.041" v="414"/>
          <ac:spMkLst>
            <pc:docMk/>
            <pc:sldMk cId="566026939" sldId="283"/>
            <ac:spMk id="136" creationId="{04727B71-B4B6-4823-80A1-68C40B475118}"/>
          </ac:spMkLst>
        </pc:spChg>
        <pc:spChg chg="add del">
          <ac:chgData name="Katie HARRISON" userId="S::kfharrison@wisc.edu::f5e22dcb-aa54-4825-b422-a6b74624f705" providerId="AD" clId="Web-{0011CAED-107C-4CE3-CA39-EBD906FB5FC2}" dt="2022-08-16T17:00:12.041" v="414"/>
          <ac:spMkLst>
            <pc:docMk/>
            <pc:sldMk cId="566026939" sldId="283"/>
            <ac:spMk id="138" creationId="{79A6DB05-9FB5-4B07-8675-74C23D4FD89D}"/>
          </ac:spMkLst>
        </pc:spChg>
        <pc:spChg chg="add del">
          <ac:chgData name="Katie HARRISON" userId="S::kfharrison@wisc.edu::f5e22dcb-aa54-4825-b422-a6b74624f705" providerId="AD" clId="Web-{0011CAED-107C-4CE3-CA39-EBD906FB5FC2}" dt="2022-08-16T17:00:12.041" v="414"/>
          <ac:spMkLst>
            <pc:docMk/>
            <pc:sldMk cId="566026939" sldId="283"/>
            <ac:spMk id="140" creationId="{90D01200-0224-43C5-AB38-FB4D16B73FB7}"/>
          </ac:spMkLst>
        </pc:spChg>
        <pc:spChg chg="add del">
          <ac:chgData name="Katie HARRISON" userId="S::kfharrison@wisc.edu::f5e22dcb-aa54-4825-b422-a6b74624f705" providerId="AD" clId="Web-{0011CAED-107C-4CE3-CA39-EBD906FB5FC2}" dt="2022-08-16T17:00:12.041" v="414"/>
          <ac:spMkLst>
            <pc:docMk/>
            <pc:sldMk cId="566026939" sldId="283"/>
            <ac:spMk id="142" creationId="{728A44A4-A002-4A88-9FC9-1D0566C97A47}"/>
          </ac:spMkLst>
        </pc:spChg>
        <pc:spChg chg="add del">
          <ac:chgData name="Katie HARRISON" userId="S::kfharrison@wisc.edu::f5e22dcb-aa54-4825-b422-a6b74624f705" providerId="AD" clId="Web-{0011CAED-107C-4CE3-CA39-EBD906FB5FC2}" dt="2022-08-16T17:00:12.041" v="414"/>
          <ac:spMkLst>
            <pc:docMk/>
            <pc:sldMk cId="566026939" sldId="283"/>
            <ac:spMk id="144" creationId="{3E7D5C7B-DD16-401B-85CE-4AAA2A4F5136}"/>
          </ac:spMkLst>
        </pc:spChg>
        <pc:graphicFrameChg chg="mod modGraphic">
          <ac:chgData name="Katie HARRISON" userId="S::kfharrison@wisc.edu::f5e22dcb-aa54-4825-b422-a6b74624f705" providerId="AD" clId="Web-{0011CAED-107C-4CE3-CA39-EBD906FB5FC2}" dt="2022-08-16T17:00:12.041" v="414"/>
          <ac:graphicFrameMkLst>
            <pc:docMk/>
            <pc:sldMk cId="566026939" sldId="283"/>
            <ac:graphicFrameMk id="90" creationId="{1235E3BB-2D4B-1F2C-2B70-5CB2954D2EA0}"/>
          </ac:graphicFrameMkLst>
        </pc:graphicFrameChg>
        <pc:picChg chg="mod">
          <ac:chgData name="Katie HARRISON" userId="S::kfharrison@wisc.edu::f5e22dcb-aa54-4825-b422-a6b74624f705" providerId="AD" clId="Web-{0011CAED-107C-4CE3-CA39-EBD906FB5FC2}" dt="2022-08-16T17:00:12.041" v="414"/>
          <ac:picMkLst>
            <pc:docMk/>
            <pc:sldMk cId="566026939" sldId="283"/>
            <ac:picMk id="38" creationId="{0AF3B993-8DF2-6F3B-4080-501E91C307B7}"/>
          </ac:picMkLst>
        </pc:picChg>
      </pc:sldChg>
      <pc:sldChg chg="modNotes">
        <pc:chgData name="Katie HARRISON" userId="S::kfharrison@wisc.edu::f5e22dcb-aa54-4825-b422-a6b74624f705" providerId="AD" clId="Web-{0011CAED-107C-4CE3-CA39-EBD906FB5FC2}" dt="2022-08-16T16:58:17.416" v="410"/>
        <pc:sldMkLst>
          <pc:docMk/>
          <pc:sldMk cId="3102211442" sldId="284"/>
        </pc:sldMkLst>
      </pc:sldChg>
      <pc:sldChg chg="modNotes">
        <pc:chgData name="Katie HARRISON" userId="S::kfharrison@wisc.edu::f5e22dcb-aa54-4825-b422-a6b74624f705" providerId="AD" clId="Web-{0011CAED-107C-4CE3-CA39-EBD906FB5FC2}" dt="2022-08-16T16:56:34.495" v="405"/>
        <pc:sldMkLst>
          <pc:docMk/>
          <pc:sldMk cId="2342094520" sldId="286"/>
        </pc:sldMkLst>
      </pc:sldChg>
    </pc:docChg>
  </pc:docChgLst>
  <pc:docChgLst>
    <pc:chgData name="Katie HARRISON" userId="S::kfharrison@wisc.edu::f5e22dcb-aa54-4825-b422-a6b74624f705" providerId="AD" clId="Web-{46067755-9BF9-DA09-27BB-D47236E833E5}"/>
    <pc:docChg chg="delSld modSld sldOrd modMainMaster">
      <pc:chgData name="Katie HARRISON" userId="S::kfharrison@wisc.edu::f5e22dcb-aa54-4825-b422-a6b74624f705" providerId="AD" clId="Web-{46067755-9BF9-DA09-27BB-D47236E833E5}" dt="2022-08-10T03:31:29.793" v="408"/>
      <pc:docMkLst>
        <pc:docMk/>
      </pc:docMkLst>
      <pc:sldChg chg="modSp">
        <pc:chgData name="Katie HARRISON" userId="S::kfharrison@wisc.edu::f5e22dcb-aa54-4825-b422-a6b74624f705" providerId="AD" clId="Web-{46067755-9BF9-DA09-27BB-D47236E833E5}" dt="2022-08-10T02:56:43.078" v="166" actId="20577"/>
        <pc:sldMkLst>
          <pc:docMk/>
          <pc:sldMk cId="109857222" sldId="256"/>
        </pc:sldMkLst>
        <pc:spChg chg="mod">
          <ac:chgData name="Katie HARRISON" userId="S::kfharrison@wisc.edu::f5e22dcb-aa54-4825-b422-a6b74624f705" providerId="AD" clId="Web-{46067755-9BF9-DA09-27BB-D47236E833E5}" dt="2022-08-10T02:56:43.078" v="166" actId="20577"/>
          <ac:spMkLst>
            <pc:docMk/>
            <pc:sldMk cId="109857222" sldId="256"/>
            <ac:spMk id="5" creationId="{638B3997-3B7F-0F22-5379-67D870BC81DA}"/>
          </ac:spMkLst>
        </pc:spChg>
      </pc:sldChg>
      <pc:sldChg chg="modSp del">
        <pc:chgData name="Katie HARRISON" userId="S::kfharrison@wisc.edu::f5e22dcb-aa54-4825-b422-a6b74624f705" providerId="AD" clId="Web-{46067755-9BF9-DA09-27BB-D47236E833E5}" dt="2022-08-10T02:57:46.172" v="173"/>
        <pc:sldMkLst>
          <pc:docMk/>
          <pc:sldMk cId="535810320" sldId="257"/>
        </pc:sldMkLst>
        <pc:spChg chg="mod">
          <ac:chgData name="Katie HARRISON" userId="S::kfharrison@wisc.edu::f5e22dcb-aa54-4825-b422-a6b74624f705" providerId="AD" clId="Web-{46067755-9BF9-DA09-27BB-D47236E833E5}" dt="2022-08-10T02:57:00.297" v="169" actId="20577"/>
          <ac:spMkLst>
            <pc:docMk/>
            <pc:sldMk cId="535810320" sldId="257"/>
            <ac:spMk id="13" creationId="{D26C6ED8-4EF5-1741-890C-D372A54F3FE3}"/>
          </ac:spMkLst>
        </pc:spChg>
      </pc:sldChg>
      <pc:sldChg chg="addSp delSp modSp">
        <pc:chgData name="Katie HARRISON" userId="S::kfharrison@wisc.edu::f5e22dcb-aa54-4825-b422-a6b74624f705" providerId="AD" clId="Web-{46067755-9BF9-DA09-27BB-D47236E833E5}" dt="2022-08-10T03:09:05.249" v="292" actId="20577"/>
        <pc:sldMkLst>
          <pc:docMk/>
          <pc:sldMk cId="308295134" sldId="258"/>
        </pc:sldMkLst>
        <pc:spChg chg="mod ord">
          <ac:chgData name="Katie HARRISON" userId="S::kfharrison@wisc.edu::f5e22dcb-aa54-4825-b422-a6b74624f705" providerId="AD" clId="Web-{46067755-9BF9-DA09-27BB-D47236E833E5}" dt="2022-08-10T03:08:52.733" v="291"/>
          <ac:spMkLst>
            <pc:docMk/>
            <pc:sldMk cId="308295134" sldId="258"/>
            <ac:spMk id="11" creationId="{F5047924-705E-6645-6FFA-D2AE075CFABE}"/>
          </ac:spMkLst>
        </pc:spChg>
        <pc:spChg chg="del">
          <ac:chgData name="Katie HARRISON" userId="S::kfharrison@wisc.edu::f5e22dcb-aa54-4825-b422-a6b74624f705" providerId="AD" clId="Web-{46067755-9BF9-DA09-27BB-D47236E833E5}" dt="2022-08-10T03:08:52.733" v="291"/>
          <ac:spMkLst>
            <pc:docMk/>
            <pc:sldMk cId="308295134" sldId="258"/>
            <ac:spMk id="79" creationId="{8D06CE56-3881-4ADA-8CEF-D18B02C242A3}"/>
          </ac:spMkLst>
        </pc:spChg>
        <pc:spChg chg="del">
          <ac:chgData name="Katie HARRISON" userId="S::kfharrison@wisc.edu::f5e22dcb-aa54-4825-b422-a6b74624f705" providerId="AD" clId="Web-{46067755-9BF9-DA09-27BB-D47236E833E5}" dt="2022-08-10T03:08:52.733" v="291"/>
          <ac:spMkLst>
            <pc:docMk/>
            <pc:sldMk cId="308295134" sldId="258"/>
            <ac:spMk id="81" creationId="{79F3C543-62EC-4433-9C93-A2CD8764E9B4}"/>
          </ac:spMkLst>
        </pc:spChg>
        <pc:spChg chg="del">
          <ac:chgData name="Katie HARRISON" userId="S::kfharrison@wisc.edu::f5e22dcb-aa54-4825-b422-a6b74624f705" providerId="AD" clId="Web-{46067755-9BF9-DA09-27BB-D47236E833E5}" dt="2022-08-10T03:08:52.733" v="291"/>
          <ac:spMkLst>
            <pc:docMk/>
            <pc:sldMk cId="308295134" sldId="258"/>
            <ac:spMk id="83" creationId="{C1A1C5D3-C053-4EE9-BE1A-419B6E27CCAE}"/>
          </ac:spMkLst>
        </pc:spChg>
        <pc:spChg chg="del">
          <ac:chgData name="Katie HARRISON" userId="S::kfharrison@wisc.edu::f5e22dcb-aa54-4825-b422-a6b74624f705" providerId="AD" clId="Web-{46067755-9BF9-DA09-27BB-D47236E833E5}" dt="2022-08-10T03:08:52.733" v="291"/>
          <ac:spMkLst>
            <pc:docMk/>
            <pc:sldMk cId="308295134" sldId="258"/>
            <ac:spMk id="85" creationId="{A3473CF9-37EB-43E7-89EF-D2D1C53D1DAC}"/>
          </ac:spMkLst>
        </pc:spChg>
        <pc:spChg chg="del">
          <ac:chgData name="Katie HARRISON" userId="S::kfharrison@wisc.edu::f5e22dcb-aa54-4825-b422-a6b74624f705" providerId="AD" clId="Web-{46067755-9BF9-DA09-27BB-D47236E833E5}" dt="2022-08-10T03:08:52.733" v="291"/>
          <ac:spMkLst>
            <pc:docMk/>
            <pc:sldMk cId="308295134" sldId="258"/>
            <ac:spMk id="87" creationId="{586B4EF9-43BA-4655-A6FF-1D8E21574C95}"/>
          </ac:spMkLst>
        </pc:spChg>
        <pc:spChg chg="add">
          <ac:chgData name="Katie HARRISON" userId="S::kfharrison@wisc.edu::f5e22dcb-aa54-4825-b422-a6b74624f705" providerId="AD" clId="Web-{46067755-9BF9-DA09-27BB-D47236E833E5}" dt="2022-08-10T03:08:52.733" v="291"/>
          <ac:spMkLst>
            <pc:docMk/>
            <pc:sldMk cId="308295134" sldId="258"/>
            <ac:spMk id="92" creationId="{726908CC-6AC4-4222-8250-B90B6072E8AC}"/>
          </ac:spMkLst>
        </pc:spChg>
        <pc:spChg chg="add">
          <ac:chgData name="Katie HARRISON" userId="S::kfharrison@wisc.edu::f5e22dcb-aa54-4825-b422-a6b74624f705" providerId="AD" clId="Web-{46067755-9BF9-DA09-27BB-D47236E833E5}" dt="2022-08-10T03:08:52.733" v="291"/>
          <ac:spMkLst>
            <pc:docMk/>
            <pc:sldMk cId="308295134" sldId="258"/>
            <ac:spMk id="94" creationId="{F2F606D8-696E-4B76-BB10-43672AA1475A}"/>
          </ac:spMkLst>
        </pc:spChg>
        <pc:spChg chg="add">
          <ac:chgData name="Katie HARRISON" userId="S::kfharrison@wisc.edu::f5e22dcb-aa54-4825-b422-a6b74624f705" providerId="AD" clId="Web-{46067755-9BF9-DA09-27BB-D47236E833E5}" dt="2022-08-10T03:08:52.733" v="291"/>
          <ac:spMkLst>
            <pc:docMk/>
            <pc:sldMk cId="308295134" sldId="258"/>
            <ac:spMk id="96" creationId="{3ABF1881-5AFD-48F9-979A-19EE2FE30A33}"/>
          </ac:spMkLst>
        </pc:spChg>
        <pc:graphicFrameChg chg="modGraphic">
          <ac:chgData name="Katie HARRISON" userId="S::kfharrison@wisc.edu::f5e22dcb-aa54-4825-b422-a6b74624f705" providerId="AD" clId="Web-{46067755-9BF9-DA09-27BB-D47236E833E5}" dt="2022-08-10T03:09:05.249" v="292" actId="20577"/>
          <ac:graphicFrameMkLst>
            <pc:docMk/>
            <pc:sldMk cId="308295134" sldId="258"/>
            <ac:graphicFrameMk id="16" creationId="{4DC6BF4F-0FB1-8903-B2A6-5EFF54729AAF}"/>
          </ac:graphicFrameMkLst>
        </pc:graphicFrameChg>
      </pc:sldChg>
      <pc:sldChg chg="modSp ord">
        <pc:chgData name="Katie HARRISON" userId="S::kfharrison@wisc.edu::f5e22dcb-aa54-4825-b422-a6b74624f705" providerId="AD" clId="Web-{46067755-9BF9-DA09-27BB-D47236E833E5}" dt="2022-08-10T03:10:02.624" v="294"/>
        <pc:sldMkLst>
          <pc:docMk/>
          <pc:sldMk cId="408668825" sldId="260"/>
        </pc:sldMkLst>
        <pc:spChg chg="mod">
          <ac:chgData name="Katie HARRISON" userId="S::kfharrison@wisc.edu::f5e22dcb-aa54-4825-b422-a6b74624f705" providerId="AD" clId="Web-{46067755-9BF9-DA09-27BB-D47236E833E5}" dt="2022-08-10T03:08:30.390" v="290" actId="20577"/>
          <ac:spMkLst>
            <pc:docMk/>
            <pc:sldMk cId="408668825" sldId="260"/>
            <ac:spMk id="18" creationId="{51AE4796-7768-1E9C-D77D-AAF69FB3DFC7}"/>
          </ac:spMkLst>
        </pc:spChg>
      </pc:sldChg>
      <pc:sldChg chg="addCm">
        <pc:chgData name="Katie HARRISON" userId="S::kfharrison@wisc.edu::f5e22dcb-aa54-4825-b422-a6b74624f705" providerId="AD" clId="Web-{46067755-9BF9-DA09-27BB-D47236E833E5}" dt="2022-08-10T03:31:29.793" v="408"/>
        <pc:sldMkLst>
          <pc:docMk/>
          <pc:sldMk cId="4271176360" sldId="262"/>
        </pc:sldMkLst>
      </pc:sldChg>
      <pc:sldChg chg="addCm">
        <pc:chgData name="Katie HARRISON" userId="S::kfharrison@wisc.edu::f5e22dcb-aa54-4825-b422-a6b74624f705" providerId="AD" clId="Web-{46067755-9BF9-DA09-27BB-D47236E833E5}" dt="2022-08-10T03:25:30.810" v="407"/>
        <pc:sldMkLst>
          <pc:docMk/>
          <pc:sldMk cId="515713402" sldId="265"/>
        </pc:sldMkLst>
      </pc:sldChg>
      <pc:sldChg chg="addSp delSp modSp addCm">
        <pc:chgData name="Katie HARRISON" userId="S::kfharrison@wisc.edu::f5e22dcb-aa54-4825-b422-a6b74624f705" providerId="AD" clId="Web-{46067755-9BF9-DA09-27BB-D47236E833E5}" dt="2022-08-10T03:25:17.966" v="406"/>
        <pc:sldMkLst>
          <pc:docMk/>
          <pc:sldMk cId="469208456" sldId="268"/>
        </pc:sldMkLst>
        <pc:spChg chg="mod">
          <ac:chgData name="Katie HARRISON" userId="S::kfharrison@wisc.edu::f5e22dcb-aa54-4825-b422-a6b74624f705" providerId="AD" clId="Web-{46067755-9BF9-DA09-27BB-D47236E833E5}" dt="2022-08-10T02:57:14.578" v="170" actId="20577"/>
          <ac:spMkLst>
            <pc:docMk/>
            <pc:sldMk cId="469208456" sldId="268"/>
            <ac:spMk id="4" creationId="{1D2BB78E-3DE0-547D-683D-B596C15FE781}"/>
          </ac:spMkLst>
        </pc:spChg>
        <pc:spChg chg="add mod">
          <ac:chgData name="Katie HARRISON" userId="S::kfharrison@wisc.edu::f5e22dcb-aa54-4825-b422-a6b74624f705" providerId="AD" clId="Web-{46067755-9BF9-DA09-27BB-D47236E833E5}" dt="2022-08-10T03:13:07.030" v="308" actId="1076"/>
          <ac:spMkLst>
            <pc:docMk/>
            <pc:sldMk cId="469208456" sldId="268"/>
            <ac:spMk id="6" creationId="{4F48D12E-7F92-000B-F6BB-0CD3C348DADD}"/>
          </ac:spMkLst>
        </pc:spChg>
        <pc:spChg chg="add mod">
          <ac:chgData name="Katie HARRISON" userId="S::kfharrison@wisc.edu::f5e22dcb-aa54-4825-b422-a6b74624f705" providerId="AD" clId="Web-{46067755-9BF9-DA09-27BB-D47236E833E5}" dt="2022-08-10T03:20:30.966" v="401" actId="20577"/>
          <ac:spMkLst>
            <pc:docMk/>
            <pc:sldMk cId="469208456" sldId="268"/>
            <ac:spMk id="7" creationId="{7EF5BD3B-4BF7-4498-38BA-ED321FC71364}"/>
          </ac:spMkLst>
        </pc:spChg>
        <pc:graphicFrameChg chg="add del mod modGraphic">
          <ac:chgData name="Katie HARRISON" userId="S::kfharrison@wisc.edu::f5e22dcb-aa54-4825-b422-a6b74624f705" providerId="AD" clId="Web-{46067755-9BF9-DA09-27BB-D47236E833E5}" dt="2022-08-10T03:17:17.748" v="369"/>
          <ac:graphicFrameMkLst>
            <pc:docMk/>
            <pc:sldMk cId="469208456" sldId="268"/>
            <ac:graphicFrameMk id="10" creationId="{EDEAE2E1-0966-9038-2AF7-859E83B45B2E}"/>
          </ac:graphicFrameMkLst>
        </pc:graphicFrameChg>
        <pc:picChg chg="del mod">
          <ac:chgData name="Katie HARRISON" userId="S::kfharrison@wisc.edu::f5e22dcb-aa54-4825-b422-a6b74624f705" providerId="AD" clId="Web-{46067755-9BF9-DA09-27BB-D47236E833E5}" dt="2022-08-10T03:18:32.810" v="372"/>
          <ac:picMkLst>
            <pc:docMk/>
            <pc:sldMk cId="469208456" sldId="268"/>
            <ac:picMk id="8" creationId="{43B491C5-4DBF-CAD4-BBA2-05ACA6DCA13D}"/>
          </ac:picMkLst>
        </pc:picChg>
        <pc:picChg chg="add del mod">
          <ac:chgData name="Katie HARRISON" userId="S::kfharrison@wisc.edu::f5e22dcb-aa54-4825-b422-a6b74624f705" providerId="AD" clId="Web-{46067755-9BF9-DA09-27BB-D47236E833E5}" dt="2022-08-10T03:20:02.404" v="392"/>
          <ac:picMkLst>
            <pc:docMk/>
            <pc:sldMk cId="469208456" sldId="268"/>
            <ac:picMk id="18" creationId="{87CDD6C2-51A5-62FA-286B-EBA1A8A1735C}"/>
          </ac:picMkLst>
        </pc:picChg>
        <pc:picChg chg="add mod">
          <ac:chgData name="Katie HARRISON" userId="S::kfharrison@wisc.edu::f5e22dcb-aa54-4825-b422-a6b74624f705" providerId="AD" clId="Web-{46067755-9BF9-DA09-27BB-D47236E833E5}" dt="2022-08-10T03:20:48.373" v="405" actId="1076"/>
          <ac:picMkLst>
            <pc:docMk/>
            <pc:sldMk cId="469208456" sldId="268"/>
            <ac:picMk id="20" creationId="{F09462AD-2C65-DC73-6217-54366067CE86}"/>
          </ac:picMkLst>
        </pc:picChg>
        <pc:inkChg chg="del">
          <ac:chgData name="Katie HARRISON" userId="S::kfharrison@wisc.edu::f5e22dcb-aa54-4825-b422-a6b74624f705" providerId="AD" clId="Web-{46067755-9BF9-DA09-27BB-D47236E833E5}" dt="2022-08-10T03:14:00.326" v="317"/>
          <ac:inkMkLst>
            <pc:docMk/>
            <pc:sldMk cId="469208456" sldId="268"/>
            <ac:inkMk id="19" creationId="{A9163E00-4CE5-2E21-CFBE-64805DAB1494}"/>
          </ac:inkMkLst>
        </pc:inkChg>
      </pc:sldChg>
      <pc:sldChg chg="addSp delSp modSp">
        <pc:chgData name="Katie HARRISON" userId="S::kfharrison@wisc.edu::f5e22dcb-aa54-4825-b422-a6b74624f705" providerId="AD" clId="Web-{46067755-9BF9-DA09-27BB-D47236E833E5}" dt="2022-08-10T02:59:54.140" v="190" actId="20577"/>
        <pc:sldMkLst>
          <pc:docMk/>
          <pc:sldMk cId="2213231620" sldId="270"/>
        </pc:sldMkLst>
        <pc:spChg chg="add del mod">
          <ac:chgData name="Katie HARRISON" userId="S::kfharrison@wisc.edu::f5e22dcb-aa54-4825-b422-a6b74624f705" providerId="AD" clId="Web-{46067755-9BF9-DA09-27BB-D47236E833E5}" dt="2022-08-10T02:57:24.250" v="172"/>
          <ac:spMkLst>
            <pc:docMk/>
            <pc:sldMk cId="2213231620" sldId="270"/>
            <ac:spMk id="5" creationId="{EAFB9C88-D425-D069-BCF6-102D0CD62AE2}"/>
          </ac:spMkLst>
        </pc:spChg>
        <pc:spChg chg="mod">
          <ac:chgData name="Katie HARRISON" userId="S::kfharrison@wisc.edu::f5e22dcb-aa54-4825-b422-a6b74624f705" providerId="AD" clId="Web-{46067755-9BF9-DA09-27BB-D47236E833E5}" dt="2022-08-10T02:59:54.140" v="190" actId="20577"/>
          <ac:spMkLst>
            <pc:docMk/>
            <pc:sldMk cId="2213231620" sldId="270"/>
            <ac:spMk id="8" creationId="{C5AC1B9E-D5BA-787C-4441-BC3998D5B70B}"/>
          </ac:spMkLst>
        </pc:spChg>
        <pc:spChg chg="mod">
          <ac:chgData name="Katie HARRISON" userId="S::kfharrison@wisc.edu::f5e22dcb-aa54-4825-b422-a6b74624f705" providerId="AD" clId="Web-{46067755-9BF9-DA09-27BB-D47236E833E5}" dt="2022-08-10T02:59:13.265" v="179" actId="1076"/>
          <ac:spMkLst>
            <pc:docMk/>
            <pc:sldMk cId="2213231620" sldId="270"/>
            <ac:spMk id="11" creationId="{A5BA4DA7-7FBB-FC94-F8EC-0353BD854B1B}"/>
          </ac:spMkLst>
        </pc:spChg>
        <pc:picChg chg="mod">
          <ac:chgData name="Katie HARRISON" userId="S::kfharrison@wisc.edu::f5e22dcb-aa54-4825-b422-a6b74624f705" providerId="AD" clId="Web-{46067755-9BF9-DA09-27BB-D47236E833E5}" dt="2022-08-10T02:59:23.843" v="181" actId="1076"/>
          <ac:picMkLst>
            <pc:docMk/>
            <pc:sldMk cId="2213231620" sldId="270"/>
            <ac:picMk id="3" creationId="{85821868-DB31-82AA-7C7F-D7CC5415552F}"/>
          </ac:picMkLst>
        </pc:picChg>
        <pc:picChg chg="mod">
          <ac:chgData name="Katie HARRISON" userId="S::kfharrison@wisc.edu::f5e22dcb-aa54-4825-b422-a6b74624f705" providerId="AD" clId="Web-{46067755-9BF9-DA09-27BB-D47236E833E5}" dt="2022-08-10T02:59:20.422" v="180" actId="1076"/>
          <ac:picMkLst>
            <pc:docMk/>
            <pc:sldMk cId="2213231620" sldId="270"/>
            <ac:picMk id="4" creationId="{EE558F67-7CA9-9128-BB58-496788C000F1}"/>
          </ac:picMkLst>
        </pc:picChg>
      </pc:sldChg>
      <pc:sldChg chg="del">
        <pc:chgData name="Katie HARRISON" userId="S::kfharrison@wisc.edu::f5e22dcb-aa54-4825-b422-a6b74624f705" providerId="AD" clId="Web-{46067755-9BF9-DA09-27BB-D47236E833E5}" dt="2022-08-10T02:58:07.828" v="176"/>
        <pc:sldMkLst>
          <pc:docMk/>
          <pc:sldMk cId="3090163766" sldId="271"/>
        </pc:sldMkLst>
      </pc:sldChg>
      <pc:sldChg chg="del">
        <pc:chgData name="Katie HARRISON" userId="S::kfharrison@wisc.edu::f5e22dcb-aa54-4825-b422-a6b74624f705" providerId="AD" clId="Web-{46067755-9BF9-DA09-27BB-D47236E833E5}" dt="2022-08-10T02:57:59.016" v="175"/>
        <pc:sldMkLst>
          <pc:docMk/>
          <pc:sldMk cId="1925280894" sldId="272"/>
        </pc:sldMkLst>
      </pc:sldChg>
      <pc:sldChg chg="addSp modSp">
        <pc:chgData name="Katie HARRISON" userId="S::kfharrison@wisc.edu::f5e22dcb-aa54-4825-b422-a6b74624f705" providerId="AD" clId="Web-{46067755-9BF9-DA09-27BB-D47236E833E5}" dt="2022-08-10T03:14:32.076" v="319" actId="20577"/>
        <pc:sldMkLst>
          <pc:docMk/>
          <pc:sldMk cId="1975411790" sldId="273"/>
        </pc:sldMkLst>
        <pc:spChg chg="mod">
          <ac:chgData name="Katie HARRISON" userId="S::kfharrison@wisc.edu::f5e22dcb-aa54-4825-b422-a6b74624f705" providerId="AD" clId="Web-{46067755-9BF9-DA09-27BB-D47236E833E5}" dt="2022-08-10T02:56:16.594" v="164" actId="20577"/>
          <ac:spMkLst>
            <pc:docMk/>
            <pc:sldMk cId="1975411790" sldId="273"/>
            <ac:spMk id="2" creationId="{87AAD27D-E38B-86BB-F549-BD17C85018AA}"/>
          </ac:spMkLst>
        </pc:spChg>
        <pc:spChg chg="add mod">
          <ac:chgData name="Katie HARRISON" userId="S::kfharrison@wisc.edu::f5e22dcb-aa54-4825-b422-a6b74624f705" providerId="AD" clId="Web-{46067755-9BF9-DA09-27BB-D47236E833E5}" dt="2022-08-10T02:56:08.609" v="163" actId="1076"/>
          <ac:spMkLst>
            <pc:docMk/>
            <pc:sldMk cId="1975411790" sldId="273"/>
            <ac:spMk id="3" creationId="{C40FFF78-3D11-680F-27B0-DB894C8AC50C}"/>
          </ac:spMkLst>
        </pc:spChg>
        <pc:spChg chg="mod">
          <ac:chgData name="Katie HARRISON" userId="S::kfharrison@wisc.edu::f5e22dcb-aa54-4825-b422-a6b74624f705" providerId="AD" clId="Web-{46067755-9BF9-DA09-27BB-D47236E833E5}" dt="2022-08-10T02:50:57.141" v="140" actId="20577"/>
          <ac:spMkLst>
            <pc:docMk/>
            <pc:sldMk cId="1975411790" sldId="273"/>
            <ac:spMk id="13" creationId="{5731B98C-94F8-4A1E-D09A-D65EA9CB76B5}"/>
          </ac:spMkLst>
        </pc:spChg>
        <pc:spChg chg="mod">
          <ac:chgData name="Katie HARRISON" userId="S::kfharrison@wisc.edu::f5e22dcb-aa54-4825-b422-a6b74624f705" providerId="AD" clId="Web-{46067755-9BF9-DA09-27BB-D47236E833E5}" dt="2022-08-10T02:50:57.157" v="141" actId="20577"/>
          <ac:spMkLst>
            <pc:docMk/>
            <pc:sldMk cId="1975411790" sldId="273"/>
            <ac:spMk id="22" creationId="{394547CE-74CB-B8C7-7F92-DB48DB54659D}"/>
          </ac:spMkLst>
        </pc:spChg>
        <pc:spChg chg="mod">
          <ac:chgData name="Katie HARRISON" userId="S::kfharrison@wisc.edu::f5e22dcb-aa54-4825-b422-a6b74624f705" providerId="AD" clId="Web-{46067755-9BF9-DA09-27BB-D47236E833E5}" dt="2022-08-10T03:14:32.076" v="319" actId="20577"/>
          <ac:spMkLst>
            <pc:docMk/>
            <pc:sldMk cId="1975411790" sldId="273"/>
            <ac:spMk id="23" creationId="{9B087DFF-AF27-87AA-9D60-7F0E2D215818}"/>
          </ac:spMkLst>
        </pc:spChg>
        <pc:spChg chg="mod">
          <ac:chgData name="Katie HARRISON" userId="S::kfharrison@wisc.edu::f5e22dcb-aa54-4825-b422-a6b74624f705" providerId="AD" clId="Web-{46067755-9BF9-DA09-27BB-D47236E833E5}" dt="2022-08-10T02:50:57.188" v="143" actId="20577"/>
          <ac:spMkLst>
            <pc:docMk/>
            <pc:sldMk cId="1975411790" sldId="273"/>
            <ac:spMk id="24" creationId="{85B6BA99-F7B4-FDF7-FB6F-6502A48A40EC}"/>
          </ac:spMkLst>
        </pc:spChg>
        <pc:spChg chg="mod">
          <ac:chgData name="Katie HARRISON" userId="S::kfharrison@wisc.edu::f5e22dcb-aa54-4825-b422-a6b74624f705" providerId="AD" clId="Web-{46067755-9BF9-DA09-27BB-D47236E833E5}" dt="2022-08-10T02:51:07.079" v="148" actId="14100"/>
          <ac:spMkLst>
            <pc:docMk/>
            <pc:sldMk cId="1975411790" sldId="273"/>
            <ac:spMk id="27" creationId="{B1881359-7A2C-5FD2-B9C7-827C34BF4EFC}"/>
          </ac:spMkLst>
        </pc:spChg>
        <pc:picChg chg="mod">
          <ac:chgData name="Katie HARRISON" userId="S::kfharrison@wisc.edu::f5e22dcb-aa54-4825-b422-a6b74624f705" providerId="AD" clId="Web-{46067755-9BF9-DA09-27BB-D47236E833E5}" dt="2022-08-10T02:47:31.434" v="83" actId="1076"/>
          <ac:picMkLst>
            <pc:docMk/>
            <pc:sldMk cId="1975411790" sldId="273"/>
            <ac:picMk id="14" creationId="{F141AA6C-8E28-5A03-0A71-E59D301D4FE0}"/>
          </ac:picMkLst>
        </pc:picChg>
        <pc:picChg chg="mod">
          <ac:chgData name="Katie HARRISON" userId="S::kfharrison@wisc.edu::f5e22dcb-aa54-4825-b422-a6b74624f705" providerId="AD" clId="Web-{46067755-9BF9-DA09-27BB-D47236E833E5}" dt="2022-08-10T02:58:28.890" v="178" actId="1076"/>
          <ac:picMkLst>
            <pc:docMk/>
            <pc:sldMk cId="1975411790" sldId="273"/>
            <ac:picMk id="18" creationId="{FADCD578-09D8-989E-188A-67E908A16A44}"/>
          </ac:picMkLst>
        </pc:picChg>
        <pc:picChg chg="mod">
          <ac:chgData name="Katie HARRISON" userId="S::kfharrison@wisc.edu::f5e22dcb-aa54-4825-b422-a6b74624f705" providerId="AD" clId="Web-{46067755-9BF9-DA09-27BB-D47236E833E5}" dt="2022-08-10T02:49:11.110" v="99" actId="14100"/>
          <ac:picMkLst>
            <pc:docMk/>
            <pc:sldMk cId="1975411790" sldId="273"/>
            <ac:picMk id="19" creationId="{076B7D7C-1C33-9057-1019-B1B55E3B7D97}"/>
          </ac:picMkLst>
        </pc:picChg>
        <pc:picChg chg="mod">
          <ac:chgData name="Katie HARRISON" userId="S::kfharrison@wisc.edu::f5e22dcb-aa54-4825-b422-a6b74624f705" providerId="AD" clId="Web-{46067755-9BF9-DA09-27BB-D47236E833E5}" dt="2022-08-10T02:51:13.188" v="149" actId="1076"/>
          <ac:picMkLst>
            <pc:docMk/>
            <pc:sldMk cId="1975411790" sldId="273"/>
            <ac:picMk id="21" creationId="{D7A79E28-3F0A-784B-182B-A7FCE8A88AB7}"/>
          </ac:picMkLst>
        </pc:picChg>
      </pc:sldChg>
      <pc:sldChg chg="del">
        <pc:chgData name="Katie HARRISON" userId="S::kfharrison@wisc.edu::f5e22dcb-aa54-4825-b422-a6b74624f705" providerId="AD" clId="Web-{46067755-9BF9-DA09-27BB-D47236E833E5}" dt="2022-08-10T03:09:22.077" v="293"/>
        <pc:sldMkLst>
          <pc:docMk/>
          <pc:sldMk cId="3430250974" sldId="274"/>
        </pc:sldMkLst>
      </pc:sldChg>
      <pc:sldChg chg="addSp delSp modSp mod modClrScheme delDesignElem chgLayout">
        <pc:chgData name="Katie HARRISON" userId="S::kfharrison@wisc.edu::f5e22dcb-aa54-4825-b422-a6b74624f705" providerId="AD" clId="Web-{46067755-9BF9-DA09-27BB-D47236E833E5}" dt="2022-08-10T03:08:13.515" v="289" actId="20577"/>
        <pc:sldMkLst>
          <pc:docMk/>
          <pc:sldMk cId="1253204765" sldId="275"/>
        </pc:sldMkLst>
        <pc:spChg chg="add del mod">
          <ac:chgData name="Katie HARRISON" userId="S::kfharrison@wisc.edu::f5e22dcb-aa54-4825-b422-a6b74624f705" providerId="AD" clId="Web-{46067755-9BF9-DA09-27BB-D47236E833E5}" dt="2022-08-10T03:00:50.187" v="192"/>
          <ac:spMkLst>
            <pc:docMk/>
            <pc:sldMk cId="1253204765" sldId="275"/>
            <ac:spMk id="2" creationId="{71CC7F17-E2E3-2BF1-B6FD-D342108BC5B0}"/>
          </ac:spMkLst>
        </pc:spChg>
        <pc:spChg chg="mod ord">
          <ac:chgData name="Katie HARRISON" userId="S::kfharrison@wisc.edu::f5e22dcb-aa54-4825-b422-a6b74624f705" providerId="AD" clId="Web-{46067755-9BF9-DA09-27BB-D47236E833E5}" dt="2022-08-10T03:08:13.515" v="289" actId="20577"/>
          <ac:spMkLst>
            <pc:docMk/>
            <pc:sldMk cId="1253204765" sldId="275"/>
            <ac:spMk id="3" creationId="{B435A072-30D8-19C4-7EE7-7757106D11D4}"/>
          </ac:spMkLst>
        </pc:spChg>
        <pc:spChg chg="add del mod">
          <ac:chgData name="Katie HARRISON" userId="S::kfharrison@wisc.edu::f5e22dcb-aa54-4825-b422-a6b74624f705" providerId="AD" clId="Web-{46067755-9BF9-DA09-27BB-D47236E833E5}" dt="2022-08-10T03:01:26.500" v="198"/>
          <ac:spMkLst>
            <pc:docMk/>
            <pc:sldMk cId="1253204765" sldId="275"/>
            <ac:spMk id="5" creationId="{B29382C3-2123-1CA0-78EB-77EF1E51BFB4}"/>
          </ac:spMkLst>
        </pc:spChg>
        <pc:spChg chg="add del mod">
          <ac:chgData name="Katie HARRISON" userId="S::kfharrison@wisc.edu::f5e22dcb-aa54-4825-b422-a6b74624f705" providerId="AD" clId="Web-{46067755-9BF9-DA09-27BB-D47236E833E5}" dt="2022-08-10T03:01:20.765" v="196"/>
          <ac:spMkLst>
            <pc:docMk/>
            <pc:sldMk cId="1253204765" sldId="275"/>
            <ac:spMk id="6" creationId="{C2AD5F60-E64E-4464-35FB-D88563769968}"/>
          </ac:spMkLst>
        </pc:spChg>
        <pc:spChg chg="add del mod">
          <ac:chgData name="Katie HARRISON" userId="S::kfharrison@wisc.edu::f5e22dcb-aa54-4825-b422-a6b74624f705" providerId="AD" clId="Web-{46067755-9BF9-DA09-27BB-D47236E833E5}" dt="2022-08-10T03:02:05.984" v="204"/>
          <ac:spMkLst>
            <pc:docMk/>
            <pc:sldMk cId="1253204765" sldId="275"/>
            <ac:spMk id="9" creationId="{22704006-C3DF-CA45-985F-686DBF538833}"/>
          </ac:spMkLst>
        </pc:spChg>
        <pc:spChg chg="add del mod">
          <ac:chgData name="Katie HARRISON" userId="S::kfharrison@wisc.edu::f5e22dcb-aa54-4825-b422-a6b74624f705" providerId="AD" clId="Web-{46067755-9BF9-DA09-27BB-D47236E833E5}" dt="2022-08-10T03:04:41.562" v="256"/>
          <ac:spMkLst>
            <pc:docMk/>
            <pc:sldMk cId="1253204765" sldId="275"/>
            <ac:spMk id="10" creationId="{8DF01123-B832-D0CF-5EB6-F0502D93C029}"/>
          </ac:spMkLst>
        </pc:spChg>
        <pc:spChg chg="add del mod">
          <ac:chgData name="Katie HARRISON" userId="S::kfharrison@wisc.edu::f5e22dcb-aa54-4825-b422-a6b74624f705" providerId="AD" clId="Web-{46067755-9BF9-DA09-27BB-D47236E833E5}" dt="2022-08-10T03:03:27.171" v="222"/>
          <ac:spMkLst>
            <pc:docMk/>
            <pc:sldMk cId="1253204765" sldId="275"/>
            <ac:spMk id="11" creationId="{43843BDE-2FD1-390A-035D-0714C6CEF29F}"/>
          </ac:spMkLst>
        </pc:spChg>
        <pc:spChg chg="add mod ord">
          <ac:chgData name="Katie HARRISON" userId="S::kfharrison@wisc.edu::f5e22dcb-aa54-4825-b422-a6b74624f705" providerId="AD" clId="Web-{46067755-9BF9-DA09-27BB-D47236E833E5}" dt="2022-08-10T03:06:53.030" v="278" actId="20577"/>
          <ac:spMkLst>
            <pc:docMk/>
            <pc:sldMk cId="1253204765" sldId="275"/>
            <ac:spMk id="12" creationId="{E6578B81-A555-63E5-66B3-3E5C7D98A6A6}"/>
          </ac:spMkLst>
        </pc:spChg>
        <pc:spChg chg="add mod ord">
          <ac:chgData name="Katie HARRISON" userId="S::kfharrison@wisc.edu::f5e22dcb-aa54-4825-b422-a6b74624f705" providerId="AD" clId="Web-{46067755-9BF9-DA09-27BB-D47236E833E5}" dt="2022-08-10T03:07:52.343" v="285" actId="1076"/>
          <ac:spMkLst>
            <pc:docMk/>
            <pc:sldMk cId="1253204765" sldId="275"/>
            <ac:spMk id="13" creationId="{C577C670-77BE-675F-4C71-C964BA0CA66F}"/>
          </ac:spMkLst>
        </pc:spChg>
        <pc:spChg chg="add del mod ord">
          <ac:chgData name="Katie HARRISON" userId="S::kfharrison@wisc.edu::f5e22dcb-aa54-4825-b422-a6b74624f705" providerId="AD" clId="Web-{46067755-9BF9-DA09-27BB-D47236E833E5}" dt="2022-08-10T03:04:54.921" v="258"/>
          <ac:spMkLst>
            <pc:docMk/>
            <pc:sldMk cId="1253204765" sldId="275"/>
            <ac:spMk id="14" creationId="{C7980CF9-0CE4-926F-45C5-1111AB21ECE3}"/>
          </ac:spMkLst>
        </pc:spChg>
        <pc:spChg chg="add mod ord">
          <ac:chgData name="Katie HARRISON" userId="S::kfharrison@wisc.edu::f5e22dcb-aa54-4825-b422-a6b74624f705" providerId="AD" clId="Web-{46067755-9BF9-DA09-27BB-D47236E833E5}" dt="2022-08-10T03:08:01.202" v="287" actId="1076"/>
          <ac:spMkLst>
            <pc:docMk/>
            <pc:sldMk cId="1253204765" sldId="275"/>
            <ac:spMk id="15" creationId="{CB97674F-F074-F7F9-32A8-54C10ED7287E}"/>
          </ac:spMkLst>
        </pc:spChg>
        <pc:spChg chg="add del mod ord">
          <ac:chgData name="Katie HARRISON" userId="S::kfharrison@wisc.edu::f5e22dcb-aa54-4825-b422-a6b74624f705" providerId="AD" clId="Web-{46067755-9BF9-DA09-27BB-D47236E833E5}" dt="2022-08-10T03:05:30.390" v="265"/>
          <ac:spMkLst>
            <pc:docMk/>
            <pc:sldMk cId="1253204765" sldId="275"/>
            <ac:spMk id="16" creationId="{39AE6498-01A2-CFD8-1BFB-DA215C58BFDD}"/>
          </ac:spMkLst>
        </pc:spChg>
        <pc:spChg chg="del mod">
          <ac:chgData name="Katie HARRISON" userId="S::kfharrison@wisc.edu::f5e22dcb-aa54-4825-b422-a6b74624f705" providerId="AD" clId="Web-{46067755-9BF9-DA09-27BB-D47236E833E5}" dt="2022-08-10T03:01:59.796" v="202"/>
          <ac:spMkLst>
            <pc:docMk/>
            <pc:sldMk cId="1253204765" sldId="275"/>
            <ac:spMk id="23" creationId="{8C0D8CCD-DCD7-953C-FDA6-5695902792FC}"/>
          </ac:spMkLst>
        </pc:spChg>
        <pc:spChg chg="del mod">
          <ac:chgData name="Katie HARRISON" userId="S::kfharrison@wisc.edu::f5e22dcb-aa54-4825-b422-a6b74624f705" providerId="AD" clId="Web-{46067755-9BF9-DA09-27BB-D47236E833E5}" dt="2022-08-10T03:02:03.046" v="203"/>
          <ac:spMkLst>
            <pc:docMk/>
            <pc:sldMk cId="1253204765" sldId="275"/>
            <ac:spMk id="25" creationId="{D3FAB34F-411A-744C-97CC-A1A5DF65EC23}"/>
          </ac:spMkLst>
        </pc:spChg>
        <pc:spChg chg="del">
          <ac:chgData name="Katie HARRISON" userId="S::kfharrison@wisc.edu::f5e22dcb-aa54-4825-b422-a6b74624f705" providerId="AD" clId="Web-{46067755-9BF9-DA09-27BB-D47236E833E5}" dt="2022-08-10T03:01:46.328" v="200"/>
          <ac:spMkLst>
            <pc:docMk/>
            <pc:sldMk cId="1253204765" sldId="275"/>
            <ac:spMk id="30" creationId="{8D06CE56-3881-4ADA-8CEF-D18B02C242A3}"/>
          </ac:spMkLst>
        </pc:spChg>
        <pc:spChg chg="del">
          <ac:chgData name="Katie HARRISON" userId="S::kfharrison@wisc.edu::f5e22dcb-aa54-4825-b422-a6b74624f705" providerId="AD" clId="Web-{46067755-9BF9-DA09-27BB-D47236E833E5}" dt="2022-08-10T03:01:46.328" v="200"/>
          <ac:spMkLst>
            <pc:docMk/>
            <pc:sldMk cId="1253204765" sldId="275"/>
            <ac:spMk id="32" creationId="{79F3C543-62EC-4433-9C93-A2CD8764E9B4}"/>
          </ac:spMkLst>
        </pc:spChg>
        <pc:spChg chg="del">
          <ac:chgData name="Katie HARRISON" userId="S::kfharrison@wisc.edu::f5e22dcb-aa54-4825-b422-a6b74624f705" providerId="AD" clId="Web-{46067755-9BF9-DA09-27BB-D47236E833E5}" dt="2022-08-10T03:01:46.328" v="200"/>
          <ac:spMkLst>
            <pc:docMk/>
            <pc:sldMk cId="1253204765" sldId="275"/>
            <ac:spMk id="34" creationId="{68AF5748-FED8-45BA-8631-26D1D10F3246}"/>
          </ac:spMkLst>
        </pc:spChg>
        <pc:spChg chg="del">
          <ac:chgData name="Katie HARRISON" userId="S::kfharrison@wisc.edu::f5e22dcb-aa54-4825-b422-a6b74624f705" providerId="AD" clId="Web-{46067755-9BF9-DA09-27BB-D47236E833E5}" dt="2022-08-10T03:01:46.328" v="200"/>
          <ac:spMkLst>
            <pc:docMk/>
            <pc:sldMk cId="1253204765" sldId="275"/>
            <ac:spMk id="36" creationId="{AF2F604E-43BE-4DC3-B983-E071523364F8}"/>
          </ac:spMkLst>
        </pc:spChg>
        <pc:spChg chg="del">
          <ac:chgData name="Katie HARRISON" userId="S::kfharrison@wisc.edu::f5e22dcb-aa54-4825-b422-a6b74624f705" providerId="AD" clId="Web-{46067755-9BF9-DA09-27BB-D47236E833E5}" dt="2022-08-10T03:01:46.328" v="200"/>
          <ac:spMkLst>
            <pc:docMk/>
            <pc:sldMk cId="1253204765" sldId="275"/>
            <ac:spMk id="38" creationId="{08C9B587-E65E-4B52-B37C-ABEBB6E87928}"/>
          </ac:spMkLst>
        </pc:spChg>
        <pc:spChg chg="add del">
          <ac:chgData name="Katie HARRISON" userId="S::kfharrison@wisc.edu::f5e22dcb-aa54-4825-b422-a6b74624f705" providerId="AD" clId="Web-{46067755-9BF9-DA09-27BB-D47236E833E5}" dt="2022-08-10T03:04:13.265" v="234"/>
          <ac:spMkLst>
            <pc:docMk/>
            <pc:sldMk cId="1253204765" sldId="275"/>
            <ac:spMk id="43" creationId="{8D06CE56-3881-4ADA-8CEF-D18B02C242A3}"/>
          </ac:spMkLst>
        </pc:spChg>
        <pc:spChg chg="add del">
          <ac:chgData name="Katie HARRISON" userId="S::kfharrison@wisc.edu::f5e22dcb-aa54-4825-b422-a6b74624f705" providerId="AD" clId="Web-{46067755-9BF9-DA09-27BB-D47236E833E5}" dt="2022-08-10T03:04:13.265" v="234"/>
          <ac:spMkLst>
            <pc:docMk/>
            <pc:sldMk cId="1253204765" sldId="275"/>
            <ac:spMk id="45" creationId="{79F3C543-62EC-4433-9C93-A2CD8764E9B4}"/>
          </ac:spMkLst>
        </pc:spChg>
        <pc:spChg chg="add del">
          <ac:chgData name="Katie HARRISON" userId="S::kfharrison@wisc.edu::f5e22dcb-aa54-4825-b422-a6b74624f705" providerId="AD" clId="Web-{46067755-9BF9-DA09-27BB-D47236E833E5}" dt="2022-08-10T03:04:13.265" v="234"/>
          <ac:spMkLst>
            <pc:docMk/>
            <pc:sldMk cId="1253204765" sldId="275"/>
            <ac:spMk id="47" creationId="{932495F0-C5CB-4823-AE70-EED61EBAB1BD}"/>
          </ac:spMkLst>
        </pc:spChg>
        <pc:spChg chg="add del">
          <ac:chgData name="Katie HARRISON" userId="S::kfharrison@wisc.edu::f5e22dcb-aa54-4825-b422-a6b74624f705" providerId="AD" clId="Web-{46067755-9BF9-DA09-27BB-D47236E833E5}" dt="2022-08-10T03:04:13.265" v="234"/>
          <ac:spMkLst>
            <pc:docMk/>
            <pc:sldMk cId="1253204765" sldId="275"/>
            <ac:spMk id="49" creationId="{CB8B9C25-D80D-48EC-B83A-231219A80C3F}"/>
          </ac:spMkLst>
        </pc:spChg>
        <pc:spChg chg="add del">
          <ac:chgData name="Katie HARRISON" userId="S::kfharrison@wisc.edu::f5e22dcb-aa54-4825-b422-a6b74624f705" providerId="AD" clId="Web-{46067755-9BF9-DA09-27BB-D47236E833E5}" dt="2022-08-10T03:04:13.265" v="234"/>
          <ac:spMkLst>
            <pc:docMk/>
            <pc:sldMk cId="1253204765" sldId="275"/>
            <ac:spMk id="51" creationId="{601CC70B-8875-45A1-8AFD-7D546E3C0C16}"/>
          </ac:spMkLst>
        </pc:spChg>
        <pc:picChg chg="del">
          <ac:chgData name="Katie HARRISON" userId="S::kfharrison@wisc.edu::f5e22dcb-aa54-4825-b422-a6b74624f705" providerId="AD" clId="Web-{46067755-9BF9-DA09-27BB-D47236E833E5}" dt="2022-08-10T02:02:38.225" v="0"/>
          <ac:picMkLst>
            <pc:docMk/>
            <pc:sldMk cId="1253204765" sldId="275"/>
            <ac:picMk id="2" creationId="{8BC3543E-0667-2E3E-9619-9CE867A95346}"/>
          </ac:picMkLst>
        </pc:picChg>
        <pc:picChg chg="add mod">
          <ac:chgData name="Katie HARRISON" userId="S::kfharrison@wisc.edu::f5e22dcb-aa54-4825-b422-a6b74624f705" providerId="AD" clId="Web-{46067755-9BF9-DA09-27BB-D47236E833E5}" dt="2022-08-10T03:07:55.265" v="286" actId="1076"/>
          <ac:picMkLst>
            <pc:docMk/>
            <pc:sldMk cId="1253204765" sldId="275"/>
            <ac:picMk id="4" creationId="{E3D1302C-E978-5240-264B-B532ECE43CB6}"/>
          </ac:picMkLst>
        </pc:picChg>
        <pc:picChg chg="add mod">
          <ac:chgData name="Katie HARRISON" userId="S::kfharrison@wisc.edu::f5e22dcb-aa54-4825-b422-a6b74624f705" providerId="AD" clId="Web-{46067755-9BF9-DA09-27BB-D47236E833E5}" dt="2022-08-10T03:08:06.374" v="288" actId="1076"/>
          <ac:picMkLst>
            <pc:docMk/>
            <pc:sldMk cId="1253204765" sldId="275"/>
            <ac:picMk id="7" creationId="{562A958F-3EAB-C737-FE3D-1AE2A0D3A876}"/>
          </ac:picMkLst>
        </pc:picChg>
      </pc:sldChg>
      <pc:sldChg chg="del">
        <pc:chgData name="Katie HARRISON" userId="S::kfharrison@wisc.edu::f5e22dcb-aa54-4825-b422-a6b74624f705" providerId="AD" clId="Web-{46067755-9BF9-DA09-27BB-D47236E833E5}" dt="2022-08-10T02:57:54.406" v="174"/>
        <pc:sldMkLst>
          <pc:docMk/>
          <pc:sldMk cId="2572151392" sldId="279"/>
        </pc:sldMkLst>
      </pc:sldChg>
      <pc:sldMasterChg chg="mod modSldLayout">
        <pc:chgData name="Katie HARRISON" userId="S::kfharrison@wisc.edu::f5e22dcb-aa54-4825-b422-a6b74624f705" providerId="AD" clId="Web-{46067755-9BF9-DA09-27BB-D47236E833E5}" dt="2022-08-10T02:56:29.594" v="165"/>
        <pc:sldMasterMkLst>
          <pc:docMk/>
          <pc:sldMasterMk cId="2545246819" sldId="2147483711"/>
        </pc:sldMasterMkLst>
        <pc:sldLayoutChg chg="mod">
          <pc:chgData name="Katie HARRISON" userId="S::kfharrison@wisc.edu::f5e22dcb-aa54-4825-b422-a6b74624f705" providerId="AD" clId="Web-{46067755-9BF9-DA09-27BB-D47236E833E5}" dt="2022-08-10T02:56:29.594" v="165"/>
          <pc:sldLayoutMkLst>
            <pc:docMk/>
            <pc:sldMasterMk cId="2545246819" sldId="2147483711"/>
            <pc:sldLayoutMk cId="1270311202" sldId="2147483700"/>
          </pc:sldLayoutMkLst>
        </pc:sldLayoutChg>
        <pc:sldLayoutChg chg="mod">
          <pc:chgData name="Katie HARRISON" userId="S::kfharrison@wisc.edu::f5e22dcb-aa54-4825-b422-a6b74624f705" providerId="AD" clId="Web-{46067755-9BF9-DA09-27BB-D47236E833E5}" dt="2022-08-10T02:56:29.594" v="165"/>
          <pc:sldLayoutMkLst>
            <pc:docMk/>
            <pc:sldMasterMk cId="2545246819" sldId="2147483711"/>
            <pc:sldLayoutMk cId="2544601085" sldId="2147483701"/>
          </pc:sldLayoutMkLst>
        </pc:sldLayoutChg>
        <pc:sldLayoutChg chg="mod">
          <pc:chgData name="Katie HARRISON" userId="S::kfharrison@wisc.edu::f5e22dcb-aa54-4825-b422-a6b74624f705" providerId="AD" clId="Web-{46067755-9BF9-DA09-27BB-D47236E833E5}" dt="2022-08-10T02:56:29.594" v="165"/>
          <pc:sldLayoutMkLst>
            <pc:docMk/>
            <pc:sldMasterMk cId="2545246819" sldId="2147483711"/>
            <pc:sldLayoutMk cId="1595662154" sldId="2147483702"/>
          </pc:sldLayoutMkLst>
        </pc:sldLayoutChg>
        <pc:sldLayoutChg chg="mod">
          <pc:chgData name="Katie HARRISON" userId="S::kfharrison@wisc.edu::f5e22dcb-aa54-4825-b422-a6b74624f705" providerId="AD" clId="Web-{46067755-9BF9-DA09-27BB-D47236E833E5}" dt="2022-08-10T02:56:29.594" v="165"/>
          <pc:sldLayoutMkLst>
            <pc:docMk/>
            <pc:sldMasterMk cId="2545246819" sldId="2147483711"/>
            <pc:sldLayoutMk cId="3876635383" sldId="2147483703"/>
          </pc:sldLayoutMkLst>
        </pc:sldLayoutChg>
        <pc:sldLayoutChg chg="mod">
          <pc:chgData name="Katie HARRISON" userId="S::kfharrison@wisc.edu::f5e22dcb-aa54-4825-b422-a6b74624f705" providerId="AD" clId="Web-{46067755-9BF9-DA09-27BB-D47236E833E5}" dt="2022-08-10T02:56:29.594" v="165"/>
          <pc:sldLayoutMkLst>
            <pc:docMk/>
            <pc:sldMasterMk cId="2545246819" sldId="2147483711"/>
            <pc:sldLayoutMk cId="438883660" sldId="2147483704"/>
          </pc:sldLayoutMkLst>
        </pc:sldLayoutChg>
        <pc:sldLayoutChg chg="mod">
          <pc:chgData name="Katie HARRISON" userId="S::kfharrison@wisc.edu::f5e22dcb-aa54-4825-b422-a6b74624f705" providerId="AD" clId="Web-{46067755-9BF9-DA09-27BB-D47236E833E5}" dt="2022-08-10T02:56:29.594" v="165"/>
          <pc:sldLayoutMkLst>
            <pc:docMk/>
            <pc:sldMasterMk cId="2545246819" sldId="2147483711"/>
            <pc:sldLayoutMk cId="1883303484" sldId="2147483705"/>
          </pc:sldLayoutMkLst>
        </pc:sldLayoutChg>
        <pc:sldLayoutChg chg="mod">
          <pc:chgData name="Katie HARRISON" userId="S::kfharrison@wisc.edu::f5e22dcb-aa54-4825-b422-a6b74624f705" providerId="AD" clId="Web-{46067755-9BF9-DA09-27BB-D47236E833E5}" dt="2022-08-10T02:56:29.594" v="165"/>
          <pc:sldLayoutMkLst>
            <pc:docMk/>
            <pc:sldMasterMk cId="2545246819" sldId="2147483711"/>
            <pc:sldLayoutMk cId="1028550258" sldId="2147483706"/>
          </pc:sldLayoutMkLst>
        </pc:sldLayoutChg>
        <pc:sldLayoutChg chg="mod">
          <pc:chgData name="Katie HARRISON" userId="S::kfharrison@wisc.edu::f5e22dcb-aa54-4825-b422-a6b74624f705" providerId="AD" clId="Web-{46067755-9BF9-DA09-27BB-D47236E833E5}" dt="2022-08-10T02:56:29.594" v="165"/>
          <pc:sldLayoutMkLst>
            <pc:docMk/>
            <pc:sldMasterMk cId="2545246819" sldId="2147483711"/>
            <pc:sldLayoutMk cId="240046664" sldId="2147483707"/>
          </pc:sldLayoutMkLst>
        </pc:sldLayoutChg>
        <pc:sldLayoutChg chg="mod">
          <pc:chgData name="Katie HARRISON" userId="S::kfharrison@wisc.edu::f5e22dcb-aa54-4825-b422-a6b74624f705" providerId="AD" clId="Web-{46067755-9BF9-DA09-27BB-D47236E833E5}" dt="2022-08-10T02:56:29.594" v="165"/>
          <pc:sldLayoutMkLst>
            <pc:docMk/>
            <pc:sldMasterMk cId="2545246819" sldId="2147483711"/>
            <pc:sldLayoutMk cId="4017093653" sldId="2147483708"/>
          </pc:sldLayoutMkLst>
        </pc:sldLayoutChg>
        <pc:sldLayoutChg chg="mod">
          <pc:chgData name="Katie HARRISON" userId="S::kfharrison@wisc.edu::f5e22dcb-aa54-4825-b422-a6b74624f705" providerId="AD" clId="Web-{46067755-9BF9-DA09-27BB-D47236E833E5}" dt="2022-08-10T02:56:29.594" v="165"/>
          <pc:sldLayoutMkLst>
            <pc:docMk/>
            <pc:sldMasterMk cId="2545246819" sldId="2147483711"/>
            <pc:sldLayoutMk cId="121768661" sldId="2147483709"/>
          </pc:sldLayoutMkLst>
        </pc:sldLayoutChg>
        <pc:sldLayoutChg chg="mod">
          <pc:chgData name="Katie HARRISON" userId="S::kfharrison@wisc.edu::f5e22dcb-aa54-4825-b422-a6b74624f705" providerId="AD" clId="Web-{46067755-9BF9-DA09-27BB-D47236E833E5}" dt="2022-08-10T02:56:29.594" v="165"/>
          <pc:sldLayoutMkLst>
            <pc:docMk/>
            <pc:sldMasterMk cId="2545246819" sldId="2147483711"/>
            <pc:sldLayoutMk cId="3772842997" sldId="2147483710"/>
          </pc:sldLayoutMkLst>
        </pc:sldLayoutChg>
      </pc:sldMasterChg>
    </pc:docChg>
  </pc:docChgLst>
  <pc:docChgLst>
    <pc:chgData name="Katie HARRISON" userId="S::kfharrison@wisc.edu::f5e22dcb-aa54-4825-b422-a6b74624f705" providerId="AD" clId="Web-{10058B86-22E6-7E82-D8C6-0B002E6354EE}"/>
    <pc:docChg chg="modSld">
      <pc:chgData name="Katie HARRISON" userId="S::kfharrison@wisc.edu::f5e22dcb-aa54-4825-b422-a6b74624f705" providerId="AD" clId="Web-{10058B86-22E6-7E82-D8C6-0B002E6354EE}" dt="2022-09-30T18:57:00.192" v="18" actId="1076"/>
      <pc:docMkLst>
        <pc:docMk/>
      </pc:docMkLst>
      <pc:sldChg chg="addSp modSp">
        <pc:chgData name="Katie HARRISON" userId="S::kfharrison@wisc.edu::f5e22dcb-aa54-4825-b422-a6b74624f705" providerId="AD" clId="Web-{10058B86-22E6-7E82-D8C6-0B002E6354EE}" dt="2022-09-30T18:57:00.192" v="18" actId="1076"/>
        <pc:sldMkLst>
          <pc:docMk/>
          <pc:sldMk cId="1686000644" sldId="263"/>
        </pc:sldMkLst>
        <pc:spChg chg="add mod ord">
          <ac:chgData name="Katie HARRISON" userId="S::kfharrison@wisc.edu::f5e22dcb-aa54-4825-b422-a6b74624f705" providerId="AD" clId="Web-{10058B86-22E6-7E82-D8C6-0B002E6354EE}" dt="2022-09-30T18:56:44.832" v="14"/>
          <ac:spMkLst>
            <pc:docMk/>
            <pc:sldMk cId="1686000644" sldId="263"/>
            <ac:spMk id="4" creationId="{F56478F5-F800-394A-93C3-20A5CEE911F7}"/>
          </ac:spMkLst>
        </pc:spChg>
        <pc:picChg chg="add mod">
          <ac:chgData name="Katie HARRISON" userId="S::kfharrison@wisc.edu::f5e22dcb-aa54-4825-b422-a6b74624f705" providerId="AD" clId="Web-{10058B86-22E6-7E82-D8C6-0B002E6354EE}" dt="2022-09-30T18:57:00.192" v="18" actId="1076"/>
          <ac:picMkLst>
            <pc:docMk/>
            <pc:sldMk cId="1686000644" sldId="263"/>
            <ac:picMk id="3" creationId="{259A1251-B936-F964-9C7C-A4771F6EBCAF}"/>
          </ac:picMkLst>
        </pc:picChg>
      </pc:sldChg>
    </pc:docChg>
  </pc:docChgLst>
  <pc:docChgLst>
    <pc:chgData name="Guest User" userId="S::urn:spo:anon#4ea81e82b2808dbed81512e0f26c9d338402b275b0191e2f2da9cbdd5d3420bb::" providerId="AD" clId="Web-{06B668B0-5D07-4268-BC11-05FD36E4E24B}"/>
    <pc:docChg chg="mod addSld delSld modSld sldOrd">
      <pc:chgData name="Guest User" userId="S::urn:spo:anon#4ea81e82b2808dbed81512e0f26c9d338402b275b0191e2f2da9cbdd5d3420bb::" providerId="AD" clId="Web-{06B668B0-5D07-4268-BC11-05FD36E4E24B}" dt="2022-08-09T17:35:56.193" v="448" actId="20577"/>
      <pc:docMkLst>
        <pc:docMk/>
      </pc:docMkLst>
      <pc:sldChg chg="addCm">
        <pc:chgData name="Guest User" userId="S::urn:spo:anon#4ea81e82b2808dbed81512e0f26c9d338402b275b0191e2f2da9cbdd5d3420bb::" providerId="AD" clId="Web-{06B668B0-5D07-4268-BC11-05FD36E4E24B}" dt="2022-08-09T17:19:00.493" v="8"/>
        <pc:sldMkLst>
          <pc:docMk/>
          <pc:sldMk cId="535810320" sldId="257"/>
        </pc:sldMkLst>
      </pc:sldChg>
      <pc:sldChg chg="modSp">
        <pc:chgData name="Guest User" userId="S::urn:spo:anon#4ea81e82b2808dbed81512e0f26c9d338402b275b0191e2f2da9cbdd5d3420bb::" providerId="AD" clId="Web-{06B668B0-5D07-4268-BC11-05FD36E4E24B}" dt="2022-08-09T17:35:40.943" v="438" actId="20577"/>
        <pc:sldMkLst>
          <pc:docMk/>
          <pc:sldMk cId="308295134" sldId="258"/>
        </pc:sldMkLst>
        <pc:spChg chg="mod">
          <ac:chgData name="Guest User" userId="S::urn:spo:anon#4ea81e82b2808dbed81512e0f26c9d338402b275b0191e2f2da9cbdd5d3420bb::" providerId="AD" clId="Web-{06B668B0-5D07-4268-BC11-05FD36E4E24B}" dt="2022-08-09T17:35:40.943" v="438" actId="20577"/>
          <ac:spMkLst>
            <pc:docMk/>
            <pc:sldMk cId="308295134" sldId="258"/>
            <ac:spMk id="2" creationId="{89B92707-4105-583C-9C49-0D833A112732}"/>
          </ac:spMkLst>
        </pc:spChg>
      </pc:sldChg>
      <pc:sldChg chg="modSp">
        <pc:chgData name="Guest User" userId="S::urn:spo:anon#4ea81e82b2808dbed81512e0f26c9d338402b275b0191e2f2da9cbdd5d3420bb::" providerId="AD" clId="Web-{06B668B0-5D07-4268-BC11-05FD36E4E24B}" dt="2022-08-09T17:35:47.224" v="442" actId="20577"/>
        <pc:sldMkLst>
          <pc:docMk/>
          <pc:sldMk cId="408668825" sldId="260"/>
        </pc:sldMkLst>
        <pc:spChg chg="mod">
          <ac:chgData name="Guest User" userId="S::urn:spo:anon#4ea81e82b2808dbed81512e0f26c9d338402b275b0191e2f2da9cbdd5d3420bb::" providerId="AD" clId="Web-{06B668B0-5D07-4268-BC11-05FD36E4E24B}" dt="2022-08-09T17:35:47.224" v="442" actId="20577"/>
          <ac:spMkLst>
            <pc:docMk/>
            <pc:sldMk cId="408668825" sldId="260"/>
            <ac:spMk id="2" creationId="{89B92707-4105-583C-9C49-0D833A112732}"/>
          </ac:spMkLst>
        </pc:spChg>
      </pc:sldChg>
      <pc:sldChg chg="modSp">
        <pc:chgData name="Guest User" userId="S::urn:spo:anon#4ea81e82b2808dbed81512e0f26c9d338402b275b0191e2f2da9cbdd5d3420bb::" providerId="AD" clId="Web-{06B668B0-5D07-4268-BC11-05FD36E4E24B}" dt="2022-08-09T17:35:51.646" v="445" actId="20577"/>
        <pc:sldMkLst>
          <pc:docMk/>
          <pc:sldMk cId="299640561" sldId="261"/>
        </pc:sldMkLst>
        <pc:spChg chg="mod">
          <ac:chgData name="Guest User" userId="S::urn:spo:anon#4ea81e82b2808dbed81512e0f26c9d338402b275b0191e2f2da9cbdd5d3420bb::" providerId="AD" clId="Web-{06B668B0-5D07-4268-BC11-05FD36E4E24B}" dt="2022-08-09T17:35:51.646" v="445" actId="20577"/>
          <ac:spMkLst>
            <pc:docMk/>
            <pc:sldMk cId="299640561" sldId="261"/>
            <ac:spMk id="2" creationId="{89B92707-4105-583C-9C49-0D833A112732}"/>
          </ac:spMkLst>
        </pc:spChg>
      </pc:sldChg>
      <pc:sldChg chg="modSp">
        <pc:chgData name="Guest User" userId="S::urn:spo:anon#4ea81e82b2808dbed81512e0f26c9d338402b275b0191e2f2da9cbdd5d3420bb::" providerId="AD" clId="Web-{06B668B0-5D07-4268-BC11-05FD36E4E24B}" dt="2022-08-09T17:29:46.788" v="237" actId="20577"/>
        <pc:sldMkLst>
          <pc:docMk/>
          <pc:sldMk cId="1686000644" sldId="263"/>
        </pc:sldMkLst>
        <pc:spChg chg="mod">
          <ac:chgData name="Guest User" userId="S::urn:spo:anon#4ea81e82b2808dbed81512e0f26c9d338402b275b0191e2f2da9cbdd5d3420bb::" providerId="AD" clId="Web-{06B668B0-5D07-4268-BC11-05FD36E4E24B}" dt="2022-08-09T17:29:46.788" v="237" actId="20577"/>
          <ac:spMkLst>
            <pc:docMk/>
            <pc:sldMk cId="1686000644" sldId="263"/>
            <ac:spMk id="2" creationId="{6ADDD331-37F0-2C90-E538-447D0A1B526B}"/>
          </ac:spMkLst>
        </pc:spChg>
        <pc:picChg chg="mod">
          <ac:chgData name="Guest User" userId="S::urn:spo:anon#4ea81e82b2808dbed81512e0f26c9d338402b275b0191e2f2da9cbdd5d3420bb::" providerId="AD" clId="Web-{06B668B0-5D07-4268-BC11-05FD36E4E24B}" dt="2022-08-09T17:29:38.038" v="236" actId="1076"/>
          <ac:picMkLst>
            <pc:docMk/>
            <pc:sldMk cId="1686000644" sldId="263"/>
            <ac:picMk id="3" creationId="{6A034C68-C3D1-60BB-5CE0-729A1E2F49C6}"/>
          </ac:picMkLst>
        </pc:picChg>
      </pc:sldChg>
      <pc:sldChg chg="modSp">
        <pc:chgData name="Guest User" userId="S::urn:spo:anon#4ea81e82b2808dbed81512e0f26c9d338402b275b0191e2f2da9cbdd5d3420bb::" providerId="AD" clId="Web-{06B668B0-5D07-4268-BC11-05FD36E4E24B}" dt="2022-08-09T17:35:56.193" v="448" actId="20577"/>
        <pc:sldMkLst>
          <pc:docMk/>
          <pc:sldMk cId="1797375121" sldId="264"/>
        </pc:sldMkLst>
        <pc:spChg chg="mod">
          <ac:chgData name="Guest User" userId="S::urn:spo:anon#4ea81e82b2808dbed81512e0f26c9d338402b275b0191e2f2da9cbdd5d3420bb::" providerId="AD" clId="Web-{06B668B0-5D07-4268-BC11-05FD36E4E24B}" dt="2022-08-09T17:35:56.193" v="448" actId="20577"/>
          <ac:spMkLst>
            <pc:docMk/>
            <pc:sldMk cId="1797375121" sldId="264"/>
            <ac:spMk id="2" creationId="{89B92707-4105-583C-9C49-0D833A112732}"/>
          </ac:spMkLst>
        </pc:spChg>
      </pc:sldChg>
      <pc:sldChg chg="modSp">
        <pc:chgData name="Guest User" userId="S::urn:spo:anon#4ea81e82b2808dbed81512e0f26c9d338402b275b0191e2f2da9cbdd5d3420bb::" providerId="AD" clId="Web-{06B668B0-5D07-4268-BC11-05FD36E4E24B}" dt="2022-08-09T17:35:32.505" v="436" actId="20577"/>
        <pc:sldMkLst>
          <pc:docMk/>
          <pc:sldMk cId="515713402" sldId="265"/>
        </pc:sldMkLst>
        <pc:spChg chg="mod">
          <ac:chgData name="Guest User" userId="S::urn:spo:anon#4ea81e82b2808dbed81512e0f26c9d338402b275b0191e2f2da9cbdd5d3420bb::" providerId="AD" clId="Web-{06B668B0-5D07-4268-BC11-05FD36E4E24B}" dt="2022-08-09T17:35:32.505" v="436" actId="20577"/>
          <ac:spMkLst>
            <pc:docMk/>
            <pc:sldMk cId="515713402" sldId="265"/>
            <ac:spMk id="4" creationId="{4A843800-939F-7949-EFA0-DB422C4F0B0E}"/>
          </ac:spMkLst>
        </pc:spChg>
      </pc:sldChg>
      <pc:sldChg chg="modSp">
        <pc:chgData name="Guest User" userId="S::urn:spo:anon#4ea81e82b2808dbed81512e0f26c9d338402b275b0191e2f2da9cbdd5d3420bb::" providerId="AD" clId="Web-{06B668B0-5D07-4268-BC11-05FD36E4E24B}" dt="2022-08-09T17:21:32.305" v="88" actId="20577"/>
        <pc:sldMkLst>
          <pc:docMk/>
          <pc:sldMk cId="861447989" sldId="266"/>
        </pc:sldMkLst>
        <pc:spChg chg="mod">
          <ac:chgData name="Guest User" userId="S::urn:spo:anon#4ea81e82b2808dbed81512e0f26c9d338402b275b0191e2f2da9cbdd5d3420bb::" providerId="AD" clId="Web-{06B668B0-5D07-4268-BC11-05FD36E4E24B}" dt="2022-08-09T17:19:11.212" v="15" actId="20577"/>
          <ac:spMkLst>
            <pc:docMk/>
            <pc:sldMk cId="861447989" sldId="266"/>
            <ac:spMk id="2" creationId="{BA950413-78D9-5AD6-4640-43C50154A0AA}"/>
          </ac:spMkLst>
        </pc:spChg>
        <pc:spChg chg="mod">
          <ac:chgData name="Guest User" userId="S::urn:spo:anon#4ea81e82b2808dbed81512e0f26c9d338402b275b0191e2f2da9cbdd5d3420bb::" providerId="AD" clId="Web-{06B668B0-5D07-4268-BC11-05FD36E4E24B}" dt="2022-08-09T17:21:32.305" v="88" actId="20577"/>
          <ac:spMkLst>
            <pc:docMk/>
            <pc:sldMk cId="861447989" sldId="266"/>
            <ac:spMk id="77" creationId="{BE5F8A88-0E11-4D3E-9D69-ABC6B72594AF}"/>
          </ac:spMkLst>
        </pc:spChg>
      </pc:sldChg>
      <pc:sldChg chg="modSp modCm">
        <pc:chgData name="Guest User" userId="S::urn:spo:anon#4ea81e82b2808dbed81512e0f26c9d338402b275b0191e2f2da9cbdd5d3420bb::" providerId="AD" clId="Web-{06B668B0-5D07-4268-BC11-05FD36E4E24B}" dt="2022-08-09T17:25:32.476" v="145" actId="14100"/>
        <pc:sldMkLst>
          <pc:docMk/>
          <pc:sldMk cId="469208456" sldId="268"/>
        </pc:sldMkLst>
        <pc:spChg chg="mod">
          <ac:chgData name="Guest User" userId="S::urn:spo:anon#4ea81e82b2808dbed81512e0f26c9d338402b275b0191e2f2da9cbdd5d3420bb::" providerId="AD" clId="Web-{06B668B0-5D07-4268-BC11-05FD36E4E24B}" dt="2022-08-09T17:25:32.476" v="145" actId="14100"/>
          <ac:spMkLst>
            <pc:docMk/>
            <pc:sldMk cId="469208456" sldId="268"/>
            <ac:spMk id="2" creationId="{658E19D1-5AD0-4FF0-ADE9-CE82E1E940A9}"/>
          </ac:spMkLst>
        </pc:spChg>
        <pc:spChg chg="mod">
          <ac:chgData name="Guest User" userId="S::urn:spo:anon#4ea81e82b2808dbed81512e0f26c9d338402b275b0191e2f2da9cbdd5d3420bb::" providerId="AD" clId="Web-{06B668B0-5D07-4268-BC11-05FD36E4E24B}" dt="2022-08-09T17:22:02.008" v="93" actId="20577"/>
          <ac:spMkLst>
            <pc:docMk/>
            <pc:sldMk cId="469208456" sldId="268"/>
            <ac:spMk id="11" creationId="{AB59A86D-C94E-BEDF-AB6E-3BA1643C7C13}"/>
          </ac:spMkLst>
        </pc:spChg>
        <pc:picChg chg="mod">
          <ac:chgData name="Guest User" userId="S::urn:spo:anon#4ea81e82b2808dbed81512e0f26c9d338402b275b0191e2f2da9cbdd5d3420bb::" providerId="AD" clId="Web-{06B668B0-5D07-4268-BC11-05FD36E4E24B}" dt="2022-08-09T17:21:46.040" v="89" actId="1076"/>
          <ac:picMkLst>
            <pc:docMk/>
            <pc:sldMk cId="469208456" sldId="268"/>
            <ac:picMk id="8" creationId="{43B491C5-4DBF-CAD4-BBA2-05ACA6DCA13D}"/>
          </ac:picMkLst>
        </pc:picChg>
      </pc:sldChg>
      <pc:sldChg chg="addSp delSp modSp">
        <pc:chgData name="Guest User" userId="S::urn:spo:anon#4ea81e82b2808dbed81512e0f26c9d338402b275b0191e2f2da9cbdd5d3420bb::" providerId="AD" clId="Web-{06B668B0-5D07-4268-BC11-05FD36E4E24B}" dt="2022-08-09T17:26:51.054" v="195" actId="20577"/>
        <pc:sldMkLst>
          <pc:docMk/>
          <pc:sldMk cId="2213231620" sldId="270"/>
        </pc:sldMkLst>
        <pc:spChg chg="add mod">
          <ac:chgData name="Guest User" userId="S::urn:spo:anon#4ea81e82b2808dbed81512e0f26c9d338402b275b0191e2f2da9cbdd5d3420bb::" providerId="AD" clId="Web-{06B668B0-5D07-4268-BC11-05FD36E4E24B}" dt="2022-08-09T17:26:51.054" v="195" actId="20577"/>
          <ac:spMkLst>
            <pc:docMk/>
            <pc:sldMk cId="2213231620" sldId="270"/>
            <ac:spMk id="8" creationId="{C5AC1B9E-D5BA-787C-4441-BC3998D5B70B}"/>
          </ac:spMkLst>
        </pc:spChg>
        <pc:spChg chg="mod">
          <ac:chgData name="Guest User" userId="S::urn:spo:anon#4ea81e82b2808dbed81512e0f26c9d338402b275b0191e2f2da9cbdd5d3420bb::" providerId="AD" clId="Web-{06B668B0-5D07-4268-BC11-05FD36E4E24B}" dt="2022-08-09T17:24:39.977" v="132" actId="1076"/>
          <ac:spMkLst>
            <pc:docMk/>
            <pc:sldMk cId="2213231620" sldId="270"/>
            <ac:spMk id="9" creationId="{D85DEDD2-7599-684E-CC50-2AC9A1DBA178}"/>
          </ac:spMkLst>
        </pc:spChg>
        <pc:spChg chg="mod">
          <ac:chgData name="Guest User" userId="S::urn:spo:anon#4ea81e82b2808dbed81512e0f26c9d338402b275b0191e2f2da9cbdd5d3420bb::" providerId="AD" clId="Web-{06B668B0-5D07-4268-BC11-05FD36E4E24B}" dt="2022-08-09T17:24:30.680" v="130" actId="1076"/>
          <ac:spMkLst>
            <pc:docMk/>
            <pc:sldMk cId="2213231620" sldId="270"/>
            <ac:spMk id="10" creationId="{52E5272C-2C84-038C-6F9F-406D5F6AA903}"/>
          </ac:spMkLst>
        </pc:spChg>
        <pc:spChg chg="mod">
          <ac:chgData name="Guest User" userId="S::urn:spo:anon#4ea81e82b2808dbed81512e0f26c9d338402b275b0191e2f2da9cbdd5d3420bb::" providerId="AD" clId="Web-{06B668B0-5D07-4268-BC11-05FD36E4E24B}" dt="2022-08-09T17:24:48.664" v="134" actId="1076"/>
          <ac:spMkLst>
            <pc:docMk/>
            <pc:sldMk cId="2213231620" sldId="270"/>
            <ac:spMk id="11" creationId="{A5BA4DA7-7FBB-FC94-F8EC-0353BD854B1B}"/>
          </ac:spMkLst>
        </pc:spChg>
        <pc:picChg chg="mod">
          <ac:chgData name="Guest User" userId="S::urn:spo:anon#4ea81e82b2808dbed81512e0f26c9d338402b275b0191e2f2da9cbdd5d3420bb::" providerId="AD" clId="Web-{06B668B0-5D07-4268-BC11-05FD36E4E24B}" dt="2022-08-09T17:24:43.164" v="133" actId="1076"/>
          <ac:picMkLst>
            <pc:docMk/>
            <pc:sldMk cId="2213231620" sldId="270"/>
            <ac:picMk id="2" creationId="{CB5FF385-4F4F-CA4D-2117-6C8BC19971F2}"/>
          </ac:picMkLst>
        </pc:picChg>
        <pc:picChg chg="mod">
          <ac:chgData name="Guest User" userId="S::urn:spo:anon#4ea81e82b2808dbed81512e0f26c9d338402b275b0191e2f2da9cbdd5d3420bb::" providerId="AD" clId="Web-{06B668B0-5D07-4268-BC11-05FD36E4E24B}" dt="2022-08-09T17:24:26.320" v="129" actId="1076"/>
          <ac:picMkLst>
            <pc:docMk/>
            <pc:sldMk cId="2213231620" sldId="270"/>
            <ac:picMk id="3" creationId="{85821868-DB31-82AA-7C7F-D7CC5415552F}"/>
          </ac:picMkLst>
        </pc:picChg>
        <pc:picChg chg="mod">
          <ac:chgData name="Guest User" userId="S::urn:spo:anon#4ea81e82b2808dbed81512e0f26c9d338402b275b0191e2f2da9cbdd5d3420bb::" providerId="AD" clId="Web-{06B668B0-5D07-4268-BC11-05FD36E4E24B}" dt="2022-08-09T17:24:52.711" v="135" actId="14100"/>
          <ac:picMkLst>
            <pc:docMk/>
            <pc:sldMk cId="2213231620" sldId="270"/>
            <ac:picMk id="4" creationId="{EE558F67-7CA9-9128-BB58-496788C000F1}"/>
          </ac:picMkLst>
        </pc:picChg>
        <pc:picChg chg="add del mod">
          <ac:chgData name="Guest User" userId="S::urn:spo:anon#4ea81e82b2808dbed81512e0f26c9d338402b275b0191e2f2da9cbdd5d3420bb::" providerId="AD" clId="Web-{06B668B0-5D07-4268-BC11-05FD36E4E24B}" dt="2022-08-09T17:25:12.680" v="137"/>
          <ac:picMkLst>
            <pc:docMk/>
            <pc:sldMk cId="2213231620" sldId="270"/>
            <ac:picMk id="5" creationId="{ED798962-BEFF-F8A4-0109-C0771540F8A8}"/>
          </ac:picMkLst>
        </pc:picChg>
        <pc:picChg chg="add del mod">
          <ac:chgData name="Guest User" userId="S::urn:spo:anon#4ea81e82b2808dbed81512e0f26c9d338402b275b0191e2f2da9cbdd5d3420bb::" providerId="AD" clId="Web-{06B668B0-5D07-4268-BC11-05FD36E4E24B}" dt="2022-08-09T17:25:15.680" v="139"/>
          <ac:picMkLst>
            <pc:docMk/>
            <pc:sldMk cId="2213231620" sldId="270"/>
            <ac:picMk id="6" creationId="{41449F0C-D3BB-4DEA-C62C-B1784C30DE08}"/>
          </ac:picMkLst>
        </pc:picChg>
        <pc:picChg chg="add del mod">
          <ac:chgData name="Guest User" userId="S::urn:spo:anon#4ea81e82b2808dbed81512e0f26c9d338402b275b0191e2f2da9cbdd5d3420bb::" providerId="AD" clId="Web-{06B668B0-5D07-4268-BC11-05FD36E4E24B}" dt="2022-08-09T17:25:24.273" v="141"/>
          <ac:picMkLst>
            <pc:docMk/>
            <pc:sldMk cId="2213231620" sldId="270"/>
            <ac:picMk id="7" creationId="{8E2DDC10-76AD-A0DE-1BFE-2D35EBB7B545}"/>
          </ac:picMkLst>
        </pc:picChg>
        <pc:picChg chg="add del">
          <ac:chgData name="Guest User" userId="S::urn:spo:anon#4ea81e82b2808dbed81512e0f26c9d338402b275b0191e2f2da9cbdd5d3420bb::" providerId="AD" clId="Web-{06B668B0-5D07-4268-BC11-05FD36E4E24B}" dt="2022-08-09T17:23:46.899" v="118"/>
          <ac:picMkLst>
            <pc:docMk/>
            <pc:sldMk cId="2213231620" sldId="270"/>
            <ac:picMk id="12" creationId="{84621624-9844-F131-4F74-A71F40494D20}"/>
          </ac:picMkLst>
        </pc:picChg>
      </pc:sldChg>
      <pc:sldChg chg="modSp modCm">
        <pc:chgData name="Guest User" userId="S::urn:spo:anon#4ea81e82b2808dbed81512e0f26c9d338402b275b0191e2f2da9cbdd5d3420bb::" providerId="AD" clId="Web-{06B668B0-5D07-4268-BC11-05FD36E4E24B}" dt="2022-08-09T17:28:06.085" v="220" actId="20577"/>
        <pc:sldMkLst>
          <pc:docMk/>
          <pc:sldMk cId="3090163766" sldId="271"/>
        </pc:sldMkLst>
        <pc:spChg chg="mod">
          <ac:chgData name="Guest User" userId="S::urn:spo:anon#4ea81e82b2808dbed81512e0f26c9d338402b275b0191e2f2da9cbdd5d3420bb::" providerId="AD" clId="Web-{06B668B0-5D07-4268-BC11-05FD36E4E24B}" dt="2022-08-09T17:28:06.085" v="220" actId="20577"/>
          <ac:spMkLst>
            <pc:docMk/>
            <pc:sldMk cId="3090163766" sldId="271"/>
            <ac:spMk id="2" creationId="{00000000-0000-0000-0000-000000000000}"/>
          </ac:spMkLst>
        </pc:spChg>
      </pc:sldChg>
      <pc:sldChg chg="modSp">
        <pc:chgData name="Guest User" userId="S::urn:spo:anon#4ea81e82b2808dbed81512e0f26c9d338402b275b0191e2f2da9cbdd5d3420bb::" providerId="AD" clId="Web-{06B668B0-5D07-4268-BC11-05FD36E4E24B}" dt="2022-08-09T17:33:51.850" v="376" actId="20577"/>
        <pc:sldMkLst>
          <pc:docMk/>
          <pc:sldMk cId="1975411790" sldId="273"/>
        </pc:sldMkLst>
        <pc:spChg chg="mod">
          <ac:chgData name="Guest User" userId="S::urn:spo:anon#4ea81e82b2808dbed81512e0f26c9d338402b275b0191e2f2da9cbdd5d3420bb::" providerId="AD" clId="Web-{06B668B0-5D07-4268-BC11-05FD36E4E24B}" dt="2022-08-09T17:32:55.381" v="335" actId="20577"/>
          <ac:spMkLst>
            <pc:docMk/>
            <pc:sldMk cId="1975411790" sldId="273"/>
            <ac:spMk id="22" creationId="{394547CE-74CB-B8C7-7F92-DB48DB54659D}"/>
          </ac:spMkLst>
        </pc:spChg>
        <pc:spChg chg="mod">
          <ac:chgData name="Guest User" userId="S::urn:spo:anon#4ea81e82b2808dbed81512e0f26c9d338402b275b0191e2f2da9cbdd5d3420bb::" providerId="AD" clId="Web-{06B668B0-5D07-4268-BC11-05FD36E4E24B}" dt="2022-08-09T17:33:37.271" v="360" actId="20577"/>
          <ac:spMkLst>
            <pc:docMk/>
            <pc:sldMk cId="1975411790" sldId="273"/>
            <ac:spMk id="24" creationId="{85B6BA99-F7B4-FDF7-FB6F-6502A48A40EC}"/>
          </ac:spMkLst>
        </pc:spChg>
        <pc:spChg chg="mod">
          <ac:chgData name="Guest User" userId="S::urn:spo:anon#4ea81e82b2808dbed81512e0f26c9d338402b275b0191e2f2da9cbdd5d3420bb::" providerId="AD" clId="Web-{06B668B0-5D07-4268-BC11-05FD36E4E24B}" dt="2022-08-09T17:33:51.850" v="376" actId="20577"/>
          <ac:spMkLst>
            <pc:docMk/>
            <pc:sldMk cId="1975411790" sldId="273"/>
            <ac:spMk id="27" creationId="{B1881359-7A2C-5FD2-B9C7-827C34BF4EFC}"/>
          </ac:spMkLst>
        </pc:spChg>
      </pc:sldChg>
      <pc:sldChg chg="modSp addCm">
        <pc:chgData name="Guest User" userId="S::urn:spo:anon#4ea81e82b2808dbed81512e0f26c9d338402b275b0191e2f2da9cbdd5d3420bb::" providerId="AD" clId="Web-{06B668B0-5D07-4268-BC11-05FD36E4E24B}" dt="2022-08-09T17:32:35.694" v="332"/>
        <pc:sldMkLst>
          <pc:docMk/>
          <pc:sldMk cId="3430250974" sldId="274"/>
        </pc:sldMkLst>
        <pc:spChg chg="mod">
          <ac:chgData name="Guest User" userId="S::urn:spo:anon#4ea81e82b2808dbed81512e0f26c9d338402b275b0191e2f2da9cbdd5d3420bb::" providerId="AD" clId="Web-{06B668B0-5D07-4268-BC11-05FD36E4E24B}" dt="2022-08-09T17:31:53.850" v="320" actId="20577"/>
          <ac:spMkLst>
            <pc:docMk/>
            <pc:sldMk cId="3430250974" sldId="274"/>
            <ac:spMk id="23" creationId="{8C0D8CCD-DCD7-953C-FDA6-5695902792FC}"/>
          </ac:spMkLst>
        </pc:spChg>
      </pc:sldChg>
      <pc:sldChg chg="modSp">
        <pc:chgData name="Guest User" userId="S::urn:spo:anon#4ea81e82b2808dbed81512e0f26c9d338402b275b0191e2f2da9cbdd5d3420bb::" providerId="AD" clId="Web-{06B668B0-5D07-4268-BC11-05FD36E4E24B}" dt="2022-08-09T17:32:16.694" v="331" actId="20577"/>
        <pc:sldMkLst>
          <pc:docMk/>
          <pc:sldMk cId="1253204765" sldId="275"/>
        </pc:sldMkLst>
        <pc:spChg chg="mod">
          <ac:chgData name="Guest User" userId="S::urn:spo:anon#4ea81e82b2808dbed81512e0f26c9d338402b275b0191e2f2da9cbdd5d3420bb::" providerId="AD" clId="Web-{06B668B0-5D07-4268-BC11-05FD36E4E24B}" dt="2022-08-09T17:32:16.694" v="331" actId="20577"/>
          <ac:spMkLst>
            <pc:docMk/>
            <pc:sldMk cId="1253204765" sldId="275"/>
            <ac:spMk id="23" creationId="{8C0D8CCD-DCD7-953C-FDA6-5695902792FC}"/>
          </ac:spMkLst>
        </pc:spChg>
      </pc:sldChg>
      <pc:sldChg chg="modSp">
        <pc:chgData name="Guest User" userId="S::urn:spo:anon#4ea81e82b2808dbed81512e0f26c9d338402b275b0191e2f2da9cbdd5d3420bb::" providerId="AD" clId="Web-{06B668B0-5D07-4268-BC11-05FD36E4E24B}" dt="2022-08-09T17:29:59.944" v="243" actId="20577"/>
        <pc:sldMkLst>
          <pc:docMk/>
          <pc:sldMk cId="3914293493" sldId="276"/>
        </pc:sldMkLst>
        <pc:spChg chg="mod">
          <ac:chgData name="Guest User" userId="S::urn:spo:anon#4ea81e82b2808dbed81512e0f26c9d338402b275b0191e2f2da9cbdd5d3420bb::" providerId="AD" clId="Web-{06B668B0-5D07-4268-BC11-05FD36E4E24B}" dt="2022-08-09T17:29:59.944" v="243" actId="20577"/>
          <ac:spMkLst>
            <pc:docMk/>
            <pc:sldMk cId="3914293493" sldId="276"/>
            <ac:spMk id="2" creationId="{AE202AD3-ECE4-D11F-AE80-53C2B0BA6FCB}"/>
          </ac:spMkLst>
        </pc:spChg>
      </pc:sldChg>
      <pc:sldChg chg="modSp">
        <pc:chgData name="Guest User" userId="S::urn:spo:anon#4ea81e82b2808dbed81512e0f26c9d338402b275b0191e2f2da9cbdd5d3420bb::" providerId="AD" clId="Web-{06B668B0-5D07-4268-BC11-05FD36E4E24B}" dt="2022-08-09T17:31:10.834" v="307" actId="20577"/>
        <pc:sldMkLst>
          <pc:docMk/>
          <pc:sldMk cId="2280647287" sldId="277"/>
        </pc:sldMkLst>
        <pc:spChg chg="mod">
          <ac:chgData name="Guest User" userId="S::urn:spo:anon#4ea81e82b2808dbed81512e0f26c9d338402b275b0191e2f2da9cbdd5d3420bb::" providerId="AD" clId="Web-{06B668B0-5D07-4268-BC11-05FD36E4E24B}" dt="2022-08-09T17:31:10.834" v="307" actId="20577"/>
          <ac:spMkLst>
            <pc:docMk/>
            <pc:sldMk cId="2280647287" sldId="277"/>
            <ac:spMk id="2" creationId="{A431D0A4-EAFA-EFAA-C195-F9FCAB7542B1}"/>
          </ac:spMkLst>
        </pc:spChg>
      </pc:sldChg>
      <pc:sldChg chg="modSp addCm modCm">
        <pc:chgData name="Guest User" userId="S::urn:spo:anon#4ea81e82b2808dbed81512e0f26c9d338402b275b0191e2f2da9cbdd5d3420bb::" providerId="AD" clId="Web-{06B668B0-5D07-4268-BC11-05FD36E4E24B}" dt="2022-08-09T17:31:17.147" v="308" actId="20577"/>
        <pc:sldMkLst>
          <pc:docMk/>
          <pc:sldMk cId="4217288977" sldId="278"/>
        </pc:sldMkLst>
        <pc:spChg chg="mod">
          <ac:chgData name="Guest User" userId="S::urn:spo:anon#4ea81e82b2808dbed81512e0f26c9d338402b275b0191e2f2da9cbdd5d3420bb::" providerId="AD" clId="Web-{06B668B0-5D07-4268-BC11-05FD36E4E24B}" dt="2022-08-09T17:31:17.147" v="308" actId="20577"/>
          <ac:spMkLst>
            <pc:docMk/>
            <pc:sldMk cId="4217288977" sldId="278"/>
            <ac:spMk id="2" creationId="{51755DE1-86FC-18CD-79B3-173C74686B2C}"/>
          </ac:spMkLst>
        </pc:spChg>
        <pc:spChg chg="mod">
          <ac:chgData name="Guest User" userId="S::urn:spo:anon#4ea81e82b2808dbed81512e0f26c9d338402b275b0191e2f2da9cbdd5d3420bb::" providerId="AD" clId="Web-{06B668B0-5D07-4268-BC11-05FD36E4E24B}" dt="2022-08-09T17:30:48.944" v="284" actId="20577"/>
          <ac:spMkLst>
            <pc:docMk/>
            <pc:sldMk cId="4217288977" sldId="278"/>
            <ac:spMk id="4" creationId="{0865B941-E813-E6E3-B976-F5304E3CB369}"/>
          </ac:spMkLst>
        </pc:spChg>
      </pc:sldChg>
      <pc:sldChg chg="addSp delSp modSp new add del mod ord setBg">
        <pc:chgData name="Guest User" userId="S::urn:spo:anon#4ea81e82b2808dbed81512e0f26c9d338402b275b0191e2f2da9cbdd5d3420bb::" providerId="AD" clId="Web-{06B668B0-5D07-4268-BC11-05FD36E4E24B}" dt="2022-08-09T17:27:37.460" v="214" actId="20577"/>
        <pc:sldMkLst>
          <pc:docMk/>
          <pc:sldMk cId="2572151392" sldId="279"/>
        </pc:sldMkLst>
        <pc:spChg chg="mod">
          <ac:chgData name="Guest User" userId="S::urn:spo:anon#4ea81e82b2808dbed81512e0f26c9d338402b275b0191e2f2da9cbdd5d3420bb::" providerId="AD" clId="Web-{06B668B0-5D07-4268-BC11-05FD36E4E24B}" dt="2022-08-09T17:27:37.460" v="214" actId="20577"/>
          <ac:spMkLst>
            <pc:docMk/>
            <pc:sldMk cId="2572151392" sldId="279"/>
            <ac:spMk id="2" creationId="{7E396CB7-89D9-861A-2EA3-6F1BAED48690}"/>
          </ac:spMkLst>
        </pc:spChg>
        <pc:spChg chg="add del">
          <ac:chgData name="Guest User" userId="S::urn:spo:anon#4ea81e82b2808dbed81512e0f26c9d338402b275b0191e2f2da9cbdd5d3420bb::" providerId="AD" clId="Web-{06B668B0-5D07-4268-BC11-05FD36E4E24B}" dt="2022-08-09T17:23:24.430" v="102"/>
          <ac:spMkLst>
            <pc:docMk/>
            <pc:sldMk cId="2572151392" sldId="279"/>
            <ac:spMk id="3" creationId="{12D24F99-7F76-BDC5-AD23-ECB8A341FE91}"/>
          </ac:spMkLst>
        </pc:spChg>
        <pc:spChg chg="mod ord">
          <ac:chgData name="Guest User" userId="S::urn:spo:anon#4ea81e82b2808dbed81512e0f26c9d338402b275b0191e2f2da9cbdd5d3420bb::" providerId="AD" clId="Web-{06B668B0-5D07-4268-BC11-05FD36E4E24B}" dt="2022-08-09T17:27:04.773" v="196" actId="20577"/>
          <ac:spMkLst>
            <pc:docMk/>
            <pc:sldMk cId="2572151392" sldId="279"/>
            <ac:spMk id="4" creationId="{BA53673D-9822-B7A2-6A22-EE90C6FE6641}"/>
          </ac:spMkLst>
        </pc:spChg>
        <pc:spChg chg="mod">
          <ac:chgData name="Guest User" userId="S::urn:spo:anon#4ea81e82b2808dbed81512e0f26c9d338402b275b0191e2f2da9cbdd5d3420bb::" providerId="AD" clId="Web-{06B668B0-5D07-4268-BC11-05FD36E4E24B}" dt="2022-08-09T17:23:37.633" v="105"/>
          <ac:spMkLst>
            <pc:docMk/>
            <pc:sldMk cId="2572151392" sldId="279"/>
            <ac:spMk id="5" creationId="{792892DB-4E41-5F42-84A6-5774D5A4E5A7}"/>
          </ac:spMkLst>
        </pc:spChg>
        <pc:spChg chg="add del">
          <ac:chgData name="Guest User" userId="S::urn:spo:anon#4ea81e82b2808dbed81512e0f26c9d338402b275b0191e2f2da9cbdd5d3420bb::" providerId="AD" clId="Web-{06B668B0-5D07-4268-BC11-05FD36E4E24B}" dt="2022-08-09T17:23:37.633" v="105"/>
          <ac:spMkLst>
            <pc:docMk/>
            <pc:sldMk cId="2572151392" sldId="279"/>
            <ac:spMk id="12" creationId="{2D6FBB9D-1CAA-4D05-AB33-BABDFE17B843}"/>
          </ac:spMkLst>
        </pc:spChg>
        <pc:spChg chg="add del">
          <ac:chgData name="Guest User" userId="S::urn:spo:anon#4ea81e82b2808dbed81512e0f26c9d338402b275b0191e2f2da9cbdd5d3420bb::" providerId="AD" clId="Web-{06B668B0-5D07-4268-BC11-05FD36E4E24B}" dt="2022-08-09T17:23:37.633" v="105"/>
          <ac:spMkLst>
            <pc:docMk/>
            <pc:sldMk cId="2572151392" sldId="279"/>
            <ac:spMk id="14" creationId="{04727B71-B4B6-4823-80A1-68C40B475118}"/>
          </ac:spMkLst>
        </pc:spChg>
        <pc:spChg chg="add del">
          <ac:chgData name="Guest User" userId="S::urn:spo:anon#4ea81e82b2808dbed81512e0f26c9d338402b275b0191e2f2da9cbdd5d3420bb::" providerId="AD" clId="Web-{06B668B0-5D07-4268-BC11-05FD36E4E24B}" dt="2022-08-09T17:23:37.633" v="105"/>
          <ac:spMkLst>
            <pc:docMk/>
            <pc:sldMk cId="2572151392" sldId="279"/>
            <ac:spMk id="16" creationId="{79A6DB05-9FB5-4B07-8675-74C23D4FD89D}"/>
          </ac:spMkLst>
        </pc:spChg>
        <pc:spChg chg="add del">
          <ac:chgData name="Guest User" userId="S::urn:spo:anon#4ea81e82b2808dbed81512e0f26c9d338402b275b0191e2f2da9cbdd5d3420bb::" providerId="AD" clId="Web-{06B668B0-5D07-4268-BC11-05FD36E4E24B}" dt="2022-08-09T17:23:37.633" v="105"/>
          <ac:spMkLst>
            <pc:docMk/>
            <pc:sldMk cId="2572151392" sldId="279"/>
            <ac:spMk id="18" creationId="{F94AA2BD-2E3F-4B1D-8127-5744B8115311}"/>
          </ac:spMkLst>
        </pc:spChg>
        <pc:spChg chg="add del">
          <ac:chgData name="Guest User" userId="S::urn:spo:anon#4ea81e82b2808dbed81512e0f26c9d338402b275b0191e2f2da9cbdd5d3420bb::" providerId="AD" clId="Web-{06B668B0-5D07-4268-BC11-05FD36E4E24B}" dt="2022-08-09T17:23:37.633" v="105"/>
          <ac:spMkLst>
            <pc:docMk/>
            <pc:sldMk cId="2572151392" sldId="279"/>
            <ac:spMk id="20" creationId="{4BD02261-2DC8-4AA8-9E16-7751AE892445}"/>
          </ac:spMkLst>
        </pc:spChg>
        <pc:spChg chg="add del">
          <ac:chgData name="Guest User" userId="S::urn:spo:anon#4ea81e82b2808dbed81512e0f26c9d338402b275b0191e2f2da9cbdd5d3420bb::" providerId="AD" clId="Web-{06B668B0-5D07-4268-BC11-05FD36E4E24B}" dt="2022-08-09T17:23:37.633" v="105"/>
          <ac:spMkLst>
            <pc:docMk/>
            <pc:sldMk cId="2572151392" sldId="279"/>
            <ac:spMk id="22" creationId="{3D752CF2-2291-40B5-B462-C17B174C10BC}"/>
          </ac:spMkLst>
        </pc:spChg>
        <pc:spChg chg="add">
          <ac:chgData name="Guest User" userId="S::urn:spo:anon#4ea81e82b2808dbed81512e0f26c9d338402b275b0191e2f2da9cbdd5d3420bb::" providerId="AD" clId="Web-{06B668B0-5D07-4268-BC11-05FD36E4E24B}" dt="2022-08-09T17:23:37.633" v="105"/>
          <ac:spMkLst>
            <pc:docMk/>
            <pc:sldMk cId="2572151392" sldId="279"/>
            <ac:spMk id="27" creationId="{2D6FBB9D-1CAA-4D05-AB33-BABDFE17B843}"/>
          </ac:spMkLst>
        </pc:spChg>
        <pc:spChg chg="add">
          <ac:chgData name="Guest User" userId="S::urn:spo:anon#4ea81e82b2808dbed81512e0f26c9d338402b275b0191e2f2da9cbdd5d3420bb::" providerId="AD" clId="Web-{06B668B0-5D07-4268-BC11-05FD36E4E24B}" dt="2022-08-09T17:23:37.633" v="105"/>
          <ac:spMkLst>
            <pc:docMk/>
            <pc:sldMk cId="2572151392" sldId="279"/>
            <ac:spMk id="29" creationId="{04727B71-B4B6-4823-80A1-68C40B475118}"/>
          </ac:spMkLst>
        </pc:spChg>
        <pc:spChg chg="add">
          <ac:chgData name="Guest User" userId="S::urn:spo:anon#4ea81e82b2808dbed81512e0f26c9d338402b275b0191e2f2da9cbdd5d3420bb::" providerId="AD" clId="Web-{06B668B0-5D07-4268-BC11-05FD36E4E24B}" dt="2022-08-09T17:23:37.633" v="105"/>
          <ac:spMkLst>
            <pc:docMk/>
            <pc:sldMk cId="2572151392" sldId="279"/>
            <ac:spMk id="31" creationId="{79A6DB05-9FB5-4B07-8675-74C23D4FD89D}"/>
          </ac:spMkLst>
        </pc:spChg>
        <pc:spChg chg="add">
          <ac:chgData name="Guest User" userId="S::urn:spo:anon#4ea81e82b2808dbed81512e0f26c9d338402b275b0191e2f2da9cbdd5d3420bb::" providerId="AD" clId="Web-{06B668B0-5D07-4268-BC11-05FD36E4E24B}" dt="2022-08-09T17:23:37.633" v="105"/>
          <ac:spMkLst>
            <pc:docMk/>
            <pc:sldMk cId="2572151392" sldId="279"/>
            <ac:spMk id="33" creationId="{8380AD67-C5CA-4918-B4BB-C359BB03EEDD}"/>
          </ac:spMkLst>
        </pc:spChg>
        <pc:spChg chg="add">
          <ac:chgData name="Guest User" userId="S::urn:spo:anon#4ea81e82b2808dbed81512e0f26c9d338402b275b0191e2f2da9cbdd5d3420bb::" providerId="AD" clId="Web-{06B668B0-5D07-4268-BC11-05FD36E4E24B}" dt="2022-08-09T17:23:37.633" v="105"/>
          <ac:spMkLst>
            <pc:docMk/>
            <pc:sldMk cId="2572151392" sldId="279"/>
            <ac:spMk id="35" creationId="{EABAD4DA-87BA-4F70-9EF0-45C6BCF17823}"/>
          </ac:spMkLst>
        </pc:spChg>
        <pc:spChg chg="add">
          <ac:chgData name="Guest User" userId="S::urn:spo:anon#4ea81e82b2808dbed81512e0f26c9d338402b275b0191e2f2da9cbdd5d3420bb::" providerId="AD" clId="Web-{06B668B0-5D07-4268-BC11-05FD36E4E24B}" dt="2022-08-09T17:23:37.633" v="105"/>
          <ac:spMkLst>
            <pc:docMk/>
            <pc:sldMk cId="2572151392" sldId="279"/>
            <ac:spMk id="37" creationId="{915128D9-2797-47FA-B6FE-EC24E6B8437A}"/>
          </ac:spMkLst>
        </pc:spChg>
        <pc:picChg chg="add del mod ord modCrop">
          <ac:chgData name="Guest User" userId="S::urn:spo:anon#4ea81e82b2808dbed81512e0f26c9d338402b275b0191e2f2da9cbdd5d3420bb::" providerId="AD" clId="Web-{06B668B0-5D07-4268-BC11-05FD36E4E24B}" dt="2022-08-09T17:23:22.133" v="101"/>
          <ac:picMkLst>
            <pc:docMk/>
            <pc:sldMk cId="2572151392" sldId="279"/>
            <ac:picMk id="6" creationId="{8C269657-5767-F118-E63C-FAB184464127}"/>
          </ac:picMkLst>
        </pc:picChg>
        <pc:picChg chg="add mod ord modCrop">
          <ac:chgData name="Guest User" userId="S::urn:spo:anon#4ea81e82b2808dbed81512e0f26c9d338402b275b0191e2f2da9cbdd5d3420bb::" providerId="AD" clId="Web-{06B668B0-5D07-4268-BC11-05FD36E4E24B}" dt="2022-08-09T17:23:37.633" v="105"/>
          <ac:picMkLst>
            <pc:docMk/>
            <pc:sldMk cId="2572151392" sldId="279"/>
            <ac:picMk id="7" creationId="{0494B0A6-8CED-A468-E244-AE8FDA89DEAB}"/>
          </ac:picMkLst>
        </pc:picChg>
      </pc:sldChg>
    </pc:docChg>
  </pc:docChgLst>
  <pc:docChgLst>
    <pc:chgData name="Katie HARRISON" userId="S::kfharrison@wisc.edu::f5e22dcb-aa54-4825-b422-a6b74624f705" providerId="AD" clId="Web-{FC2F53E4-FF32-56E4-33D7-F202F47D1601}"/>
    <pc:docChg chg="addSld modSld">
      <pc:chgData name="Katie HARRISON" userId="S::kfharrison@wisc.edu::f5e22dcb-aa54-4825-b422-a6b74624f705" providerId="AD" clId="Web-{FC2F53E4-FF32-56E4-33D7-F202F47D1601}" dt="2022-08-14T13:10:29.027" v="556" actId="1076"/>
      <pc:docMkLst>
        <pc:docMk/>
      </pc:docMkLst>
      <pc:sldChg chg="addCm">
        <pc:chgData name="Katie HARRISON" userId="S::kfharrison@wisc.edu::f5e22dcb-aa54-4825-b422-a6b74624f705" providerId="AD" clId="Web-{FC2F53E4-FF32-56E4-33D7-F202F47D1601}" dt="2022-08-14T04:26:36.514" v="37"/>
        <pc:sldMkLst>
          <pc:docMk/>
          <pc:sldMk cId="109857222" sldId="256"/>
        </pc:sldMkLst>
      </pc:sldChg>
      <pc:sldChg chg="addSp delSp modSp">
        <pc:chgData name="Katie HARRISON" userId="S::kfharrison@wisc.edu::f5e22dcb-aa54-4825-b422-a6b74624f705" providerId="AD" clId="Web-{FC2F53E4-FF32-56E4-33D7-F202F47D1601}" dt="2022-08-14T13:10:29.027" v="556" actId="1076"/>
        <pc:sldMkLst>
          <pc:docMk/>
          <pc:sldMk cId="2509158788" sldId="259"/>
        </pc:sldMkLst>
        <pc:spChg chg="add mod">
          <ac:chgData name="Katie HARRISON" userId="S::kfharrison@wisc.edu::f5e22dcb-aa54-4825-b422-a6b74624f705" providerId="AD" clId="Web-{FC2F53E4-FF32-56E4-33D7-F202F47D1601}" dt="2022-08-14T04:19:56.720" v="36"/>
          <ac:spMkLst>
            <pc:docMk/>
            <pc:sldMk cId="2509158788" sldId="259"/>
            <ac:spMk id="3" creationId="{15E21F0B-0442-2631-044F-733244555DA4}"/>
          </ac:spMkLst>
        </pc:spChg>
        <pc:spChg chg="mod ord">
          <ac:chgData name="Katie HARRISON" userId="S::kfharrison@wisc.edu::f5e22dcb-aa54-4825-b422-a6b74624f705" providerId="AD" clId="Web-{FC2F53E4-FF32-56E4-33D7-F202F47D1601}" dt="2022-08-14T04:19:56.720" v="36"/>
          <ac:spMkLst>
            <pc:docMk/>
            <pc:sldMk cId="2509158788" sldId="259"/>
            <ac:spMk id="4" creationId="{05DB6340-162A-4892-7705-8487110AA7DD}"/>
          </ac:spMkLst>
        </pc:spChg>
        <pc:spChg chg="add mod">
          <ac:chgData name="Katie HARRISON" userId="S::kfharrison@wisc.edu::f5e22dcb-aa54-4825-b422-a6b74624f705" providerId="AD" clId="Web-{FC2F53E4-FF32-56E4-33D7-F202F47D1601}" dt="2022-08-14T13:10:29.027" v="556" actId="1076"/>
          <ac:spMkLst>
            <pc:docMk/>
            <pc:sldMk cId="2509158788" sldId="259"/>
            <ac:spMk id="6" creationId="{26E627B6-E347-D3BC-C8F1-679C9298787D}"/>
          </ac:spMkLst>
        </pc:spChg>
        <pc:spChg chg="del mod">
          <ac:chgData name="Katie HARRISON" userId="S::kfharrison@wisc.edu::f5e22dcb-aa54-4825-b422-a6b74624f705" providerId="AD" clId="Web-{FC2F53E4-FF32-56E4-33D7-F202F47D1601}" dt="2022-08-14T04:17:41.830" v="34"/>
          <ac:spMkLst>
            <pc:docMk/>
            <pc:sldMk cId="2509158788" sldId="259"/>
            <ac:spMk id="10" creationId="{D119A025-8D4D-EBC3-D004-2924389FDB45}"/>
          </ac:spMkLst>
        </pc:spChg>
        <pc:spChg chg="add">
          <ac:chgData name="Katie HARRISON" userId="S::kfharrison@wisc.edu::f5e22dcb-aa54-4825-b422-a6b74624f705" providerId="AD" clId="Web-{FC2F53E4-FF32-56E4-33D7-F202F47D1601}" dt="2022-08-14T04:19:56.720" v="36"/>
          <ac:spMkLst>
            <pc:docMk/>
            <pc:sldMk cId="2509158788" sldId="259"/>
            <ac:spMk id="13" creationId="{8D06CE56-3881-4ADA-8CEF-D18B02C242A3}"/>
          </ac:spMkLst>
        </pc:spChg>
        <pc:spChg chg="add">
          <ac:chgData name="Katie HARRISON" userId="S::kfharrison@wisc.edu::f5e22dcb-aa54-4825-b422-a6b74624f705" providerId="AD" clId="Web-{FC2F53E4-FF32-56E4-33D7-F202F47D1601}" dt="2022-08-14T04:19:56.720" v="36"/>
          <ac:spMkLst>
            <pc:docMk/>
            <pc:sldMk cId="2509158788" sldId="259"/>
            <ac:spMk id="15" creationId="{79F3C543-62EC-4433-9C93-A2CD8764E9B4}"/>
          </ac:spMkLst>
        </pc:spChg>
        <pc:spChg chg="add">
          <ac:chgData name="Katie HARRISON" userId="S::kfharrison@wisc.edu::f5e22dcb-aa54-4825-b422-a6b74624f705" providerId="AD" clId="Web-{FC2F53E4-FF32-56E4-33D7-F202F47D1601}" dt="2022-08-14T04:19:56.720" v="36"/>
          <ac:spMkLst>
            <pc:docMk/>
            <pc:sldMk cId="2509158788" sldId="259"/>
            <ac:spMk id="17" creationId="{017517EF-BD4D-4055-BDB4-A322C53568AD}"/>
          </ac:spMkLst>
        </pc:spChg>
        <pc:spChg chg="add">
          <ac:chgData name="Katie HARRISON" userId="S::kfharrison@wisc.edu::f5e22dcb-aa54-4825-b422-a6b74624f705" providerId="AD" clId="Web-{FC2F53E4-FF32-56E4-33D7-F202F47D1601}" dt="2022-08-14T04:19:56.720" v="36"/>
          <ac:spMkLst>
            <pc:docMk/>
            <pc:sldMk cId="2509158788" sldId="259"/>
            <ac:spMk id="19" creationId="{0ADDB668-2CA4-4D2B-9C34-3487CA330BA8}"/>
          </ac:spMkLst>
        </pc:spChg>
        <pc:spChg chg="add">
          <ac:chgData name="Katie HARRISON" userId="S::kfharrison@wisc.edu::f5e22dcb-aa54-4825-b422-a6b74624f705" providerId="AD" clId="Web-{FC2F53E4-FF32-56E4-33D7-F202F47D1601}" dt="2022-08-14T04:19:56.720" v="36"/>
          <ac:spMkLst>
            <pc:docMk/>
            <pc:sldMk cId="2509158788" sldId="259"/>
            <ac:spMk id="21" creationId="{2568BC19-F052-4108-93E1-6A3D1DEC072F}"/>
          </ac:spMkLst>
        </pc:spChg>
        <pc:spChg chg="add">
          <ac:chgData name="Katie HARRISON" userId="S::kfharrison@wisc.edu::f5e22dcb-aa54-4825-b422-a6b74624f705" providerId="AD" clId="Web-{FC2F53E4-FF32-56E4-33D7-F202F47D1601}" dt="2022-08-14T04:19:56.720" v="36"/>
          <ac:spMkLst>
            <pc:docMk/>
            <pc:sldMk cId="2509158788" sldId="259"/>
            <ac:spMk id="23" creationId="{D5FD337D-4D6B-4C8B-B6F5-121097E09881}"/>
          </ac:spMkLst>
        </pc:spChg>
        <pc:picChg chg="add mod">
          <ac:chgData name="Katie HARRISON" userId="S::kfharrison@wisc.edu::f5e22dcb-aa54-4825-b422-a6b74624f705" providerId="AD" clId="Web-{FC2F53E4-FF32-56E4-33D7-F202F47D1601}" dt="2022-08-14T04:19:56.720" v="36"/>
          <ac:picMkLst>
            <pc:docMk/>
            <pc:sldMk cId="2509158788" sldId="259"/>
            <ac:picMk id="5" creationId="{F64732B0-743E-0C1A-7EC9-89857311D657}"/>
          </ac:picMkLst>
        </pc:picChg>
        <pc:picChg chg="del mod">
          <ac:chgData name="Katie HARRISON" userId="S::kfharrison@wisc.edu::f5e22dcb-aa54-4825-b422-a6b74624f705" providerId="AD" clId="Web-{FC2F53E4-FF32-56E4-33D7-F202F47D1601}" dt="2022-08-14T04:17:10.299" v="33"/>
          <ac:picMkLst>
            <pc:docMk/>
            <pc:sldMk cId="2509158788" sldId="259"/>
            <ac:picMk id="8" creationId="{0E73B18C-E146-D3F1-D985-C90F9857859B}"/>
          </ac:picMkLst>
        </pc:picChg>
      </pc:sldChg>
      <pc:sldChg chg="modSp">
        <pc:chgData name="Katie HARRISON" userId="S::kfharrison@wisc.edu::f5e22dcb-aa54-4825-b422-a6b74624f705" providerId="AD" clId="Web-{FC2F53E4-FF32-56E4-33D7-F202F47D1601}" dt="2022-08-14T01:19:48.143" v="29" actId="20577"/>
        <pc:sldMkLst>
          <pc:docMk/>
          <pc:sldMk cId="1686000644" sldId="263"/>
        </pc:sldMkLst>
        <pc:spChg chg="mod">
          <ac:chgData name="Katie HARRISON" userId="S::kfharrison@wisc.edu::f5e22dcb-aa54-4825-b422-a6b74624f705" providerId="AD" clId="Web-{FC2F53E4-FF32-56E4-33D7-F202F47D1601}" dt="2022-08-14T01:19:48.143" v="29" actId="20577"/>
          <ac:spMkLst>
            <pc:docMk/>
            <pc:sldMk cId="1686000644" sldId="263"/>
            <ac:spMk id="2" creationId="{6ADDD331-37F0-2C90-E538-447D0A1B526B}"/>
          </ac:spMkLst>
        </pc:spChg>
      </pc:sldChg>
      <pc:sldChg chg="addSp delSp modSp delAnim">
        <pc:chgData name="Katie HARRISON" userId="S::kfharrison@wisc.edu::f5e22dcb-aa54-4825-b422-a6b74624f705" providerId="AD" clId="Web-{FC2F53E4-FF32-56E4-33D7-F202F47D1601}" dt="2022-08-14T04:54:04.942" v="99" actId="20577"/>
        <pc:sldMkLst>
          <pc:docMk/>
          <pc:sldMk cId="861447989" sldId="266"/>
        </pc:sldMkLst>
        <pc:spChg chg="add mod">
          <ac:chgData name="Katie HARRISON" userId="S::kfharrison@wisc.edu::f5e22dcb-aa54-4825-b422-a6b74624f705" providerId="AD" clId="Web-{FC2F53E4-FF32-56E4-33D7-F202F47D1601}" dt="2022-08-14T04:53:41.365" v="95" actId="1076"/>
          <ac:spMkLst>
            <pc:docMk/>
            <pc:sldMk cId="861447989" sldId="266"/>
            <ac:spMk id="2" creationId="{678D9E5C-742A-2BDB-1421-4F95EBC7E4D2}"/>
          </ac:spMkLst>
        </pc:spChg>
        <pc:spChg chg="mod ord">
          <ac:chgData name="Katie HARRISON" userId="S::kfharrison@wisc.edu::f5e22dcb-aa54-4825-b422-a6b74624f705" providerId="AD" clId="Web-{FC2F53E4-FF32-56E4-33D7-F202F47D1601}" dt="2022-08-14T04:50:50.803" v="78"/>
          <ac:spMkLst>
            <pc:docMk/>
            <pc:sldMk cId="861447989" sldId="266"/>
            <ac:spMk id="3" creationId="{B6CD6C07-B7CC-0602-64AD-046F357F55AA}"/>
          </ac:spMkLst>
        </pc:spChg>
        <pc:spChg chg="mod">
          <ac:chgData name="Katie HARRISON" userId="S::kfharrison@wisc.edu::f5e22dcb-aa54-4825-b422-a6b74624f705" providerId="AD" clId="Web-{FC2F53E4-FF32-56E4-33D7-F202F47D1601}" dt="2022-08-14T04:54:04.942" v="99" actId="20577"/>
          <ac:spMkLst>
            <pc:docMk/>
            <pc:sldMk cId="861447989" sldId="266"/>
            <ac:spMk id="4" creationId="{D2B3D2D5-1727-3D90-E74D-A583E56B8FF1}"/>
          </ac:spMkLst>
        </pc:spChg>
        <pc:spChg chg="mod ord">
          <ac:chgData name="Katie HARRISON" userId="S::kfharrison@wisc.edu::f5e22dcb-aa54-4825-b422-a6b74624f705" providerId="AD" clId="Web-{FC2F53E4-FF32-56E4-33D7-F202F47D1601}" dt="2022-08-14T04:50:50.803" v="78"/>
          <ac:spMkLst>
            <pc:docMk/>
            <pc:sldMk cId="861447989" sldId="266"/>
            <ac:spMk id="9" creationId="{DDD6D2C0-A99D-E783-A1E8-4974971F07D5}"/>
          </ac:spMkLst>
        </pc:spChg>
        <pc:spChg chg="del">
          <ac:chgData name="Katie HARRISON" userId="S::kfharrison@wisc.edu::f5e22dcb-aa54-4825-b422-a6b74624f705" providerId="AD" clId="Web-{FC2F53E4-FF32-56E4-33D7-F202F47D1601}" dt="2022-08-14T04:48:32.648" v="50"/>
          <ac:spMkLst>
            <pc:docMk/>
            <pc:sldMk cId="861447989" sldId="266"/>
            <ac:spMk id="14" creationId="{BD414D08-3542-7A80-40CE-052EF0B8DC0E}"/>
          </ac:spMkLst>
        </pc:spChg>
        <pc:spChg chg="del">
          <ac:chgData name="Katie HARRISON" userId="S::kfharrison@wisc.edu::f5e22dcb-aa54-4825-b422-a6b74624f705" providerId="AD" clId="Web-{FC2F53E4-FF32-56E4-33D7-F202F47D1601}" dt="2022-08-14T04:50:07.475" v="72"/>
          <ac:spMkLst>
            <pc:docMk/>
            <pc:sldMk cId="861447989" sldId="266"/>
            <ac:spMk id="158" creationId="{69E6EFEE-6516-482C-B143-F97F9BF89D0E}"/>
          </ac:spMkLst>
        </pc:spChg>
        <pc:spChg chg="del">
          <ac:chgData name="Katie HARRISON" userId="S::kfharrison@wisc.edu::f5e22dcb-aa54-4825-b422-a6b74624f705" providerId="AD" clId="Web-{FC2F53E4-FF32-56E4-33D7-F202F47D1601}" dt="2022-08-14T04:50:07.475" v="72"/>
          <ac:spMkLst>
            <pc:docMk/>
            <pc:sldMk cId="861447989" sldId="266"/>
            <ac:spMk id="160" creationId="{3DF0D2C0-CD0C-470C-8851-D8B2CC417CB9}"/>
          </ac:spMkLst>
        </pc:spChg>
        <pc:spChg chg="add del">
          <ac:chgData name="Katie HARRISON" userId="S::kfharrison@wisc.edu::f5e22dcb-aa54-4825-b422-a6b74624f705" providerId="AD" clId="Web-{FC2F53E4-FF32-56E4-33D7-F202F47D1601}" dt="2022-08-14T04:50:50.803" v="78"/>
          <ac:spMkLst>
            <pc:docMk/>
            <pc:sldMk cId="861447989" sldId="266"/>
            <ac:spMk id="165" creationId="{2D6FBB9D-1CAA-4D05-AB33-BABDFE17B843}"/>
          </ac:spMkLst>
        </pc:spChg>
        <pc:spChg chg="add del">
          <ac:chgData name="Katie HARRISON" userId="S::kfharrison@wisc.edu::f5e22dcb-aa54-4825-b422-a6b74624f705" providerId="AD" clId="Web-{FC2F53E4-FF32-56E4-33D7-F202F47D1601}" dt="2022-08-14T04:50:50.803" v="78"/>
          <ac:spMkLst>
            <pc:docMk/>
            <pc:sldMk cId="861447989" sldId="266"/>
            <ac:spMk id="167" creationId="{04727B71-B4B6-4823-80A1-68C40B475118}"/>
          </ac:spMkLst>
        </pc:spChg>
        <pc:spChg chg="add del">
          <ac:chgData name="Katie HARRISON" userId="S::kfharrison@wisc.edu::f5e22dcb-aa54-4825-b422-a6b74624f705" providerId="AD" clId="Web-{FC2F53E4-FF32-56E4-33D7-F202F47D1601}" dt="2022-08-14T04:50:50.803" v="78"/>
          <ac:spMkLst>
            <pc:docMk/>
            <pc:sldMk cId="861447989" sldId="266"/>
            <ac:spMk id="169" creationId="{79A6DB05-9FB5-4B07-8675-74C23D4FD89D}"/>
          </ac:spMkLst>
        </pc:spChg>
        <pc:spChg chg="add del">
          <ac:chgData name="Katie HARRISON" userId="S::kfharrison@wisc.edu::f5e22dcb-aa54-4825-b422-a6b74624f705" providerId="AD" clId="Web-{FC2F53E4-FF32-56E4-33D7-F202F47D1601}" dt="2022-08-14T04:50:50.803" v="78"/>
          <ac:spMkLst>
            <pc:docMk/>
            <pc:sldMk cId="861447989" sldId="266"/>
            <ac:spMk id="171" creationId="{DF44879F-6698-4394-89D4-7B3CDB92E9A0}"/>
          </ac:spMkLst>
        </pc:spChg>
        <pc:spChg chg="add del">
          <ac:chgData name="Katie HARRISON" userId="S::kfharrison@wisc.edu::f5e22dcb-aa54-4825-b422-a6b74624f705" providerId="AD" clId="Web-{FC2F53E4-FF32-56E4-33D7-F202F47D1601}" dt="2022-08-14T04:50:50.803" v="78"/>
          <ac:spMkLst>
            <pc:docMk/>
            <pc:sldMk cId="861447989" sldId="266"/>
            <ac:spMk id="173" creationId="{C65FD3B2-577C-49A0-B40E-4845C5D597CF}"/>
          </ac:spMkLst>
        </pc:spChg>
        <pc:spChg chg="add del">
          <ac:chgData name="Katie HARRISON" userId="S::kfharrison@wisc.edu::f5e22dcb-aa54-4825-b422-a6b74624f705" providerId="AD" clId="Web-{FC2F53E4-FF32-56E4-33D7-F202F47D1601}" dt="2022-08-14T04:50:50.803" v="78"/>
          <ac:spMkLst>
            <pc:docMk/>
            <pc:sldMk cId="861447989" sldId="266"/>
            <ac:spMk id="175" creationId="{7A0B5DEA-ADF6-4BA5-9307-147F0A4685A0}"/>
          </ac:spMkLst>
        </pc:spChg>
        <pc:spChg chg="add del">
          <ac:chgData name="Katie HARRISON" userId="S::kfharrison@wisc.edu::f5e22dcb-aa54-4825-b422-a6b74624f705" providerId="AD" clId="Web-{FC2F53E4-FF32-56E4-33D7-F202F47D1601}" dt="2022-08-14T04:50:50.803" v="78"/>
          <ac:spMkLst>
            <pc:docMk/>
            <pc:sldMk cId="861447989" sldId="266"/>
            <ac:spMk id="177" creationId="{9DECDBF4-02B6-4BB4-B65B-B8107AD6A9E8}"/>
          </ac:spMkLst>
        </pc:spChg>
        <pc:spChg chg="add">
          <ac:chgData name="Katie HARRISON" userId="S::kfharrison@wisc.edu::f5e22dcb-aa54-4825-b422-a6b74624f705" providerId="AD" clId="Web-{FC2F53E4-FF32-56E4-33D7-F202F47D1601}" dt="2022-08-14T04:50:50.803" v="78"/>
          <ac:spMkLst>
            <pc:docMk/>
            <pc:sldMk cId="861447989" sldId="266"/>
            <ac:spMk id="182" creationId="{8D06CE56-3881-4ADA-8CEF-D18B02C242A3}"/>
          </ac:spMkLst>
        </pc:spChg>
        <pc:spChg chg="add">
          <ac:chgData name="Katie HARRISON" userId="S::kfharrison@wisc.edu::f5e22dcb-aa54-4825-b422-a6b74624f705" providerId="AD" clId="Web-{FC2F53E4-FF32-56E4-33D7-F202F47D1601}" dt="2022-08-14T04:50:50.803" v="78"/>
          <ac:spMkLst>
            <pc:docMk/>
            <pc:sldMk cId="861447989" sldId="266"/>
            <ac:spMk id="184" creationId="{79F3C543-62EC-4433-9C93-A2CD8764E9B4}"/>
          </ac:spMkLst>
        </pc:spChg>
        <pc:spChg chg="add">
          <ac:chgData name="Katie HARRISON" userId="S::kfharrison@wisc.edu::f5e22dcb-aa54-4825-b422-a6b74624f705" providerId="AD" clId="Web-{FC2F53E4-FF32-56E4-33D7-F202F47D1601}" dt="2022-08-14T04:50:50.803" v="78"/>
          <ac:spMkLst>
            <pc:docMk/>
            <pc:sldMk cId="861447989" sldId="266"/>
            <ac:spMk id="186" creationId="{0671A8AE-40A1-4631-A6B8-581AFF065482}"/>
          </ac:spMkLst>
        </pc:spChg>
        <pc:spChg chg="add">
          <ac:chgData name="Katie HARRISON" userId="S::kfharrison@wisc.edu::f5e22dcb-aa54-4825-b422-a6b74624f705" providerId="AD" clId="Web-{FC2F53E4-FF32-56E4-33D7-F202F47D1601}" dt="2022-08-14T04:50:50.803" v="78"/>
          <ac:spMkLst>
            <pc:docMk/>
            <pc:sldMk cId="861447989" sldId="266"/>
            <ac:spMk id="188" creationId="{A44CD100-6267-4E62-AA64-2182A3A6A1C0}"/>
          </ac:spMkLst>
        </pc:spChg>
        <pc:spChg chg="add">
          <ac:chgData name="Katie HARRISON" userId="S::kfharrison@wisc.edu::f5e22dcb-aa54-4825-b422-a6b74624f705" providerId="AD" clId="Web-{FC2F53E4-FF32-56E4-33D7-F202F47D1601}" dt="2022-08-14T04:50:50.803" v="78"/>
          <ac:spMkLst>
            <pc:docMk/>
            <pc:sldMk cId="861447989" sldId="266"/>
            <ac:spMk id="190" creationId="{AF2F604E-43BE-4DC3-B983-E071523364F8}"/>
          </ac:spMkLst>
        </pc:spChg>
        <pc:spChg chg="add">
          <ac:chgData name="Katie HARRISON" userId="S::kfharrison@wisc.edu::f5e22dcb-aa54-4825-b422-a6b74624f705" providerId="AD" clId="Web-{FC2F53E4-FF32-56E4-33D7-F202F47D1601}" dt="2022-08-14T04:50:50.803" v="78"/>
          <ac:spMkLst>
            <pc:docMk/>
            <pc:sldMk cId="861447989" sldId="266"/>
            <ac:spMk id="192" creationId="{08C9B587-E65E-4B52-B37C-ABEBB6E87928}"/>
          </ac:spMkLst>
        </pc:spChg>
        <pc:picChg chg="mod">
          <ac:chgData name="Katie HARRISON" userId="S::kfharrison@wisc.edu::f5e22dcb-aa54-4825-b422-a6b74624f705" providerId="AD" clId="Web-{FC2F53E4-FF32-56E4-33D7-F202F47D1601}" dt="2022-08-14T04:50:50.803" v="78"/>
          <ac:picMkLst>
            <pc:docMk/>
            <pc:sldMk cId="861447989" sldId="266"/>
            <ac:picMk id="5" creationId="{273BE249-B600-8B9D-DDE8-61D5C94BDE34}"/>
          </ac:picMkLst>
        </pc:picChg>
        <pc:picChg chg="del mod">
          <ac:chgData name="Katie HARRISON" userId="S::kfharrison@wisc.edu::f5e22dcb-aa54-4825-b422-a6b74624f705" providerId="AD" clId="Web-{FC2F53E4-FF32-56E4-33D7-F202F47D1601}" dt="2022-08-14T04:48:30.944" v="49"/>
          <ac:picMkLst>
            <pc:docMk/>
            <pc:sldMk cId="861447989" sldId="266"/>
            <ac:picMk id="8" creationId="{6E2C1125-3001-AA0E-C7DC-2136A414A9DF}"/>
          </ac:picMkLst>
        </pc:picChg>
      </pc:sldChg>
      <pc:sldChg chg="modSp">
        <pc:chgData name="Katie HARRISON" userId="S::kfharrison@wisc.edu::f5e22dcb-aa54-4825-b422-a6b74624f705" providerId="AD" clId="Web-{FC2F53E4-FF32-56E4-33D7-F202F47D1601}" dt="2022-08-14T00:45:22.236" v="22" actId="1076"/>
        <pc:sldMkLst>
          <pc:docMk/>
          <pc:sldMk cId="1975411790" sldId="273"/>
        </pc:sldMkLst>
        <pc:picChg chg="mod">
          <ac:chgData name="Katie HARRISON" userId="S::kfharrison@wisc.edu::f5e22dcb-aa54-4825-b422-a6b74624f705" providerId="AD" clId="Web-{FC2F53E4-FF32-56E4-33D7-F202F47D1601}" dt="2022-08-14T00:45:22.236" v="22" actId="1076"/>
          <ac:picMkLst>
            <pc:docMk/>
            <pc:sldMk cId="1975411790" sldId="273"/>
            <ac:picMk id="9" creationId="{B2BFFC4C-51E9-B829-1FC4-CF179A82D762}"/>
          </ac:picMkLst>
        </pc:picChg>
      </pc:sldChg>
      <pc:sldChg chg="delSp">
        <pc:chgData name="Katie HARRISON" userId="S::kfharrison@wisc.edu::f5e22dcb-aa54-4825-b422-a6b74624f705" providerId="AD" clId="Web-{FC2F53E4-FF32-56E4-33D7-F202F47D1601}" dt="2022-08-14T12:51:42.309" v="337"/>
        <pc:sldMkLst>
          <pc:docMk/>
          <pc:sldMk cId="2280647287" sldId="277"/>
        </pc:sldMkLst>
        <pc:spChg chg="del">
          <ac:chgData name="Katie HARRISON" userId="S::kfharrison@wisc.edu::f5e22dcb-aa54-4825-b422-a6b74624f705" providerId="AD" clId="Web-{FC2F53E4-FF32-56E4-33D7-F202F47D1601}" dt="2022-08-14T12:51:42.309" v="337"/>
          <ac:spMkLst>
            <pc:docMk/>
            <pc:sldMk cId="2280647287" sldId="277"/>
            <ac:spMk id="3" creationId="{C35536BD-EDBD-9B13-5006-1C64541ACB52}"/>
          </ac:spMkLst>
        </pc:spChg>
      </pc:sldChg>
      <pc:sldChg chg="addSp delSp modSp addCm modCm">
        <pc:chgData name="Katie HARRISON" userId="S::kfharrison@wisc.edu::f5e22dcb-aa54-4825-b422-a6b74624f705" providerId="AD" clId="Web-{FC2F53E4-FF32-56E4-33D7-F202F47D1601}" dt="2022-08-14T06:15:12.029" v="244" actId="20577"/>
        <pc:sldMkLst>
          <pc:docMk/>
          <pc:sldMk cId="1006650640" sldId="280"/>
        </pc:sldMkLst>
        <pc:spChg chg="mod">
          <ac:chgData name="Katie HARRISON" userId="S::kfharrison@wisc.edu::f5e22dcb-aa54-4825-b422-a6b74624f705" providerId="AD" clId="Web-{FC2F53E4-FF32-56E4-33D7-F202F47D1601}" dt="2022-08-14T06:15:12.029" v="244" actId="20577"/>
          <ac:spMkLst>
            <pc:docMk/>
            <pc:sldMk cId="1006650640" sldId="280"/>
            <ac:spMk id="2" creationId="{78699449-6983-CBEB-D24C-8481596BD551}"/>
          </ac:spMkLst>
        </pc:spChg>
        <pc:spChg chg="add">
          <ac:chgData name="Katie HARRISON" userId="S::kfharrison@wisc.edu::f5e22dcb-aa54-4825-b422-a6b74624f705" providerId="AD" clId="Web-{FC2F53E4-FF32-56E4-33D7-F202F47D1601}" dt="2022-08-14T06:12:54.748" v="207"/>
          <ac:spMkLst>
            <pc:docMk/>
            <pc:sldMk cId="1006650640" sldId="280"/>
            <ac:spMk id="3" creationId="{3DB8B36E-DD22-59F1-07D3-2027B3C1DC9E}"/>
          </ac:spMkLst>
        </pc:spChg>
        <pc:spChg chg="add del">
          <ac:chgData name="Katie HARRISON" userId="S::kfharrison@wisc.edu::f5e22dcb-aa54-4825-b422-a6b74624f705" providerId="AD" clId="Web-{FC2F53E4-FF32-56E4-33D7-F202F47D1601}" dt="2022-08-14T06:15:03.904" v="242"/>
          <ac:spMkLst>
            <pc:docMk/>
            <pc:sldMk cId="1006650640" sldId="280"/>
            <ac:spMk id="4" creationId="{6A2610C5-F2BE-2EF9-768D-495826CCE487}"/>
          </ac:spMkLst>
        </pc:spChg>
        <pc:spChg chg="mod">
          <ac:chgData name="Katie HARRISON" userId="S::kfharrison@wisc.edu::f5e22dcb-aa54-4825-b422-a6b74624f705" providerId="AD" clId="Web-{FC2F53E4-FF32-56E4-33D7-F202F47D1601}" dt="2022-08-14T05:59:24.470" v="206" actId="1076"/>
          <ac:spMkLst>
            <pc:docMk/>
            <pc:sldMk cId="1006650640" sldId="280"/>
            <ac:spMk id="10" creationId="{D5B6B3F6-4E73-B55E-8301-BA1E58AD1336}"/>
          </ac:spMkLst>
        </pc:spChg>
        <pc:spChg chg="mod">
          <ac:chgData name="Katie HARRISON" userId="S::kfharrison@wisc.edu::f5e22dcb-aa54-4825-b422-a6b74624f705" providerId="AD" clId="Web-{FC2F53E4-FF32-56E4-33D7-F202F47D1601}" dt="2022-08-14T05:59:02.360" v="204" actId="14100"/>
          <ac:spMkLst>
            <pc:docMk/>
            <pc:sldMk cId="1006650640" sldId="280"/>
            <ac:spMk id="13" creationId="{35DC1F1C-1C8B-F4C9-BB24-B56AB48376EB}"/>
          </ac:spMkLst>
        </pc:spChg>
        <pc:picChg chg="mod">
          <ac:chgData name="Katie HARRISON" userId="S::kfharrison@wisc.edu::f5e22dcb-aa54-4825-b422-a6b74624f705" providerId="AD" clId="Web-{FC2F53E4-FF32-56E4-33D7-F202F47D1601}" dt="2022-08-14T05:58:21.454" v="201" actId="1076"/>
          <ac:picMkLst>
            <pc:docMk/>
            <pc:sldMk cId="1006650640" sldId="280"/>
            <ac:picMk id="9" creationId="{2643A441-C519-A7AB-6472-D4A5696747A2}"/>
          </ac:picMkLst>
        </pc:picChg>
      </pc:sldChg>
      <pc:sldChg chg="addCm">
        <pc:chgData name="Katie HARRISON" userId="S::kfharrison@wisc.edu::f5e22dcb-aa54-4825-b422-a6b74624f705" providerId="AD" clId="Web-{FC2F53E4-FF32-56E4-33D7-F202F47D1601}" dt="2022-08-14T01:17:00.095" v="28"/>
        <pc:sldMkLst>
          <pc:docMk/>
          <pc:sldMk cId="608946128" sldId="281"/>
        </pc:sldMkLst>
      </pc:sldChg>
      <pc:sldChg chg="addSp delSp modSp new mod setBg addCm">
        <pc:chgData name="Katie HARRISON" userId="S::kfharrison@wisc.edu::f5e22dcb-aa54-4825-b422-a6b74624f705" providerId="AD" clId="Web-{FC2F53E4-FF32-56E4-33D7-F202F47D1601}" dt="2022-08-14T05:15:52.520" v="196" actId="20577"/>
        <pc:sldMkLst>
          <pc:docMk/>
          <pc:sldMk cId="566026939" sldId="283"/>
        </pc:sldMkLst>
        <pc:spChg chg="mod">
          <ac:chgData name="Katie HARRISON" userId="S::kfharrison@wisc.edu::f5e22dcb-aa54-4825-b422-a6b74624f705" providerId="AD" clId="Web-{FC2F53E4-FF32-56E4-33D7-F202F47D1601}" dt="2022-08-14T05:15:52.520" v="196" actId="20577"/>
          <ac:spMkLst>
            <pc:docMk/>
            <pc:sldMk cId="566026939" sldId="283"/>
            <ac:spMk id="2" creationId="{9810F596-A256-2973-B5BC-0AB1C2B186AC}"/>
          </ac:spMkLst>
        </pc:spChg>
        <pc:spChg chg="del">
          <ac:chgData name="Katie HARRISON" userId="S::kfharrison@wisc.edu::f5e22dcb-aa54-4825-b422-a6b74624f705" providerId="AD" clId="Web-{FC2F53E4-FF32-56E4-33D7-F202F47D1601}" dt="2022-08-14T04:48:36.991" v="51"/>
          <ac:spMkLst>
            <pc:docMk/>
            <pc:sldMk cId="566026939" sldId="283"/>
            <ac:spMk id="3" creationId="{CADF563D-A788-CCE3-A2EF-C9A417C01BF2}"/>
          </ac:spMkLst>
        </pc:spChg>
        <pc:spChg chg="mod">
          <ac:chgData name="Katie HARRISON" userId="S::kfharrison@wisc.edu::f5e22dcb-aa54-4825-b422-a6b74624f705" providerId="AD" clId="Web-{FC2F53E4-FF32-56E4-33D7-F202F47D1601}" dt="2022-08-14T05:13:37.086" v="148"/>
          <ac:spMkLst>
            <pc:docMk/>
            <pc:sldMk cId="566026939" sldId="283"/>
            <ac:spMk id="4" creationId="{611A08B0-42CF-C8EF-C314-EAD4C06549BF}"/>
          </ac:spMkLst>
        </pc:spChg>
        <pc:spChg chg="mod">
          <ac:chgData name="Katie HARRISON" userId="S::kfharrison@wisc.edu::f5e22dcb-aa54-4825-b422-a6b74624f705" providerId="AD" clId="Web-{FC2F53E4-FF32-56E4-33D7-F202F47D1601}" dt="2022-08-14T05:13:37.086" v="148"/>
          <ac:spMkLst>
            <pc:docMk/>
            <pc:sldMk cId="566026939" sldId="283"/>
            <ac:spMk id="5" creationId="{2AA5E35D-4EF1-A68E-702B-F2098B3BC0BF}"/>
          </ac:spMkLst>
        </pc:spChg>
        <pc:spChg chg="add del mod">
          <ac:chgData name="Katie HARRISON" userId="S::kfharrison@wisc.edu::f5e22dcb-aa54-4825-b422-a6b74624f705" providerId="AD" clId="Web-{FC2F53E4-FF32-56E4-33D7-F202F47D1601}" dt="2022-08-14T04:49:00.554" v="58"/>
          <ac:spMkLst>
            <pc:docMk/>
            <pc:sldMk cId="566026939" sldId="283"/>
            <ac:spMk id="8" creationId="{BB9FE090-46C4-6048-117D-8BB09AB7B61B}"/>
          </ac:spMkLst>
        </pc:spChg>
        <pc:spChg chg="add del mod">
          <ac:chgData name="Katie HARRISON" userId="S::kfharrison@wisc.edu::f5e22dcb-aa54-4825-b422-a6b74624f705" providerId="AD" clId="Web-{FC2F53E4-FF32-56E4-33D7-F202F47D1601}" dt="2022-08-14T05:13:37.086" v="148"/>
          <ac:spMkLst>
            <pc:docMk/>
            <pc:sldMk cId="566026939" sldId="283"/>
            <ac:spMk id="10" creationId="{7F71D08F-1605-75A5-CBED-31D892F78599}"/>
          </ac:spMkLst>
        </pc:spChg>
        <pc:spChg chg="add del mod">
          <ac:chgData name="Katie HARRISON" userId="S::kfharrison@wisc.edu::f5e22dcb-aa54-4825-b422-a6b74624f705" providerId="AD" clId="Web-{FC2F53E4-FF32-56E4-33D7-F202F47D1601}" dt="2022-08-14T05:13:37.086" v="148"/>
          <ac:spMkLst>
            <pc:docMk/>
            <pc:sldMk cId="566026939" sldId="283"/>
            <ac:spMk id="13" creationId="{5808F19B-E659-8DDE-0ACF-33BA80D113E5}"/>
          </ac:spMkLst>
        </pc:spChg>
        <pc:spChg chg="add del mod">
          <ac:chgData name="Katie HARRISON" userId="S::kfharrison@wisc.edu::f5e22dcb-aa54-4825-b422-a6b74624f705" providerId="AD" clId="Web-{FC2F53E4-FF32-56E4-33D7-F202F47D1601}" dt="2022-08-14T04:54:10.552" v="102"/>
          <ac:spMkLst>
            <pc:docMk/>
            <pc:sldMk cId="566026939" sldId="283"/>
            <ac:spMk id="14" creationId="{71645531-12E8-521D-A594-D101C5CF87DA}"/>
          </ac:spMkLst>
        </pc:spChg>
        <pc:spChg chg="add">
          <ac:chgData name="Katie HARRISON" userId="S::kfharrison@wisc.edu::f5e22dcb-aa54-4825-b422-a6b74624f705" providerId="AD" clId="Web-{FC2F53E4-FF32-56E4-33D7-F202F47D1601}" dt="2022-08-14T05:13:37.086" v="148"/>
          <ac:spMkLst>
            <pc:docMk/>
            <pc:sldMk cId="566026939" sldId="283"/>
            <ac:spMk id="19" creationId="{2D6FBB9D-1CAA-4D05-AB33-BABDFE17B843}"/>
          </ac:spMkLst>
        </pc:spChg>
        <pc:spChg chg="add">
          <ac:chgData name="Katie HARRISON" userId="S::kfharrison@wisc.edu::f5e22dcb-aa54-4825-b422-a6b74624f705" providerId="AD" clId="Web-{FC2F53E4-FF32-56E4-33D7-F202F47D1601}" dt="2022-08-14T05:13:37.086" v="148"/>
          <ac:spMkLst>
            <pc:docMk/>
            <pc:sldMk cId="566026939" sldId="283"/>
            <ac:spMk id="21" creationId="{04727B71-B4B6-4823-80A1-68C40B475118}"/>
          </ac:spMkLst>
        </pc:spChg>
        <pc:spChg chg="add">
          <ac:chgData name="Katie HARRISON" userId="S::kfharrison@wisc.edu::f5e22dcb-aa54-4825-b422-a6b74624f705" providerId="AD" clId="Web-{FC2F53E4-FF32-56E4-33D7-F202F47D1601}" dt="2022-08-14T05:13:37.086" v="148"/>
          <ac:spMkLst>
            <pc:docMk/>
            <pc:sldMk cId="566026939" sldId="283"/>
            <ac:spMk id="23" creationId="{79A6DB05-9FB5-4B07-8675-74C23D4FD89D}"/>
          </ac:spMkLst>
        </pc:spChg>
        <pc:spChg chg="add">
          <ac:chgData name="Katie HARRISON" userId="S::kfharrison@wisc.edu::f5e22dcb-aa54-4825-b422-a6b74624f705" providerId="AD" clId="Web-{FC2F53E4-FF32-56E4-33D7-F202F47D1601}" dt="2022-08-14T05:13:37.086" v="148"/>
          <ac:spMkLst>
            <pc:docMk/>
            <pc:sldMk cId="566026939" sldId="283"/>
            <ac:spMk id="25" creationId="{8108D317-7CBD-4897-BD1F-959436D2A3BE}"/>
          </ac:spMkLst>
        </pc:spChg>
        <pc:spChg chg="add">
          <ac:chgData name="Katie HARRISON" userId="S::kfharrison@wisc.edu::f5e22dcb-aa54-4825-b422-a6b74624f705" providerId="AD" clId="Web-{FC2F53E4-FF32-56E4-33D7-F202F47D1601}" dt="2022-08-14T05:13:37.086" v="148"/>
          <ac:spMkLst>
            <pc:docMk/>
            <pc:sldMk cId="566026939" sldId="283"/>
            <ac:spMk id="27" creationId="{D6297641-8B9F-4767-9606-8A11313227BF}"/>
          </ac:spMkLst>
        </pc:spChg>
        <pc:spChg chg="add">
          <ac:chgData name="Katie HARRISON" userId="S::kfharrison@wisc.edu::f5e22dcb-aa54-4825-b422-a6b74624f705" providerId="AD" clId="Web-{FC2F53E4-FF32-56E4-33D7-F202F47D1601}" dt="2022-08-14T05:13:37.086" v="148"/>
          <ac:spMkLst>
            <pc:docMk/>
            <pc:sldMk cId="566026939" sldId="283"/>
            <ac:spMk id="29" creationId="{D8F3CA65-EA00-46B4-9616-39E6853F7BED}"/>
          </ac:spMkLst>
        </pc:spChg>
        <pc:picChg chg="add del mod ord modCrop">
          <ac:chgData name="Katie HARRISON" userId="S::kfharrison@wisc.edu::f5e22dcb-aa54-4825-b422-a6b74624f705" providerId="AD" clId="Web-{FC2F53E4-FF32-56E4-33D7-F202F47D1601}" dt="2022-08-14T04:48:46.679" v="54"/>
          <ac:picMkLst>
            <pc:docMk/>
            <pc:sldMk cId="566026939" sldId="283"/>
            <ac:picMk id="6" creationId="{7BDAD95B-BD64-CF35-1F9C-B5162461A0BB}"/>
          </ac:picMkLst>
        </pc:picChg>
        <pc:picChg chg="add del mod ord modCrop">
          <ac:chgData name="Katie HARRISON" userId="S::kfharrison@wisc.edu::f5e22dcb-aa54-4825-b422-a6b74624f705" providerId="AD" clId="Web-{FC2F53E4-FF32-56E4-33D7-F202F47D1601}" dt="2022-08-14T04:48:51.632" v="56"/>
          <ac:picMkLst>
            <pc:docMk/>
            <pc:sldMk cId="566026939" sldId="283"/>
            <ac:picMk id="9" creationId="{2C1DDA63-CD71-5A85-EB0B-E7E3E87B24E0}"/>
          </ac:picMkLst>
        </pc:picChg>
        <pc:picChg chg="add del mod ord modCrop">
          <ac:chgData name="Katie HARRISON" userId="S::kfharrison@wisc.edu::f5e22dcb-aa54-4825-b422-a6b74624f705" providerId="AD" clId="Web-{FC2F53E4-FF32-56E4-33D7-F202F47D1601}" dt="2022-08-14T04:49:20.804" v="64"/>
          <ac:picMkLst>
            <pc:docMk/>
            <pc:sldMk cId="566026939" sldId="283"/>
            <ac:picMk id="11" creationId="{AD900C7D-CDE5-AD04-95E5-5646473D140A}"/>
          </ac:picMkLst>
        </pc:picChg>
        <pc:picChg chg="add">
          <ac:chgData name="Katie HARRISON" userId="S::kfharrison@wisc.edu::f5e22dcb-aa54-4825-b422-a6b74624f705" providerId="AD" clId="Web-{FC2F53E4-FF32-56E4-33D7-F202F47D1601}" dt="2022-08-14T05:13:37.086" v="148"/>
          <ac:picMkLst>
            <pc:docMk/>
            <pc:sldMk cId="566026939" sldId="283"/>
            <ac:picMk id="15" creationId="{63FD4674-3491-1653-67CA-2D7D817C4653}"/>
          </ac:picMkLst>
        </pc:picChg>
      </pc:sldChg>
      <pc:sldChg chg="addSp modSp new mod setBg">
        <pc:chgData name="Katie HARRISON" userId="S::kfharrison@wisc.edu::f5e22dcb-aa54-4825-b422-a6b74624f705" providerId="AD" clId="Web-{FC2F53E4-FF32-56E4-33D7-F202F47D1601}" dt="2022-08-14T06:18:48.263" v="322" actId="20577"/>
        <pc:sldMkLst>
          <pc:docMk/>
          <pc:sldMk cId="3102211442" sldId="284"/>
        </pc:sldMkLst>
        <pc:spChg chg="mod">
          <ac:chgData name="Katie HARRISON" userId="S::kfharrison@wisc.edu::f5e22dcb-aa54-4825-b422-a6b74624f705" providerId="AD" clId="Web-{FC2F53E4-FF32-56E4-33D7-F202F47D1601}" dt="2022-08-14T06:14:54.185" v="241" actId="20577"/>
          <ac:spMkLst>
            <pc:docMk/>
            <pc:sldMk cId="3102211442" sldId="284"/>
            <ac:spMk id="2" creationId="{C1575299-95A3-F5DC-229C-7BDA0FBECC01}"/>
          </ac:spMkLst>
        </pc:spChg>
        <pc:spChg chg="mod">
          <ac:chgData name="Katie HARRISON" userId="S::kfharrison@wisc.edu::f5e22dcb-aa54-4825-b422-a6b74624f705" providerId="AD" clId="Web-{FC2F53E4-FF32-56E4-33D7-F202F47D1601}" dt="2022-08-14T06:18:48.263" v="322" actId="20577"/>
          <ac:spMkLst>
            <pc:docMk/>
            <pc:sldMk cId="3102211442" sldId="284"/>
            <ac:spMk id="3" creationId="{01EEF862-55FE-D3FD-40F1-F2DC0D4B3D8B}"/>
          </ac:spMkLst>
        </pc:spChg>
        <pc:spChg chg="mod">
          <ac:chgData name="Katie HARRISON" userId="S::kfharrison@wisc.edu::f5e22dcb-aa54-4825-b422-a6b74624f705" providerId="AD" clId="Web-{FC2F53E4-FF32-56E4-33D7-F202F47D1601}" dt="2022-08-14T06:14:40.404" v="240"/>
          <ac:spMkLst>
            <pc:docMk/>
            <pc:sldMk cId="3102211442" sldId="284"/>
            <ac:spMk id="4" creationId="{E556866B-84AB-18AA-595B-5A155F6F37DF}"/>
          </ac:spMkLst>
        </pc:spChg>
        <pc:spChg chg="add">
          <ac:chgData name="Katie HARRISON" userId="S::kfharrison@wisc.edu::f5e22dcb-aa54-4825-b422-a6b74624f705" providerId="AD" clId="Web-{FC2F53E4-FF32-56E4-33D7-F202F47D1601}" dt="2022-08-14T06:14:40.404" v="240"/>
          <ac:spMkLst>
            <pc:docMk/>
            <pc:sldMk cId="3102211442" sldId="284"/>
            <ac:spMk id="9" creationId="{2029D5AD-8348-4446-B191-6A9B6FE03F21}"/>
          </ac:spMkLst>
        </pc:spChg>
        <pc:spChg chg="add">
          <ac:chgData name="Katie HARRISON" userId="S::kfharrison@wisc.edu::f5e22dcb-aa54-4825-b422-a6b74624f705" providerId="AD" clId="Web-{FC2F53E4-FF32-56E4-33D7-F202F47D1601}" dt="2022-08-14T06:14:40.404" v="240"/>
          <ac:spMkLst>
            <pc:docMk/>
            <pc:sldMk cId="3102211442" sldId="284"/>
            <ac:spMk id="11" creationId="{A3F395A2-2B64-4749-BD93-2F159C7E1FB5}"/>
          </ac:spMkLst>
        </pc:spChg>
        <pc:spChg chg="add">
          <ac:chgData name="Katie HARRISON" userId="S::kfharrison@wisc.edu::f5e22dcb-aa54-4825-b422-a6b74624f705" providerId="AD" clId="Web-{FC2F53E4-FF32-56E4-33D7-F202F47D1601}" dt="2022-08-14T06:14:40.404" v="240"/>
          <ac:spMkLst>
            <pc:docMk/>
            <pc:sldMk cId="3102211442" sldId="284"/>
            <ac:spMk id="13" creationId="{5CF0135B-EAB8-4CA0-896C-2D897ECD28BC}"/>
          </ac:spMkLst>
        </pc:spChg>
        <pc:spChg chg="add">
          <ac:chgData name="Katie HARRISON" userId="S::kfharrison@wisc.edu::f5e22dcb-aa54-4825-b422-a6b74624f705" providerId="AD" clId="Web-{FC2F53E4-FF32-56E4-33D7-F202F47D1601}" dt="2022-08-14T06:14:40.404" v="240"/>
          <ac:spMkLst>
            <pc:docMk/>
            <pc:sldMk cId="3102211442" sldId="284"/>
            <ac:spMk id="15" creationId="{92C3387C-D24F-4737-8A37-1DC5CFF09CFA}"/>
          </ac:spMkLst>
        </pc:spChg>
      </pc:sldChg>
      <pc:sldChg chg="addSp modSp">
        <pc:chgData name="Katie HARRISON" userId="S::kfharrison@wisc.edu::f5e22dcb-aa54-4825-b422-a6b74624f705" providerId="AD" clId="Web-{FC2F53E4-FF32-56E4-33D7-F202F47D1601}" dt="2022-08-14T12:51:29.137" v="336" actId="1076"/>
        <pc:sldMkLst>
          <pc:docMk/>
          <pc:sldMk cId="1762672277" sldId="285"/>
        </pc:sldMkLst>
        <pc:spChg chg="mod">
          <ac:chgData name="Katie HARRISON" userId="S::kfharrison@wisc.edu::f5e22dcb-aa54-4825-b422-a6b74624f705" providerId="AD" clId="Web-{FC2F53E4-FF32-56E4-33D7-F202F47D1601}" dt="2022-08-14T12:51:11.606" v="332" actId="20577"/>
          <ac:spMkLst>
            <pc:docMk/>
            <pc:sldMk cId="1762672277" sldId="285"/>
            <ac:spMk id="2" creationId="{3097835E-2C50-1DE4-654A-87D6274FBBC1}"/>
          </ac:spMkLst>
        </pc:spChg>
        <pc:picChg chg="add mod">
          <ac:chgData name="Katie HARRISON" userId="S::kfharrison@wisc.edu::f5e22dcb-aa54-4825-b422-a6b74624f705" providerId="AD" clId="Web-{FC2F53E4-FF32-56E4-33D7-F202F47D1601}" dt="2022-08-14T12:51:25.278" v="335" actId="1076"/>
          <ac:picMkLst>
            <pc:docMk/>
            <pc:sldMk cId="1762672277" sldId="285"/>
            <ac:picMk id="5" creationId="{96C07AA1-019D-B714-BC36-5E93AA056693}"/>
          </ac:picMkLst>
        </pc:picChg>
        <pc:picChg chg="add mod">
          <ac:chgData name="Katie HARRISON" userId="S::kfharrison@wisc.edu::f5e22dcb-aa54-4825-b422-a6b74624f705" providerId="AD" clId="Web-{FC2F53E4-FF32-56E4-33D7-F202F47D1601}" dt="2022-08-14T12:49:16.230" v="329" actId="1076"/>
          <ac:picMkLst>
            <pc:docMk/>
            <pc:sldMk cId="1762672277" sldId="285"/>
            <ac:picMk id="7" creationId="{A0184C6E-1404-A2CC-66BD-0E1A3E831423}"/>
          </ac:picMkLst>
        </pc:picChg>
        <pc:picChg chg="add mod">
          <ac:chgData name="Katie HARRISON" userId="S::kfharrison@wisc.edu::f5e22dcb-aa54-4825-b422-a6b74624f705" providerId="AD" clId="Web-{FC2F53E4-FF32-56E4-33D7-F202F47D1601}" dt="2022-08-14T12:51:29.137" v="336" actId="1076"/>
          <ac:picMkLst>
            <pc:docMk/>
            <pc:sldMk cId="1762672277" sldId="285"/>
            <ac:picMk id="8" creationId="{583FFE92-88DB-E187-1171-CBFEBA9EDE86}"/>
          </ac:picMkLst>
        </pc:picChg>
      </pc:sldChg>
    </pc:docChg>
  </pc:docChgLst>
  <pc:docChgLst>
    <pc:chgData name="Katie HARRISON" userId="S::kfharrison@wisc.edu::f5e22dcb-aa54-4825-b422-a6b74624f705" providerId="AD" clId="Web-{496BDBC1-02DE-7849-AC6A-A825BC8BD8B6}"/>
    <pc:docChg chg="addSld modSld">
      <pc:chgData name="Katie HARRISON" userId="S::kfharrison@wisc.edu::f5e22dcb-aa54-4825-b422-a6b74624f705" providerId="AD" clId="Web-{496BDBC1-02DE-7849-AC6A-A825BC8BD8B6}" dt="2022-08-07T20:50:13.311" v="294" actId="14100"/>
      <pc:docMkLst>
        <pc:docMk/>
      </pc:docMkLst>
      <pc:sldChg chg="addSp delSp modSp addCm modCm">
        <pc:chgData name="Katie HARRISON" userId="S::kfharrison@wisc.edu::f5e22dcb-aa54-4825-b422-a6b74624f705" providerId="AD" clId="Web-{496BDBC1-02DE-7849-AC6A-A825BC8BD8B6}" dt="2022-08-07T20:50:13.311" v="294" actId="14100"/>
        <pc:sldMkLst>
          <pc:docMk/>
          <pc:sldMk cId="2509158788" sldId="259"/>
        </pc:sldMkLst>
        <pc:spChg chg="del">
          <ac:chgData name="Katie HARRISON" userId="S::kfharrison@wisc.edu::f5e22dcb-aa54-4825-b422-a6b74624f705" providerId="AD" clId="Web-{496BDBC1-02DE-7849-AC6A-A825BC8BD8B6}" dt="2022-08-07T19:53:30.084" v="185"/>
          <ac:spMkLst>
            <pc:docMk/>
            <pc:sldMk cId="2509158788" sldId="259"/>
            <ac:spMk id="3" creationId="{0A892099-2F7A-67B1-866C-29DB4C20A9BF}"/>
          </ac:spMkLst>
        </pc:spChg>
        <pc:spChg chg="mod">
          <ac:chgData name="Katie HARRISON" userId="S::kfharrison@wisc.edu::f5e22dcb-aa54-4825-b422-a6b74624f705" providerId="AD" clId="Web-{496BDBC1-02DE-7849-AC6A-A825BC8BD8B6}" dt="2022-08-07T20:22:08.410" v="277" actId="20577"/>
          <ac:spMkLst>
            <pc:docMk/>
            <pc:sldMk cId="2509158788" sldId="259"/>
            <ac:spMk id="4" creationId="{4A843800-939F-7949-EFA0-DB422C4F0B0E}"/>
          </ac:spMkLst>
        </pc:spChg>
        <pc:spChg chg="add del mod">
          <ac:chgData name="Katie HARRISON" userId="S::kfharrison@wisc.edu::f5e22dcb-aa54-4825-b422-a6b74624f705" providerId="AD" clId="Web-{496BDBC1-02DE-7849-AC6A-A825BC8BD8B6}" dt="2022-08-07T20:50:04.045" v="292"/>
          <ac:spMkLst>
            <pc:docMk/>
            <pc:sldMk cId="2509158788" sldId="259"/>
            <ac:spMk id="5" creationId="{31425E82-5B8E-0D4D-DF88-9205891D0840}"/>
          </ac:spMkLst>
        </pc:spChg>
        <pc:spChg chg="add mod">
          <ac:chgData name="Katie HARRISON" userId="S::kfharrison@wisc.edu::f5e22dcb-aa54-4825-b422-a6b74624f705" providerId="AD" clId="Web-{496BDBC1-02DE-7849-AC6A-A825BC8BD8B6}" dt="2022-08-07T20:22:51.833" v="290" actId="20577"/>
          <ac:spMkLst>
            <pc:docMk/>
            <pc:sldMk cId="2509158788" sldId="259"/>
            <ac:spMk id="6" creationId="{6532D72A-F349-8C1A-90E2-965EEC7C0803}"/>
          </ac:spMkLst>
        </pc:spChg>
        <pc:spChg chg="add del mod">
          <ac:chgData name="Katie HARRISON" userId="S::kfharrison@wisc.edu::f5e22dcb-aa54-4825-b422-a6b74624f705" providerId="AD" clId="Web-{496BDBC1-02DE-7849-AC6A-A825BC8BD8B6}" dt="2022-08-07T19:57:51.553" v="222"/>
          <ac:spMkLst>
            <pc:docMk/>
            <pc:sldMk cId="2509158788" sldId="259"/>
            <ac:spMk id="8" creationId="{77D86C74-2DAD-6D1F-7D9C-4914304E1D86}"/>
          </ac:spMkLst>
        </pc:spChg>
        <pc:picChg chg="add mod ord modCrop">
          <ac:chgData name="Katie HARRISON" userId="S::kfharrison@wisc.edu::f5e22dcb-aa54-4825-b422-a6b74624f705" providerId="AD" clId="Web-{496BDBC1-02DE-7849-AC6A-A825BC8BD8B6}" dt="2022-08-07T20:50:04.045" v="292"/>
          <ac:picMkLst>
            <pc:docMk/>
            <pc:sldMk cId="2509158788" sldId="259"/>
            <ac:picMk id="3" creationId="{F208374F-E0DE-7DDB-615F-4DEF28DFA113}"/>
          </ac:picMkLst>
        </pc:picChg>
        <pc:picChg chg="add del mod ord modCrop">
          <ac:chgData name="Katie HARRISON" userId="S::kfharrison@wisc.edu::f5e22dcb-aa54-4825-b422-a6b74624f705" providerId="AD" clId="Web-{496BDBC1-02DE-7849-AC6A-A825BC8BD8B6}" dt="2022-08-07T19:57:49.225" v="221"/>
          <ac:picMkLst>
            <pc:docMk/>
            <pc:sldMk cId="2509158788" sldId="259"/>
            <ac:picMk id="5" creationId="{C4D8E564-0826-F3F5-F12A-90A374056F9A}"/>
          </ac:picMkLst>
        </pc:picChg>
        <pc:picChg chg="add mod">
          <ac:chgData name="Katie HARRISON" userId="S::kfharrison@wisc.edu::f5e22dcb-aa54-4825-b422-a6b74624f705" providerId="AD" clId="Web-{496BDBC1-02DE-7849-AC6A-A825BC8BD8B6}" dt="2022-08-07T20:50:13.311" v="294" actId="14100"/>
          <ac:picMkLst>
            <pc:docMk/>
            <pc:sldMk cId="2509158788" sldId="259"/>
            <ac:picMk id="7" creationId="{1DE995AA-998F-EFA6-52BC-43F412A90D10}"/>
          </ac:picMkLst>
        </pc:picChg>
        <pc:picChg chg="add del mod ord modCrop">
          <ac:chgData name="Katie HARRISON" userId="S::kfharrison@wisc.edu::f5e22dcb-aa54-4825-b422-a6b74624f705" providerId="AD" clId="Web-{496BDBC1-02DE-7849-AC6A-A825BC8BD8B6}" dt="2022-08-07T20:23:13.161" v="291"/>
          <ac:picMkLst>
            <pc:docMk/>
            <pc:sldMk cId="2509158788" sldId="259"/>
            <ac:picMk id="9" creationId="{3DB35C4A-F8B1-00BB-BB3D-9A805434B03D}"/>
          </ac:picMkLst>
        </pc:picChg>
      </pc:sldChg>
      <pc:sldChg chg="addSp delSp modSp add mod modTransition setBg addAnim setClrOvrMap modShow">
        <pc:chgData name="Katie HARRISON" userId="S::kfharrison@wisc.edu::f5e22dcb-aa54-4825-b422-a6b74624f705" providerId="AD" clId="Web-{496BDBC1-02DE-7849-AC6A-A825BC8BD8B6}" dt="2022-08-07T19:36:26.024" v="129"/>
        <pc:sldMkLst>
          <pc:docMk/>
          <pc:sldMk cId="515713402" sldId="265"/>
        </pc:sldMkLst>
        <pc:spChg chg="mod ord">
          <ac:chgData name="Katie HARRISON" userId="S::kfharrison@wisc.edu::f5e22dcb-aa54-4825-b422-a6b74624f705" providerId="AD" clId="Web-{496BDBC1-02DE-7849-AC6A-A825BC8BD8B6}" dt="2022-08-07T19:23:06.698" v="77"/>
          <ac:spMkLst>
            <pc:docMk/>
            <pc:sldMk cId="515713402" sldId="265"/>
            <ac:spMk id="2" creationId="{6D3EBBC4-E9C6-4121-F472-0B74DF816284}"/>
          </ac:spMkLst>
        </pc:spChg>
        <pc:spChg chg="add del">
          <ac:chgData name="Katie HARRISON" userId="S::kfharrison@wisc.edu::f5e22dcb-aa54-4825-b422-a6b74624f705" providerId="AD" clId="Web-{496BDBC1-02DE-7849-AC6A-A825BC8BD8B6}" dt="2022-08-07T19:16:27.011" v="7"/>
          <ac:spMkLst>
            <pc:docMk/>
            <pc:sldMk cId="515713402" sldId="265"/>
            <ac:spMk id="3" creationId="{0A892099-2F7A-67B1-866C-29DB4C20A9BF}"/>
          </ac:spMkLst>
        </pc:spChg>
        <pc:spChg chg="mod">
          <ac:chgData name="Katie HARRISON" userId="S::kfharrison@wisc.edu::f5e22dcb-aa54-4825-b422-a6b74624f705" providerId="AD" clId="Web-{496BDBC1-02DE-7849-AC6A-A825BC8BD8B6}" dt="2022-08-07T19:35:35.946" v="125" actId="1076"/>
          <ac:spMkLst>
            <pc:docMk/>
            <pc:sldMk cId="515713402" sldId="265"/>
            <ac:spMk id="4" creationId="{4A843800-939F-7949-EFA0-DB422C4F0B0E}"/>
          </ac:spMkLst>
        </pc:spChg>
        <pc:spChg chg="add del">
          <ac:chgData name="Katie HARRISON" userId="S::kfharrison@wisc.edu::f5e22dcb-aa54-4825-b422-a6b74624f705" providerId="AD" clId="Web-{496BDBC1-02DE-7849-AC6A-A825BC8BD8B6}" dt="2022-08-07T19:23:06.698" v="77"/>
          <ac:spMkLst>
            <pc:docMk/>
            <pc:sldMk cId="515713402" sldId="265"/>
            <ac:spMk id="11" creationId="{8D06CE56-3881-4ADA-8CEF-D18B02C242A3}"/>
          </ac:spMkLst>
        </pc:spChg>
        <pc:spChg chg="add del">
          <ac:chgData name="Katie HARRISON" userId="S::kfharrison@wisc.edu::f5e22dcb-aa54-4825-b422-a6b74624f705" providerId="AD" clId="Web-{496BDBC1-02DE-7849-AC6A-A825BC8BD8B6}" dt="2022-08-07T19:23:06.698" v="77"/>
          <ac:spMkLst>
            <pc:docMk/>
            <pc:sldMk cId="515713402" sldId="265"/>
            <ac:spMk id="13" creationId="{79F3C543-62EC-4433-9C93-A2CD8764E9B4}"/>
          </ac:spMkLst>
        </pc:spChg>
        <pc:spChg chg="add del">
          <ac:chgData name="Katie HARRISON" userId="S::kfharrison@wisc.edu::f5e22dcb-aa54-4825-b422-a6b74624f705" providerId="AD" clId="Web-{496BDBC1-02DE-7849-AC6A-A825BC8BD8B6}" dt="2022-08-07T19:23:06.698" v="77"/>
          <ac:spMkLst>
            <pc:docMk/>
            <pc:sldMk cId="515713402" sldId="265"/>
            <ac:spMk id="15" creationId="{526E0BFB-CDF1-4990-8C11-AC849311E0A8}"/>
          </ac:spMkLst>
        </pc:spChg>
        <pc:spChg chg="add del">
          <ac:chgData name="Katie HARRISON" userId="S::kfharrison@wisc.edu::f5e22dcb-aa54-4825-b422-a6b74624f705" providerId="AD" clId="Web-{496BDBC1-02DE-7849-AC6A-A825BC8BD8B6}" dt="2022-08-07T19:23:06.698" v="77"/>
          <ac:spMkLst>
            <pc:docMk/>
            <pc:sldMk cId="515713402" sldId="265"/>
            <ac:spMk id="17" creationId="{6069A1F8-9BEB-4786-9694-FC48B2D75D21}"/>
          </ac:spMkLst>
        </pc:spChg>
        <pc:spChg chg="add del">
          <ac:chgData name="Katie HARRISON" userId="S::kfharrison@wisc.edu::f5e22dcb-aa54-4825-b422-a6b74624f705" providerId="AD" clId="Web-{496BDBC1-02DE-7849-AC6A-A825BC8BD8B6}" dt="2022-08-07T19:23:06.698" v="77"/>
          <ac:spMkLst>
            <pc:docMk/>
            <pc:sldMk cId="515713402" sldId="265"/>
            <ac:spMk id="19" creationId="{AF2F604E-43BE-4DC3-B983-E071523364F8}"/>
          </ac:spMkLst>
        </pc:spChg>
        <pc:spChg chg="add del">
          <ac:chgData name="Katie HARRISON" userId="S::kfharrison@wisc.edu::f5e22dcb-aa54-4825-b422-a6b74624f705" providerId="AD" clId="Web-{496BDBC1-02DE-7849-AC6A-A825BC8BD8B6}" dt="2022-08-07T19:23:06.698" v="77"/>
          <ac:spMkLst>
            <pc:docMk/>
            <pc:sldMk cId="515713402" sldId="265"/>
            <ac:spMk id="21" creationId="{08C9B587-E65E-4B52-B37C-ABEBB6E87928}"/>
          </ac:spMkLst>
        </pc:spChg>
        <pc:spChg chg="add ord">
          <ac:chgData name="Katie HARRISON" userId="S::kfharrison@wisc.edu::f5e22dcb-aa54-4825-b422-a6b74624f705" providerId="AD" clId="Web-{496BDBC1-02DE-7849-AC6A-A825BC8BD8B6}" dt="2022-08-07T19:34:08.884" v="94"/>
          <ac:spMkLst>
            <pc:docMk/>
            <pc:sldMk cId="515713402" sldId="265"/>
            <ac:spMk id="26" creationId="{2D6FBB9D-1CAA-4D05-AB33-BABDFE17B843}"/>
          </ac:spMkLst>
        </pc:spChg>
        <pc:spChg chg="add">
          <ac:chgData name="Katie HARRISON" userId="S::kfharrison@wisc.edu::f5e22dcb-aa54-4825-b422-a6b74624f705" providerId="AD" clId="Web-{496BDBC1-02DE-7849-AC6A-A825BC8BD8B6}" dt="2022-08-07T19:23:06.698" v="77"/>
          <ac:spMkLst>
            <pc:docMk/>
            <pc:sldMk cId="515713402" sldId="265"/>
            <ac:spMk id="28" creationId="{04727B71-B4B6-4823-80A1-68C40B475118}"/>
          </ac:spMkLst>
        </pc:spChg>
        <pc:spChg chg="add">
          <ac:chgData name="Katie HARRISON" userId="S::kfharrison@wisc.edu::f5e22dcb-aa54-4825-b422-a6b74624f705" providerId="AD" clId="Web-{496BDBC1-02DE-7849-AC6A-A825BC8BD8B6}" dt="2022-08-07T19:23:06.698" v="77"/>
          <ac:spMkLst>
            <pc:docMk/>
            <pc:sldMk cId="515713402" sldId="265"/>
            <ac:spMk id="30" creationId="{79A6DB05-9FB5-4B07-8675-74C23D4FD89D}"/>
          </ac:spMkLst>
        </pc:spChg>
        <pc:spChg chg="add">
          <ac:chgData name="Katie HARRISON" userId="S::kfharrison@wisc.edu::f5e22dcb-aa54-4825-b422-a6b74624f705" providerId="AD" clId="Web-{496BDBC1-02DE-7849-AC6A-A825BC8BD8B6}" dt="2022-08-07T19:23:06.698" v="77"/>
          <ac:spMkLst>
            <pc:docMk/>
            <pc:sldMk cId="515713402" sldId="265"/>
            <ac:spMk id="32" creationId="{F94AA2BD-2E3F-4B1D-8127-5744B8115311}"/>
          </ac:spMkLst>
        </pc:spChg>
        <pc:spChg chg="add">
          <ac:chgData name="Katie HARRISON" userId="S::kfharrison@wisc.edu::f5e22dcb-aa54-4825-b422-a6b74624f705" providerId="AD" clId="Web-{496BDBC1-02DE-7849-AC6A-A825BC8BD8B6}" dt="2022-08-07T19:23:06.698" v="77"/>
          <ac:spMkLst>
            <pc:docMk/>
            <pc:sldMk cId="515713402" sldId="265"/>
            <ac:spMk id="34" creationId="{4BD02261-2DC8-4AA8-9E16-7751AE892445}"/>
          </ac:spMkLst>
        </pc:spChg>
        <pc:spChg chg="add">
          <ac:chgData name="Katie HARRISON" userId="S::kfharrison@wisc.edu::f5e22dcb-aa54-4825-b422-a6b74624f705" providerId="AD" clId="Web-{496BDBC1-02DE-7849-AC6A-A825BC8BD8B6}" dt="2022-08-07T19:23:06.698" v="77"/>
          <ac:spMkLst>
            <pc:docMk/>
            <pc:sldMk cId="515713402" sldId="265"/>
            <ac:spMk id="36" creationId="{3D752CF2-2291-40B5-B462-C17B174C10BC}"/>
          </ac:spMkLst>
        </pc:spChg>
        <pc:picChg chg="add del mod ord modCrop">
          <ac:chgData name="Katie HARRISON" userId="S::kfharrison@wisc.edu::f5e22dcb-aa54-4825-b422-a6b74624f705" providerId="AD" clId="Web-{496BDBC1-02DE-7849-AC6A-A825BC8BD8B6}" dt="2022-08-07T19:15:26.855" v="6"/>
          <ac:picMkLst>
            <pc:docMk/>
            <pc:sldMk cId="515713402" sldId="265"/>
            <ac:picMk id="5" creationId="{A68C774B-D6B1-7101-7129-6D7F98A64D47}"/>
          </ac:picMkLst>
        </pc:picChg>
        <pc:picChg chg="add mod ord modCrop">
          <ac:chgData name="Katie HARRISON" userId="S::kfharrison@wisc.edu::f5e22dcb-aa54-4825-b422-a6b74624f705" providerId="AD" clId="Web-{496BDBC1-02DE-7849-AC6A-A825BC8BD8B6}" dt="2022-08-07T19:34:16.556" v="96"/>
          <ac:picMkLst>
            <pc:docMk/>
            <pc:sldMk cId="515713402" sldId="265"/>
            <ac:picMk id="6" creationId="{8D561DA4-9D3E-53A7-3F69-40FB12954298}"/>
          </ac:picMkLst>
        </pc:picChg>
      </pc:sldChg>
    </pc:docChg>
  </pc:docChgLst>
  <pc:docChgLst>
    <pc:chgData name="Katie HARRISON" userId="S::kfharrison@wisc.edu::f5e22dcb-aa54-4825-b422-a6b74624f705" providerId="AD" clId="Web-{1AB05EF7-79A9-1AAA-B77C-50F51159FF71}"/>
    <pc:docChg chg="addSld delSld modSld sldOrd">
      <pc:chgData name="Katie HARRISON" userId="S::kfharrison@wisc.edu::f5e22dcb-aa54-4825-b422-a6b74624f705" providerId="AD" clId="Web-{1AB05EF7-79A9-1AAA-B77C-50F51159FF71}" dt="2022-08-10T17:57:44.041" v="281" actId="20577"/>
      <pc:docMkLst>
        <pc:docMk/>
      </pc:docMkLst>
      <pc:sldChg chg="addSp delSp modSp del">
        <pc:chgData name="Katie HARRISON" userId="S::kfharrison@wisc.edu::f5e22dcb-aa54-4825-b422-a6b74624f705" providerId="AD" clId="Web-{1AB05EF7-79A9-1AAA-B77C-50F51159FF71}" dt="2022-08-10T17:07:44.268" v="77"/>
        <pc:sldMkLst>
          <pc:docMk/>
          <pc:sldMk cId="308295134" sldId="258"/>
        </pc:sldMkLst>
        <pc:spChg chg="mod">
          <ac:chgData name="Katie HARRISON" userId="S::kfharrison@wisc.edu::f5e22dcb-aa54-4825-b422-a6b74624f705" providerId="AD" clId="Web-{1AB05EF7-79A9-1AAA-B77C-50F51159FF71}" dt="2022-08-10T17:06:00.704" v="54" actId="20577"/>
          <ac:spMkLst>
            <pc:docMk/>
            <pc:sldMk cId="308295134" sldId="258"/>
            <ac:spMk id="2" creationId="{89B92707-4105-583C-9C49-0D833A112732}"/>
          </ac:spMkLst>
        </pc:spChg>
        <pc:graphicFrameChg chg="del">
          <ac:chgData name="Katie HARRISON" userId="S::kfharrison@wisc.edu::f5e22dcb-aa54-4825-b422-a6b74624f705" providerId="AD" clId="Web-{1AB05EF7-79A9-1AAA-B77C-50F51159FF71}" dt="2022-08-10T17:06:03.845" v="55"/>
          <ac:graphicFrameMkLst>
            <pc:docMk/>
            <pc:sldMk cId="308295134" sldId="258"/>
            <ac:graphicFrameMk id="16" creationId="{4DC6BF4F-0FB1-8903-B2A6-5EFF54729AAF}"/>
          </ac:graphicFrameMkLst>
        </pc:graphicFrameChg>
        <pc:picChg chg="add mod">
          <ac:chgData name="Katie HARRISON" userId="S::kfharrison@wisc.edu::f5e22dcb-aa54-4825-b422-a6b74624f705" providerId="AD" clId="Web-{1AB05EF7-79A9-1AAA-B77C-50F51159FF71}" dt="2022-08-10T17:02:35.702" v="44" actId="1076"/>
          <ac:picMkLst>
            <pc:docMk/>
            <pc:sldMk cId="308295134" sldId="258"/>
            <ac:picMk id="38" creationId="{8F5079A6-DF54-B4E7-48A3-1A4F5BA5E42D}"/>
          </ac:picMkLst>
        </pc:picChg>
      </pc:sldChg>
      <pc:sldChg chg="addSp delSp modSp mod ord setBg setClrOvrMap">
        <pc:chgData name="Katie HARRISON" userId="S::kfharrison@wisc.edu::f5e22dcb-aa54-4825-b422-a6b74624f705" providerId="AD" clId="Web-{1AB05EF7-79A9-1AAA-B77C-50F51159FF71}" dt="2022-08-10T17:05:32.313" v="49"/>
        <pc:sldMkLst>
          <pc:docMk/>
          <pc:sldMk cId="2509158788" sldId="259"/>
        </pc:sldMkLst>
        <pc:spChg chg="mod ord">
          <ac:chgData name="Katie HARRISON" userId="S::kfharrison@wisc.edu::f5e22dcb-aa54-4825-b422-a6b74624f705" providerId="AD" clId="Web-{1AB05EF7-79A9-1AAA-B77C-50F51159FF71}" dt="2022-08-10T17:00:06.418" v="40"/>
          <ac:spMkLst>
            <pc:docMk/>
            <pc:sldMk cId="2509158788" sldId="259"/>
            <ac:spMk id="4" creationId="{05DB6340-162A-4892-7705-8487110AA7DD}"/>
          </ac:spMkLst>
        </pc:spChg>
        <pc:spChg chg="add del">
          <ac:chgData name="Katie HARRISON" userId="S::kfharrison@wisc.edu::f5e22dcb-aa54-4825-b422-a6b74624f705" providerId="AD" clId="Web-{1AB05EF7-79A9-1AAA-B77C-50F51159FF71}" dt="2022-08-10T16:46:01.673" v="12"/>
          <ac:spMkLst>
            <pc:docMk/>
            <pc:sldMk cId="2509158788" sldId="259"/>
            <ac:spMk id="88" creationId="{799448F2-0E5B-42DA-B2D1-11A14E947BD4}"/>
          </ac:spMkLst>
        </pc:spChg>
        <pc:spChg chg="add del">
          <ac:chgData name="Katie HARRISON" userId="S::kfharrison@wisc.edu::f5e22dcb-aa54-4825-b422-a6b74624f705" providerId="AD" clId="Web-{1AB05EF7-79A9-1AAA-B77C-50F51159FF71}" dt="2022-08-10T16:46:01.673" v="12"/>
          <ac:spMkLst>
            <pc:docMk/>
            <pc:sldMk cId="2509158788" sldId="259"/>
            <ac:spMk id="90" creationId="{4E8A7552-20E1-4F34-ADAB-C1DB6634D47E}"/>
          </ac:spMkLst>
        </pc:spChg>
        <pc:spChg chg="add del">
          <ac:chgData name="Katie HARRISON" userId="S::kfharrison@wisc.edu::f5e22dcb-aa54-4825-b422-a6b74624f705" providerId="AD" clId="Web-{1AB05EF7-79A9-1AAA-B77C-50F51159FF71}" dt="2022-08-10T16:46:01.673" v="11"/>
          <ac:spMkLst>
            <pc:docMk/>
            <pc:sldMk cId="2509158788" sldId="259"/>
            <ac:spMk id="95" creationId="{19E301E5-1206-47D0-9CDF-72583D739089}"/>
          </ac:spMkLst>
        </pc:spChg>
        <pc:spChg chg="add del">
          <ac:chgData name="Katie HARRISON" userId="S::kfharrison@wisc.edu::f5e22dcb-aa54-4825-b422-a6b74624f705" providerId="AD" clId="Web-{1AB05EF7-79A9-1AAA-B77C-50F51159FF71}" dt="2022-08-10T16:46:01.673" v="11"/>
          <ac:spMkLst>
            <pc:docMk/>
            <pc:sldMk cId="2509158788" sldId="259"/>
            <ac:spMk id="97" creationId="{AFA31FBE-7948-4384-B68A-75DEFDC4955A}"/>
          </ac:spMkLst>
        </pc:spChg>
        <pc:spChg chg="add del">
          <ac:chgData name="Katie HARRISON" userId="S::kfharrison@wisc.edu::f5e22dcb-aa54-4825-b422-a6b74624f705" providerId="AD" clId="Web-{1AB05EF7-79A9-1AAA-B77C-50F51159FF71}" dt="2022-08-10T16:55:48.321" v="24"/>
          <ac:spMkLst>
            <pc:docMk/>
            <pc:sldMk cId="2509158788" sldId="259"/>
            <ac:spMk id="99" creationId="{7F23EF37-19EC-4973-A7AF-4BBF68646D7D}"/>
          </ac:spMkLst>
        </pc:spChg>
        <pc:spChg chg="add del">
          <ac:chgData name="Katie HARRISON" userId="S::kfharrison@wisc.edu::f5e22dcb-aa54-4825-b422-a6b74624f705" providerId="AD" clId="Web-{1AB05EF7-79A9-1AAA-B77C-50F51159FF71}" dt="2022-08-10T16:55:26.634" v="19"/>
          <ac:spMkLst>
            <pc:docMk/>
            <pc:sldMk cId="2509158788" sldId="259"/>
            <ac:spMk id="104" creationId="{19E301E5-1206-47D0-9CDF-72583D739089}"/>
          </ac:spMkLst>
        </pc:spChg>
        <pc:spChg chg="add del">
          <ac:chgData name="Katie HARRISON" userId="S::kfharrison@wisc.edu::f5e22dcb-aa54-4825-b422-a6b74624f705" providerId="AD" clId="Web-{1AB05EF7-79A9-1AAA-B77C-50F51159FF71}" dt="2022-08-10T16:55:26.634" v="19"/>
          <ac:spMkLst>
            <pc:docMk/>
            <pc:sldMk cId="2509158788" sldId="259"/>
            <ac:spMk id="106" creationId="{AFA31FBE-7948-4384-B68A-75DEFDC4955A}"/>
          </ac:spMkLst>
        </pc:spChg>
        <pc:spChg chg="add del">
          <ac:chgData name="Katie HARRISON" userId="S::kfharrison@wisc.edu::f5e22dcb-aa54-4825-b422-a6b74624f705" providerId="AD" clId="Web-{1AB05EF7-79A9-1AAA-B77C-50F51159FF71}" dt="2022-08-10T16:55:36.853" v="21"/>
          <ac:spMkLst>
            <pc:docMk/>
            <pc:sldMk cId="2509158788" sldId="259"/>
            <ac:spMk id="108" creationId="{D7D9F91F-72C9-4DB9-ABD0-A8180D8262D5}"/>
          </ac:spMkLst>
        </pc:spChg>
        <pc:spChg chg="add del">
          <ac:chgData name="Katie HARRISON" userId="S::kfharrison@wisc.edu::f5e22dcb-aa54-4825-b422-a6b74624f705" providerId="AD" clId="Web-{1AB05EF7-79A9-1AAA-B77C-50F51159FF71}" dt="2022-08-10T16:55:36.853" v="21"/>
          <ac:spMkLst>
            <pc:docMk/>
            <pc:sldMk cId="2509158788" sldId="259"/>
            <ac:spMk id="109" creationId="{9527FCEA-6143-4C5E-8C45-8AC9237ADE89}"/>
          </ac:spMkLst>
        </pc:spChg>
        <pc:spChg chg="add del">
          <ac:chgData name="Katie HARRISON" userId="S::kfharrison@wisc.edu::f5e22dcb-aa54-4825-b422-a6b74624f705" providerId="AD" clId="Web-{1AB05EF7-79A9-1AAA-B77C-50F51159FF71}" dt="2022-08-10T16:55:36.853" v="21"/>
          <ac:spMkLst>
            <pc:docMk/>
            <pc:sldMk cId="2509158788" sldId="259"/>
            <ac:spMk id="110" creationId="{BE016956-CE9F-4946-8834-A8BC3529D0F6}"/>
          </ac:spMkLst>
        </pc:spChg>
        <pc:spChg chg="add del">
          <ac:chgData name="Katie HARRISON" userId="S::kfharrison@wisc.edu::f5e22dcb-aa54-4825-b422-a6b74624f705" providerId="AD" clId="Web-{1AB05EF7-79A9-1AAA-B77C-50F51159FF71}" dt="2022-08-10T16:55:36.853" v="21"/>
          <ac:spMkLst>
            <pc:docMk/>
            <pc:sldMk cId="2509158788" sldId="259"/>
            <ac:spMk id="111" creationId="{1A9F23AD-7A55-49F3-A3EC-743F47F36B0E}"/>
          </ac:spMkLst>
        </pc:spChg>
        <pc:spChg chg="add del">
          <ac:chgData name="Katie HARRISON" userId="S::kfharrison@wisc.edu::f5e22dcb-aa54-4825-b422-a6b74624f705" providerId="AD" clId="Web-{1AB05EF7-79A9-1AAA-B77C-50F51159FF71}" dt="2022-08-10T16:55:48.306" v="23"/>
          <ac:spMkLst>
            <pc:docMk/>
            <pc:sldMk cId="2509158788" sldId="259"/>
            <ac:spMk id="113" creationId="{42A4FC2C-047E-45A5-965D-8E1E3BF09BC6}"/>
          </ac:spMkLst>
        </pc:spChg>
        <pc:spChg chg="add del">
          <ac:chgData name="Katie HARRISON" userId="S::kfharrison@wisc.edu::f5e22dcb-aa54-4825-b422-a6b74624f705" providerId="AD" clId="Web-{1AB05EF7-79A9-1AAA-B77C-50F51159FF71}" dt="2022-08-10T16:56:27.713" v="35"/>
          <ac:spMkLst>
            <pc:docMk/>
            <pc:sldMk cId="2509158788" sldId="259"/>
            <ac:spMk id="115" creationId="{19E301E5-1206-47D0-9CDF-72583D739089}"/>
          </ac:spMkLst>
        </pc:spChg>
        <pc:spChg chg="add del">
          <ac:chgData name="Katie HARRISON" userId="S::kfharrison@wisc.edu::f5e22dcb-aa54-4825-b422-a6b74624f705" providerId="AD" clId="Web-{1AB05EF7-79A9-1AAA-B77C-50F51159FF71}" dt="2022-08-10T16:56:27.713" v="35"/>
          <ac:spMkLst>
            <pc:docMk/>
            <pc:sldMk cId="2509158788" sldId="259"/>
            <ac:spMk id="116" creationId="{AFA31FBE-7948-4384-B68A-75DEFDC4955A}"/>
          </ac:spMkLst>
        </pc:spChg>
        <pc:spChg chg="add del">
          <ac:chgData name="Katie HARRISON" userId="S::kfharrison@wisc.edu::f5e22dcb-aa54-4825-b422-a6b74624f705" providerId="AD" clId="Web-{1AB05EF7-79A9-1AAA-B77C-50F51159FF71}" dt="2022-08-10T17:00:06.418" v="40"/>
          <ac:spMkLst>
            <pc:docMk/>
            <pc:sldMk cId="2509158788" sldId="259"/>
            <ac:spMk id="121" creationId="{C96C8BAF-68F3-4B78-B238-35DF5D86560D}"/>
          </ac:spMkLst>
        </pc:spChg>
        <pc:spChg chg="add">
          <ac:chgData name="Katie HARRISON" userId="S::kfharrison@wisc.edu::f5e22dcb-aa54-4825-b422-a6b74624f705" providerId="AD" clId="Web-{1AB05EF7-79A9-1AAA-B77C-50F51159FF71}" dt="2022-08-10T17:00:06.418" v="40"/>
          <ac:spMkLst>
            <pc:docMk/>
            <pc:sldMk cId="2509158788" sldId="259"/>
            <ac:spMk id="138" creationId="{C96C8BAF-68F3-4B78-B238-35DF5D86560D}"/>
          </ac:spMkLst>
        </pc:spChg>
        <pc:grpChg chg="add del">
          <ac:chgData name="Katie HARRISON" userId="S::kfharrison@wisc.edu::f5e22dcb-aa54-4825-b422-a6b74624f705" providerId="AD" clId="Web-{1AB05EF7-79A9-1AAA-B77C-50F51159FF71}" dt="2022-08-10T17:00:06.418" v="40"/>
          <ac:grpSpMkLst>
            <pc:docMk/>
            <pc:sldMk cId="2509158788" sldId="259"/>
            <ac:grpSpMk id="123" creationId="{4F4CD6D0-5A87-4BA2-A13A-0E40511C3CFA}"/>
          </ac:grpSpMkLst>
        </pc:grpChg>
        <pc:grpChg chg="add del">
          <ac:chgData name="Katie HARRISON" userId="S::kfharrison@wisc.edu::f5e22dcb-aa54-4825-b422-a6b74624f705" providerId="AD" clId="Web-{1AB05EF7-79A9-1AAA-B77C-50F51159FF71}" dt="2022-08-10T17:00:06.418" v="40"/>
          <ac:grpSpMkLst>
            <pc:docMk/>
            <pc:sldMk cId="2509158788" sldId="259"/>
            <ac:grpSpMk id="127" creationId="{E9537076-EF48-4F72-9164-FD8260D550AC}"/>
          </ac:grpSpMkLst>
        </pc:grpChg>
        <pc:grpChg chg="add del">
          <ac:chgData name="Katie HARRISON" userId="S::kfharrison@wisc.edu::f5e22dcb-aa54-4825-b422-a6b74624f705" providerId="AD" clId="Web-{1AB05EF7-79A9-1AAA-B77C-50F51159FF71}" dt="2022-08-10T17:00:06.418" v="40"/>
          <ac:grpSpMkLst>
            <pc:docMk/>
            <pc:sldMk cId="2509158788" sldId="259"/>
            <ac:grpSpMk id="131" creationId="{6EFC3492-86BD-4D75-B5B4-C2DBFE0BD106}"/>
          </ac:grpSpMkLst>
        </pc:grpChg>
        <pc:grpChg chg="add">
          <ac:chgData name="Katie HARRISON" userId="S::kfharrison@wisc.edu::f5e22dcb-aa54-4825-b422-a6b74624f705" providerId="AD" clId="Web-{1AB05EF7-79A9-1AAA-B77C-50F51159FF71}" dt="2022-08-10T17:00:06.418" v="40"/>
          <ac:grpSpMkLst>
            <pc:docMk/>
            <pc:sldMk cId="2509158788" sldId="259"/>
            <ac:grpSpMk id="140" creationId="{4F4CD6D0-5A87-4BA2-A13A-0E40511C3CFA}"/>
          </ac:grpSpMkLst>
        </pc:grpChg>
        <pc:grpChg chg="add">
          <ac:chgData name="Katie HARRISON" userId="S::kfharrison@wisc.edu::f5e22dcb-aa54-4825-b422-a6b74624f705" providerId="AD" clId="Web-{1AB05EF7-79A9-1AAA-B77C-50F51159FF71}" dt="2022-08-10T17:00:06.418" v="40"/>
          <ac:grpSpMkLst>
            <pc:docMk/>
            <pc:sldMk cId="2509158788" sldId="259"/>
            <ac:grpSpMk id="144" creationId="{E9537076-EF48-4F72-9164-FD8260D550AC}"/>
          </ac:grpSpMkLst>
        </pc:grpChg>
        <pc:grpChg chg="add">
          <ac:chgData name="Katie HARRISON" userId="S::kfharrison@wisc.edu::f5e22dcb-aa54-4825-b422-a6b74624f705" providerId="AD" clId="Web-{1AB05EF7-79A9-1AAA-B77C-50F51159FF71}" dt="2022-08-10T17:00:06.418" v="40"/>
          <ac:grpSpMkLst>
            <pc:docMk/>
            <pc:sldMk cId="2509158788" sldId="259"/>
            <ac:grpSpMk id="148" creationId="{6EFC3492-86BD-4D75-B5B4-C2DBFE0BD106}"/>
          </ac:grpSpMkLst>
        </pc:grpChg>
        <pc:picChg chg="del">
          <ac:chgData name="Katie HARRISON" userId="S::kfharrison@wisc.edu::f5e22dcb-aa54-4825-b422-a6b74624f705" providerId="AD" clId="Web-{1AB05EF7-79A9-1AAA-B77C-50F51159FF71}" dt="2022-08-10T16:44:44.047" v="5"/>
          <ac:picMkLst>
            <pc:docMk/>
            <pc:sldMk cId="2509158788" sldId="259"/>
            <ac:picMk id="2" creationId="{2275BFEB-8B78-7C99-1713-E83F7A520029}"/>
          </ac:picMkLst>
        </pc:picChg>
        <pc:picChg chg="mod ord">
          <ac:chgData name="Katie HARRISON" userId="S::kfharrison@wisc.edu::f5e22dcb-aa54-4825-b422-a6b74624f705" providerId="AD" clId="Web-{1AB05EF7-79A9-1AAA-B77C-50F51159FF71}" dt="2022-08-10T16:56:27.713" v="35"/>
          <ac:picMkLst>
            <pc:docMk/>
            <pc:sldMk cId="2509158788" sldId="259"/>
            <ac:picMk id="3" creationId="{DDC1FAF7-D6A2-642F-4677-97CF4E000E8E}"/>
          </ac:picMkLst>
        </pc:picChg>
        <pc:picChg chg="add del mod">
          <ac:chgData name="Katie HARRISON" userId="S::kfharrison@wisc.edu::f5e22dcb-aa54-4825-b422-a6b74624f705" providerId="AD" clId="Web-{1AB05EF7-79A9-1AAA-B77C-50F51159FF71}" dt="2022-08-10T16:54:54.758" v="15"/>
          <ac:picMkLst>
            <pc:docMk/>
            <pc:sldMk cId="2509158788" sldId="259"/>
            <ac:picMk id="5" creationId="{2E288E76-5DD0-AB61-17F7-ECC2BCE940D9}"/>
          </ac:picMkLst>
        </pc:picChg>
        <pc:picChg chg="add del mod ord">
          <ac:chgData name="Katie HARRISON" userId="S::kfharrison@wisc.edu::f5e22dcb-aa54-4825-b422-a6b74624f705" providerId="AD" clId="Web-{1AB05EF7-79A9-1AAA-B77C-50F51159FF71}" dt="2022-08-10T16:59:50.325" v="36"/>
          <ac:picMkLst>
            <pc:docMk/>
            <pc:sldMk cId="2509158788" sldId="259"/>
            <ac:picMk id="6" creationId="{232A2F60-9B91-AF46-3A70-A1C95B14B707}"/>
          </ac:picMkLst>
        </pc:picChg>
        <pc:picChg chg="add mod">
          <ac:chgData name="Katie HARRISON" userId="S::kfharrison@wisc.edu::f5e22dcb-aa54-4825-b422-a6b74624f705" providerId="AD" clId="Web-{1AB05EF7-79A9-1AAA-B77C-50F51159FF71}" dt="2022-08-10T17:00:06.418" v="40"/>
          <ac:picMkLst>
            <pc:docMk/>
            <pc:sldMk cId="2509158788" sldId="259"/>
            <ac:picMk id="7" creationId="{ECF3F753-8C98-5BFD-2941-281484E82B3F}"/>
          </ac:picMkLst>
        </pc:picChg>
        <pc:picChg chg="mod ord">
          <ac:chgData name="Katie HARRISON" userId="S::kfharrison@wisc.edu::f5e22dcb-aa54-4825-b422-a6b74624f705" providerId="AD" clId="Web-{1AB05EF7-79A9-1AAA-B77C-50F51159FF71}" dt="2022-08-10T16:56:27.713" v="35"/>
          <ac:picMkLst>
            <pc:docMk/>
            <pc:sldMk cId="2509158788" sldId="259"/>
            <ac:picMk id="9" creationId="{FFD546E2-62B3-7552-EE8F-CFB22C10949C}"/>
          </ac:picMkLst>
        </pc:picChg>
      </pc:sldChg>
      <pc:sldChg chg="addSp delSp modSp">
        <pc:chgData name="Katie HARRISON" userId="S::kfharrison@wisc.edu::f5e22dcb-aa54-4825-b422-a6b74624f705" providerId="AD" clId="Web-{1AB05EF7-79A9-1AAA-B77C-50F51159FF71}" dt="2022-08-10T17:10:43.145" v="117" actId="1076"/>
        <pc:sldMkLst>
          <pc:docMk/>
          <pc:sldMk cId="408668825" sldId="260"/>
        </pc:sldMkLst>
        <pc:spChg chg="mod">
          <ac:chgData name="Katie HARRISON" userId="S::kfharrison@wisc.edu::f5e22dcb-aa54-4825-b422-a6b74624f705" providerId="AD" clId="Web-{1AB05EF7-79A9-1AAA-B77C-50F51159FF71}" dt="2022-08-10T17:10:04.082" v="108" actId="20577"/>
          <ac:spMkLst>
            <pc:docMk/>
            <pc:sldMk cId="408668825" sldId="260"/>
            <ac:spMk id="2" creationId="{89B92707-4105-583C-9C49-0D833A112732}"/>
          </ac:spMkLst>
        </pc:spChg>
        <pc:spChg chg="mod ord">
          <ac:chgData name="Katie HARRISON" userId="S::kfharrison@wisc.edu::f5e22dcb-aa54-4825-b422-a6b74624f705" providerId="AD" clId="Web-{1AB05EF7-79A9-1AAA-B77C-50F51159FF71}" dt="2022-08-10T17:10:04.270" v="109"/>
          <ac:spMkLst>
            <pc:docMk/>
            <pc:sldMk cId="408668825" sldId="260"/>
            <ac:spMk id="18" creationId="{51AE4796-7768-1E9C-D77D-AAF69FB3DFC7}"/>
          </ac:spMkLst>
        </pc:spChg>
        <pc:spChg chg="add del">
          <ac:chgData name="Katie HARRISON" userId="S::kfharrison@wisc.edu::f5e22dcb-aa54-4825-b422-a6b74624f705" providerId="AD" clId="Web-{1AB05EF7-79A9-1AAA-B77C-50F51159FF71}" dt="2022-08-10T17:08:53.003" v="88"/>
          <ac:spMkLst>
            <pc:docMk/>
            <pc:sldMk cId="408668825" sldId="260"/>
            <ac:spMk id="108" creationId="{8D06CE56-3881-4ADA-8CEF-D18B02C242A3}"/>
          </ac:spMkLst>
        </pc:spChg>
        <pc:spChg chg="add del">
          <ac:chgData name="Katie HARRISON" userId="S::kfharrison@wisc.edu::f5e22dcb-aa54-4825-b422-a6b74624f705" providerId="AD" clId="Web-{1AB05EF7-79A9-1AAA-B77C-50F51159FF71}" dt="2022-08-10T17:08:53.003" v="88"/>
          <ac:spMkLst>
            <pc:docMk/>
            <pc:sldMk cId="408668825" sldId="260"/>
            <ac:spMk id="110" creationId="{79F3C543-62EC-4433-9C93-A2CD8764E9B4}"/>
          </ac:spMkLst>
        </pc:spChg>
        <pc:spChg chg="add del">
          <ac:chgData name="Katie HARRISON" userId="S::kfharrison@wisc.edu::f5e22dcb-aa54-4825-b422-a6b74624f705" providerId="AD" clId="Web-{1AB05EF7-79A9-1AAA-B77C-50F51159FF71}" dt="2022-08-10T17:08:53.003" v="88"/>
          <ac:spMkLst>
            <pc:docMk/>
            <pc:sldMk cId="408668825" sldId="260"/>
            <ac:spMk id="112" creationId="{5DCB5928-DC7D-4612-9922-441966E15627}"/>
          </ac:spMkLst>
        </pc:spChg>
        <pc:spChg chg="add del">
          <ac:chgData name="Katie HARRISON" userId="S::kfharrison@wisc.edu::f5e22dcb-aa54-4825-b422-a6b74624f705" providerId="AD" clId="Web-{1AB05EF7-79A9-1AAA-B77C-50F51159FF71}" dt="2022-08-10T17:08:53.003" v="88"/>
          <ac:spMkLst>
            <pc:docMk/>
            <pc:sldMk cId="408668825" sldId="260"/>
            <ac:spMk id="114" creationId="{682C1161-1736-45EC-99B7-33F3CAE9D517}"/>
          </ac:spMkLst>
        </pc:spChg>
        <pc:spChg chg="add del">
          <ac:chgData name="Katie HARRISON" userId="S::kfharrison@wisc.edu::f5e22dcb-aa54-4825-b422-a6b74624f705" providerId="AD" clId="Web-{1AB05EF7-79A9-1AAA-B77C-50F51159FF71}" dt="2022-08-10T17:08:53.003" v="88"/>
          <ac:spMkLst>
            <pc:docMk/>
            <pc:sldMk cId="408668825" sldId="260"/>
            <ac:spMk id="116" creationId="{84D4DDB8-B68F-45B0-9F62-C4279996F672}"/>
          </ac:spMkLst>
        </pc:spChg>
        <pc:spChg chg="add del">
          <ac:chgData name="Katie HARRISON" userId="S::kfharrison@wisc.edu::f5e22dcb-aa54-4825-b422-a6b74624f705" providerId="AD" clId="Web-{1AB05EF7-79A9-1AAA-B77C-50F51159FF71}" dt="2022-08-10T17:08:53.003" v="88"/>
          <ac:spMkLst>
            <pc:docMk/>
            <pc:sldMk cId="408668825" sldId="260"/>
            <ac:spMk id="118" creationId="{AF2F604E-43BE-4DC3-B983-E071523364F8}"/>
          </ac:spMkLst>
        </pc:spChg>
        <pc:spChg chg="add del">
          <ac:chgData name="Katie HARRISON" userId="S::kfharrison@wisc.edu::f5e22dcb-aa54-4825-b422-a6b74624f705" providerId="AD" clId="Web-{1AB05EF7-79A9-1AAA-B77C-50F51159FF71}" dt="2022-08-10T17:08:53.003" v="88"/>
          <ac:spMkLst>
            <pc:docMk/>
            <pc:sldMk cId="408668825" sldId="260"/>
            <ac:spMk id="120" creationId="{08C9B587-E65E-4B52-B37C-ABEBB6E87928}"/>
          </ac:spMkLst>
        </pc:spChg>
        <pc:spChg chg="add del">
          <ac:chgData name="Katie HARRISON" userId="S::kfharrison@wisc.edu::f5e22dcb-aa54-4825-b422-a6b74624f705" providerId="AD" clId="Web-{1AB05EF7-79A9-1AAA-B77C-50F51159FF71}" dt="2022-08-10T17:09:48.051" v="101"/>
          <ac:spMkLst>
            <pc:docMk/>
            <pc:sldMk cId="408668825" sldId="260"/>
            <ac:spMk id="125" creationId="{8D06CE56-3881-4ADA-8CEF-D18B02C242A3}"/>
          </ac:spMkLst>
        </pc:spChg>
        <pc:spChg chg="add del">
          <ac:chgData name="Katie HARRISON" userId="S::kfharrison@wisc.edu::f5e22dcb-aa54-4825-b422-a6b74624f705" providerId="AD" clId="Web-{1AB05EF7-79A9-1AAA-B77C-50F51159FF71}" dt="2022-08-10T17:09:48.051" v="101"/>
          <ac:spMkLst>
            <pc:docMk/>
            <pc:sldMk cId="408668825" sldId="260"/>
            <ac:spMk id="127" creationId="{79F3C543-62EC-4433-9C93-A2CD8764E9B4}"/>
          </ac:spMkLst>
        </pc:spChg>
        <pc:spChg chg="add del">
          <ac:chgData name="Katie HARRISON" userId="S::kfharrison@wisc.edu::f5e22dcb-aa54-4825-b422-a6b74624f705" providerId="AD" clId="Web-{1AB05EF7-79A9-1AAA-B77C-50F51159FF71}" dt="2022-08-10T17:09:48.051" v="101"/>
          <ac:spMkLst>
            <pc:docMk/>
            <pc:sldMk cId="408668825" sldId="260"/>
            <ac:spMk id="129" creationId="{16F48AD3-C8B3-4F74-B546-F12937F7DD9F}"/>
          </ac:spMkLst>
        </pc:spChg>
        <pc:spChg chg="add del">
          <ac:chgData name="Katie HARRISON" userId="S::kfharrison@wisc.edu::f5e22dcb-aa54-4825-b422-a6b74624f705" providerId="AD" clId="Web-{1AB05EF7-79A9-1AAA-B77C-50F51159FF71}" dt="2022-08-10T17:09:48.051" v="101"/>
          <ac:spMkLst>
            <pc:docMk/>
            <pc:sldMk cId="408668825" sldId="260"/>
            <ac:spMk id="131" creationId="{AF2F604E-43BE-4DC3-B983-E071523364F8}"/>
          </ac:spMkLst>
        </pc:spChg>
        <pc:spChg chg="add del">
          <ac:chgData name="Katie HARRISON" userId="S::kfharrison@wisc.edu::f5e22dcb-aa54-4825-b422-a6b74624f705" providerId="AD" clId="Web-{1AB05EF7-79A9-1AAA-B77C-50F51159FF71}" dt="2022-08-10T17:09:48.051" v="101"/>
          <ac:spMkLst>
            <pc:docMk/>
            <pc:sldMk cId="408668825" sldId="260"/>
            <ac:spMk id="133" creationId="{08C9B587-E65E-4B52-B37C-ABEBB6E87928}"/>
          </ac:spMkLst>
        </pc:spChg>
        <pc:spChg chg="add del">
          <ac:chgData name="Katie HARRISON" userId="S::kfharrison@wisc.edu::f5e22dcb-aa54-4825-b422-a6b74624f705" providerId="AD" clId="Web-{1AB05EF7-79A9-1AAA-B77C-50F51159FF71}" dt="2022-08-10T17:10:04.270" v="109"/>
          <ac:spMkLst>
            <pc:docMk/>
            <pc:sldMk cId="408668825" sldId="260"/>
            <ac:spMk id="138" creationId="{8D06CE56-3881-4ADA-8CEF-D18B02C242A3}"/>
          </ac:spMkLst>
        </pc:spChg>
        <pc:spChg chg="add del">
          <ac:chgData name="Katie HARRISON" userId="S::kfharrison@wisc.edu::f5e22dcb-aa54-4825-b422-a6b74624f705" providerId="AD" clId="Web-{1AB05EF7-79A9-1AAA-B77C-50F51159FF71}" dt="2022-08-10T17:10:04.270" v="109"/>
          <ac:spMkLst>
            <pc:docMk/>
            <pc:sldMk cId="408668825" sldId="260"/>
            <ac:spMk id="140" creationId="{79F3C543-62EC-4433-9C93-A2CD8764E9B4}"/>
          </ac:spMkLst>
        </pc:spChg>
        <pc:spChg chg="add del">
          <ac:chgData name="Katie HARRISON" userId="S::kfharrison@wisc.edu::f5e22dcb-aa54-4825-b422-a6b74624f705" providerId="AD" clId="Web-{1AB05EF7-79A9-1AAA-B77C-50F51159FF71}" dt="2022-08-10T17:10:04.270" v="109"/>
          <ac:spMkLst>
            <pc:docMk/>
            <pc:sldMk cId="408668825" sldId="260"/>
            <ac:spMk id="142" creationId="{5DCB5928-DC7D-4612-9922-441966E15627}"/>
          </ac:spMkLst>
        </pc:spChg>
        <pc:spChg chg="add del">
          <ac:chgData name="Katie HARRISON" userId="S::kfharrison@wisc.edu::f5e22dcb-aa54-4825-b422-a6b74624f705" providerId="AD" clId="Web-{1AB05EF7-79A9-1AAA-B77C-50F51159FF71}" dt="2022-08-10T17:10:04.270" v="109"/>
          <ac:spMkLst>
            <pc:docMk/>
            <pc:sldMk cId="408668825" sldId="260"/>
            <ac:spMk id="144" creationId="{682C1161-1736-45EC-99B7-33F3CAE9D517}"/>
          </ac:spMkLst>
        </pc:spChg>
        <pc:spChg chg="add del">
          <ac:chgData name="Katie HARRISON" userId="S::kfharrison@wisc.edu::f5e22dcb-aa54-4825-b422-a6b74624f705" providerId="AD" clId="Web-{1AB05EF7-79A9-1AAA-B77C-50F51159FF71}" dt="2022-08-10T17:10:04.270" v="109"/>
          <ac:spMkLst>
            <pc:docMk/>
            <pc:sldMk cId="408668825" sldId="260"/>
            <ac:spMk id="146" creationId="{84D4DDB8-B68F-45B0-9F62-C4279996F672}"/>
          </ac:spMkLst>
        </pc:spChg>
        <pc:spChg chg="add del">
          <ac:chgData name="Katie HARRISON" userId="S::kfharrison@wisc.edu::f5e22dcb-aa54-4825-b422-a6b74624f705" providerId="AD" clId="Web-{1AB05EF7-79A9-1AAA-B77C-50F51159FF71}" dt="2022-08-10T17:10:04.270" v="109"/>
          <ac:spMkLst>
            <pc:docMk/>
            <pc:sldMk cId="408668825" sldId="260"/>
            <ac:spMk id="148" creationId="{AF2F604E-43BE-4DC3-B983-E071523364F8}"/>
          </ac:spMkLst>
        </pc:spChg>
        <pc:spChg chg="add del">
          <ac:chgData name="Katie HARRISON" userId="S::kfharrison@wisc.edu::f5e22dcb-aa54-4825-b422-a6b74624f705" providerId="AD" clId="Web-{1AB05EF7-79A9-1AAA-B77C-50F51159FF71}" dt="2022-08-10T17:10:04.270" v="109"/>
          <ac:spMkLst>
            <pc:docMk/>
            <pc:sldMk cId="408668825" sldId="260"/>
            <ac:spMk id="150" creationId="{08C9B587-E65E-4B52-B37C-ABEBB6E87928}"/>
          </ac:spMkLst>
        </pc:spChg>
        <pc:spChg chg="add">
          <ac:chgData name="Katie HARRISON" userId="S::kfharrison@wisc.edu::f5e22dcb-aa54-4825-b422-a6b74624f705" providerId="AD" clId="Web-{1AB05EF7-79A9-1AAA-B77C-50F51159FF71}" dt="2022-08-10T17:10:04.270" v="109"/>
          <ac:spMkLst>
            <pc:docMk/>
            <pc:sldMk cId="408668825" sldId="260"/>
            <ac:spMk id="155" creationId="{8D06CE56-3881-4ADA-8CEF-D18B02C242A3}"/>
          </ac:spMkLst>
        </pc:spChg>
        <pc:spChg chg="add">
          <ac:chgData name="Katie HARRISON" userId="S::kfharrison@wisc.edu::f5e22dcb-aa54-4825-b422-a6b74624f705" providerId="AD" clId="Web-{1AB05EF7-79A9-1AAA-B77C-50F51159FF71}" dt="2022-08-10T17:10:04.270" v="109"/>
          <ac:spMkLst>
            <pc:docMk/>
            <pc:sldMk cId="408668825" sldId="260"/>
            <ac:spMk id="157" creationId="{79F3C543-62EC-4433-9C93-A2CD8764E9B4}"/>
          </ac:spMkLst>
        </pc:spChg>
        <pc:spChg chg="add">
          <ac:chgData name="Katie HARRISON" userId="S::kfharrison@wisc.edu::f5e22dcb-aa54-4825-b422-a6b74624f705" providerId="AD" clId="Web-{1AB05EF7-79A9-1AAA-B77C-50F51159FF71}" dt="2022-08-10T17:10:04.270" v="109"/>
          <ac:spMkLst>
            <pc:docMk/>
            <pc:sldMk cId="408668825" sldId="260"/>
            <ac:spMk id="159" creationId="{68AF5748-FED8-45BA-8631-26D1D10F3246}"/>
          </ac:spMkLst>
        </pc:spChg>
        <pc:spChg chg="add">
          <ac:chgData name="Katie HARRISON" userId="S::kfharrison@wisc.edu::f5e22dcb-aa54-4825-b422-a6b74624f705" providerId="AD" clId="Web-{1AB05EF7-79A9-1AAA-B77C-50F51159FF71}" dt="2022-08-10T17:10:04.270" v="109"/>
          <ac:spMkLst>
            <pc:docMk/>
            <pc:sldMk cId="408668825" sldId="260"/>
            <ac:spMk id="161" creationId="{AF2F604E-43BE-4DC3-B983-E071523364F8}"/>
          </ac:spMkLst>
        </pc:spChg>
        <pc:spChg chg="add">
          <ac:chgData name="Katie HARRISON" userId="S::kfharrison@wisc.edu::f5e22dcb-aa54-4825-b422-a6b74624f705" providerId="AD" clId="Web-{1AB05EF7-79A9-1AAA-B77C-50F51159FF71}" dt="2022-08-10T17:10:04.270" v="109"/>
          <ac:spMkLst>
            <pc:docMk/>
            <pc:sldMk cId="408668825" sldId="260"/>
            <ac:spMk id="163" creationId="{08C9B587-E65E-4B52-B37C-ABEBB6E87928}"/>
          </ac:spMkLst>
        </pc:spChg>
        <pc:graphicFrameChg chg="del">
          <ac:chgData name="Katie HARRISON" userId="S::kfharrison@wisc.edu::f5e22dcb-aa54-4825-b422-a6b74624f705" providerId="AD" clId="Web-{1AB05EF7-79A9-1AAA-B77C-50F51159FF71}" dt="2022-08-10T17:07:59.268" v="78"/>
          <ac:graphicFrameMkLst>
            <pc:docMk/>
            <pc:sldMk cId="408668825" sldId="260"/>
            <ac:graphicFrameMk id="16" creationId="{4DC6BF4F-0FB1-8903-B2A6-5EFF54729AAF}"/>
          </ac:graphicFrameMkLst>
        </pc:graphicFrameChg>
        <pc:picChg chg="add del mod">
          <ac:chgData name="Katie HARRISON" userId="S::kfharrison@wisc.edu::f5e22dcb-aa54-4825-b422-a6b74624f705" providerId="AD" clId="Web-{1AB05EF7-79A9-1AAA-B77C-50F51159FF71}" dt="2022-08-10T17:10:36.520" v="114"/>
          <ac:picMkLst>
            <pc:docMk/>
            <pc:sldMk cId="408668825" sldId="260"/>
            <ac:picMk id="103" creationId="{414B0977-4958-4982-90CB-19CAAE688A58}"/>
          </ac:picMkLst>
        </pc:picChg>
        <pc:picChg chg="add mod">
          <ac:chgData name="Katie HARRISON" userId="S::kfharrison@wisc.edu::f5e22dcb-aa54-4825-b422-a6b74624f705" providerId="AD" clId="Web-{1AB05EF7-79A9-1AAA-B77C-50F51159FF71}" dt="2022-08-10T17:10:43.145" v="117" actId="1076"/>
          <ac:picMkLst>
            <pc:docMk/>
            <pc:sldMk cId="408668825" sldId="260"/>
            <ac:picMk id="104" creationId="{4B2CA2B0-A6AA-0A58-3815-F19427ABDF34}"/>
          </ac:picMkLst>
        </pc:picChg>
      </pc:sldChg>
      <pc:sldChg chg="addSp delSp modSp del">
        <pc:chgData name="Katie HARRISON" userId="S::kfharrison@wisc.edu::f5e22dcb-aa54-4825-b422-a6b74624f705" providerId="AD" clId="Web-{1AB05EF7-79A9-1AAA-B77C-50F51159FF71}" dt="2022-08-10T17:10:15.895" v="113"/>
        <pc:sldMkLst>
          <pc:docMk/>
          <pc:sldMk cId="299640561" sldId="261"/>
        </pc:sldMkLst>
        <pc:spChg chg="del">
          <ac:chgData name="Katie HARRISON" userId="S::kfharrison@wisc.edu::f5e22dcb-aa54-4825-b422-a6b74624f705" providerId="AD" clId="Web-{1AB05EF7-79A9-1AAA-B77C-50F51159FF71}" dt="2022-08-10T17:10:08.582" v="110"/>
          <ac:spMkLst>
            <pc:docMk/>
            <pc:sldMk cId="299640561" sldId="261"/>
            <ac:spMk id="2" creationId="{89B92707-4105-583C-9C49-0D833A112732}"/>
          </ac:spMkLst>
        </pc:spChg>
        <pc:spChg chg="add del mod">
          <ac:chgData name="Katie HARRISON" userId="S::kfharrison@wisc.edu::f5e22dcb-aa54-4825-b422-a6b74624f705" providerId="AD" clId="Web-{1AB05EF7-79A9-1AAA-B77C-50F51159FF71}" dt="2022-08-10T17:10:12.754" v="112"/>
          <ac:spMkLst>
            <pc:docMk/>
            <pc:sldMk cId="299640561" sldId="261"/>
            <ac:spMk id="146" creationId="{3F4CE68A-6CF4-4120-4871-D6F504301122}"/>
          </ac:spMkLst>
        </pc:spChg>
        <pc:graphicFrameChg chg="del">
          <ac:chgData name="Katie HARRISON" userId="S::kfharrison@wisc.edu::f5e22dcb-aa54-4825-b422-a6b74624f705" providerId="AD" clId="Web-{1AB05EF7-79A9-1AAA-B77C-50F51159FF71}" dt="2022-08-10T17:10:10.489" v="111"/>
          <ac:graphicFrameMkLst>
            <pc:docMk/>
            <pc:sldMk cId="299640561" sldId="261"/>
            <ac:graphicFrameMk id="16" creationId="{4DC6BF4F-0FB1-8903-B2A6-5EFF54729AAF}"/>
          </ac:graphicFrameMkLst>
        </pc:graphicFrameChg>
      </pc:sldChg>
      <pc:sldChg chg="del">
        <pc:chgData name="Katie HARRISON" userId="S::kfharrison@wisc.edu::f5e22dcb-aa54-4825-b422-a6b74624f705" providerId="AD" clId="Web-{1AB05EF7-79A9-1AAA-B77C-50F51159FF71}" dt="2022-08-10T17:11:35.474" v="128"/>
        <pc:sldMkLst>
          <pc:docMk/>
          <pc:sldMk cId="4271176360" sldId="262"/>
        </pc:sldMkLst>
      </pc:sldChg>
      <pc:sldChg chg="addSp delSp modSp">
        <pc:chgData name="Katie HARRISON" userId="S::kfharrison@wisc.edu::f5e22dcb-aa54-4825-b422-a6b74624f705" providerId="AD" clId="Web-{1AB05EF7-79A9-1AAA-B77C-50F51159FF71}" dt="2022-08-10T17:12:45.944" v="148"/>
        <pc:sldMkLst>
          <pc:docMk/>
          <pc:sldMk cId="1686000644" sldId="263"/>
        </pc:sldMkLst>
        <pc:spChg chg="mod">
          <ac:chgData name="Katie HARRISON" userId="S::kfharrison@wisc.edu::f5e22dcb-aa54-4825-b422-a6b74624f705" providerId="AD" clId="Web-{1AB05EF7-79A9-1AAA-B77C-50F51159FF71}" dt="2022-08-10T17:12:45.944" v="148"/>
          <ac:spMkLst>
            <pc:docMk/>
            <pc:sldMk cId="1686000644" sldId="263"/>
            <ac:spMk id="2" creationId="{6ADDD331-37F0-2C90-E538-447D0A1B526B}"/>
          </ac:spMkLst>
        </pc:spChg>
        <pc:spChg chg="mod ord">
          <ac:chgData name="Katie HARRISON" userId="S::kfharrison@wisc.edu::f5e22dcb-aa54-4825-b422-a6b74624f705" providerId="AD" clId="Web-{1AB05EF7-79A9-1AAA-B77C-50F51159FF71}" dt="2022-08-10T17:12:45.944" v="148"/>
          <ac:spMkLst>
            <pc:docMk/>
            <pc:sldMk cId="1686000644" sldId="263"/>
            <ac:spMk id="5" creationId="{36B52694-E059-0879-FF6F-19F0B651717D}"/>
          </ac:spMkLst>
        </pc:spChg>
        <pc:spChg chg="del">
          <ac:chgData name="Katie HARRISON" userId="S::kfharrison@wisc.edu::f5e22dcb-aa54-4825-b422-a6b74624f705" providerId="AD" clId="Web-{1AB05EF7-79A9-1AAA-B77C-50F51159FF71}" dt="2022-08-10T16:44:19.844" v="4"/>
          <ac:spMkLst>
            <pc:docMk/>
            <pc:sldMk cId="1686000644" sldId="263"/>
            <ac:spMk id="14" creationId="{2D6FBB9D-1CAA-4D05-AB33-BABDFE17B843}"/>
          </ac:spMkLst>
        </pc:spChg>
        <pc:spChg chg="del">
          <ac:chgData name="Katie HARRISON" userId="S::kfharrison@wisc.edu::f5e22dcb-aa54-4825-b422-a6b74624f705" providerId="AD" clId="Web-{1AB05EF7-79A9-1AAA-B77C-50F51159FF71}" dt="2022-08-10T16:44:19.844" v="4"/>
          <ac:spMkLst>
            <pc:docMk/>
            <pc:sldMk cId="1686000644" sldId="263"/>
            <ac:spMk id="16" creationId="{04727B71-B4B6-4823-80A1-68C40B475118}"/>
          </ac:spMkLst>
        </pc:spChg>
        <pc:spChg chg="del">
          <ac:chgData name="Katie HARRISON" userId="S::kfharrison@wisc.edu::f5e22dcb-aa54-4825-b422-a6b74624f705" providerId="AD" clId="Web-{1AB05EF7-79A9-1AAA-B77C-50F51159FF71}" dt="2022-08-10T16:44:19.844" v="4"/>
          <ac:spMkLst>
            <pc:docMk/>
            <pc:sldMk cId="1686000644" sldId="263"/>
            <ac:spMk id="18" creationId="{79A6DB05-9FB5-4B07-8675-74C23D4FD89D}"/>
          </ac:spMkLst>
        </pc:spChg>
        <pc:spChg chg="del">
          <ac:chgData name="Katie HARRISON" userId="S::kfharrison@wisc.edu::f5e22dcb-aa54-4825-b422-a6b74624f705" providerId="AD" clId="Web-{1AB05EF7-79A9-1AAA-B77C-50F51159FF71}" dt="2022-08-10T16:44:19.844" v="4"/>
          <ac:spMkLst>
            <pc:docMk/>
            <pc:sldMk cId="1686000644" sldId="263"/>
            <ac:spMk id="20" creationId="{49B9E8A9-352D-4DCB-9485-C777000D4979}"/>
          </ac:spMkLst>
        </pc:spChg>
        <pc:spChg chg="del">
          <ac:chgData name="Katie HARRISON" userId="S::kfharrison@wisc.edu::f5e22dcb-aa54-4825-b422-a6b74624f705" providerId="AD" clId="Web-{1AB05EF7-79A9-1AAA-B77C-50F51159FF71}" dt="2022-08-10T16:44:19.844" v="4"/>
          <ac:spMkLst>
            <pc:docMk/>
            <pc:sldMk cId="1686000644" sldId="263"/>
            <ac:spMk id="22" creationId="{C2A9B0E5-C2C1-4B85-99A9-117A659D5FE0}"/>
          </ac:spMkLst>
        </pc:spChg>
        <pc:spChg chg="del">
          <ac:chgData name="Katie HARRISON" userId="S::kfharrison@wisc.edu::f5e22dcb-aa54-4825-b422-a6b74624f705" providerId="AD" clId="Web-{1AB05EF7-79A9-1AAA-B77C-50F51159FF71}" dt="2022-08-10T16:44:19.844" v="4"/>
          <ac:spMkLst>
            <pc:docMk/>
            <pc:sldMk cId="1686000644" sldId="263"/>
            <ac:spMk id="24" creationId="{3A8AEACA-9535-4BE8-A91B-8BE82BA54751}"/>
          </ac:spMkLst>
        </pc:spChg>
        <pc:spChg chg="add del">
          <ac:chgData name="Katie HARRISON" userId="S::kfharrison@wisc.edu::f5e22dcb-aa54-4825-b422-a6b74624f705" providerId="AD" clId="Web-{1AB05EF7-79A9-1AAA-B77C-50F51159FF71}" dt="2022-08-10T17:12:45.944" v="148"/>
          <ac:spMkLst>
            <pc:docMk/>
            <pc:sldMk cId="1686000644" sldId="263"/>
            <ac:spMk id="29" creationId="{8D06CE56-3881-4ADA-8CEF-D18B02C242A3}"/>
          </ac:spMkLst>
        </pc:spChg>
        <pc:spChg chg="add del">
          <ac:chgData name="Katie HARRISON" userId="S::kfharrison@wisc.edu::f5e22dcb-aa54-4825-b422-a6b74624f705" providerId="AD" clId="Web-{1AB05EF7-79A9-1AAA-B77C-50F51159FF71}" dt="2022-08-10T17:12:45.944" v="148"/>
          <ac:spMkLst>
            <pc:docMk/>
            <pc:sldMk cId="1686000644" sldId="263"/>
            <ac:spMk id="31" creationId="{79F3C543-62EC-4433-9C93-A2CD8764E9B4}"/>
          </ac:spMkLst>
        </pc:spChg>
        <pc:spChg chg="add del">
          <ac:chgData name="Katie HARRISON" userId="S::kfharrison@wisc.edu::f5e22dcb-aa54-4825-b422-a6b74624f705" providerId="AD" clId="Web-{1AB05EF7-79A9-1AAA-B77C-50F51159FF71}" dt="2022-08-10T17:12:45.944" v="148"/>
          <ac:spMkLst>
            <pc:docMk/>
            <pc:sldMk cId="1686000644" sldId="263"/>
            <ac:spMk id="33" creationId="{68AF5748-FED8-45BA-8631-26D1D10F3246}"/>
          </ac:spMkLst>
        </pc:spChg>
        <pc:spChg chg="add del">
          <ac:chgData name="Katie HARRISON" userId="S::kfharrison@wisc.edu::f5e22dcb-aa54-4825-b422-a6b74624f705" providerId="AD" clId="Web-{1AB05EF7-79A9-1AAA-B77C-50F51159FF71}" dt="2022-08-10T17:12:45.944" v="148"/>
          <ac:spMkLst>
            <pc:docMk/>
            <pc:sldMk cId="1686000644" sldId="263"/>
            <ac:spMk id="35" creationId="{AF2F604E-43BE-4DC3-B983-E071523364F8}"/>
          </ac:spMkLst>
        </pc:spChg>
        <pc:spChg chg="add del">
          <ac:chgData name="Katie HARRISON" userId="S::kfharrison@wisc.edu::f5e22dcb-aa54-4825-b422-a6b74624f705" providerId="AD" clId="Web-{1AB05EF7-79A9-1AAA-B77C-50F51159FF71}" dt="2022-08-10T17:12:45.944" v="148"/>
          <ac:spMkLst>
            <pc:docMk/>
            <pc:sldMk cId="1686000644" sldId="263"/>
            <ac:spMk id="37" creationId="{08C9B587-E65E-4B52-B37C-ABEBB6E87928}"/>
          </ac:spMkLst>
        </pc:spChg>
        <pc:spChg chg="add">
          <ac:chgData name="Katie HARRISON" userId="S::kfharrison@wisc.edu::f5e22dcb-aa54-4825-b422-a6b74624f705" providerId="AD" clId="Web-{1AB05EF7-79A9-1AAA-B77C-50F51159FF71}" dt="2022-08-10T17:12:45.944" v="148"/>
          <ac:spMkLst>
            <pc:docMk/>
            <pc:sldMk cId="1686000644" sldId="263"/>
            <ac:spMk id="42" creationId="{8D06CE56-3881-4ADA-8CEF-D18B02C242A3}"/>
          </ac:spMkLst>
        </pc:spChg>
        <pc:spChg chg="add">
          <ac:chgData name="Katie HARRISON" userId="S::kfharrison@wisc.edu::f5e22dcb-aa54-4825-b422-a6b74624f705" providerId="AD" clId="Web-{1AB05EF7-79A9-1AAA-B77C-50F51159FF71}" dt="2022-08-10T17:12:45.944" v="148"/>
          <ac:spMkLst>
            <pc:docMk/>
            <pc:sldMk cId="1686000644" sldId="263"/>
            <ac:spMk id="44" creationId="{79F3C543-62EC-4433-9C93-A2CD8764E9B4}"/>
          </ac:spMkLst>
        </pc:spChg>
        <pc:spChg chg="add">
          <ac:chgData name="Katie HARRISON" userId="S::kfharrison@wisc.edu::f5e22dcb-aa54-4825-b422-a6b74624f705" providerId="AD" clId="Web-{1AB05EF7-79A9-1AAA-B77C-50F51159FF71}" dt="2022-08-10T17:12:45.944" v="148"/>
          <ac:spMkLst>
            <pc:docMk/>
            <pc:sldMk cId="1686000644" sldId="263"/>
            <ac:spMk id="46" creationId="{96646FC9-C66D-4EC7-8310-0DD4ACC49C6C}"/>
          </ac:spMkLst>
        </pc:spChg>
        <pc:spChg chg="add">
          <ac:chgData name="Katie HARRISON" userId="S::kfharrison@wisc.edu::f5e22dcb-aa54-4825-b422-a6b74624f705" providerId="AD" clId="Web-{1AB05EF7-79A9-1AAA-B77C-50F51159FF71}" dt="2022-08-10T17:12:45.944" v="148"/>
          <ac:spMkLst>
            <pc:docMk/>
            <pc:sldMk cId="1686000644" sldId="263"/>
            <ac:spMk id="48" creationId="{A3473CF9-37EB-43E7-89EF-D2D1C53D1DAC}"/>
          </ac:spMkLst>
        </pc:spChg>
        <pc:spChg chg="add">
          <ac:chgData name="Katie HARRISON" userId="S::kfharrison@wisc.edu::f5e22dcb-aa54-4825-b422-a6b74624f705" providerId="AD" clId="Web-{1AB05EF7-79A9-1AAA-B77C-50F51159FF71}" dt="2022-08-10T17:12:45.944" v="148"/>
          <ac:spMkLst>
            <pc:docMk/>
            <pc:sldMk cId="1686000644" sldId="263"/>
            <ac:spMk id="50" creationId="{586B4EF9-43BA-4655-A6FF-1D8E21574C95}"/>
          </ac:spMkLst>
        </pc:spChg>
        <pc:picChg chg="del">
          <ac:chgData name="Katie HARRISON" userId="S::kfharrison@wisc.edu::f5e22dcb-aa54-4825-b422-a6b74624f705" providerId="AD" clId="Web-{1AB05EF7-79A9-1AAA-B77C-50F51159FF71}" dt="2022-08-10T16:44:12.375" v="1"/>
          <ac:picMkLst>
            <pc:docMk/>
            <pc:sldMk cId="1686000644" sldId="263"/>
            <ac:picMk id="3" creationId="{6A034C68-C3D1-60BB-5CE0-729A1E2F49C6}"/>
          </ac:picMkLst>
        </pc:picChg>
        <pc:picChg chg="add mod">
          <ac:chgData name="Katie HARRISON" userId="S::kfharrison@wisc.edu::f5e22dcb-aa54-4825-b422-a6b74624f705" providerId="AD" clId="Web-{1AB05EF7-79A9-1AAA-B77C-50F51159FF71}" dt="2022-08-10T17:12:45.944" v="148"/>
          <ac:picMkLst>
            <pc:docMk/>
            <pc:sldMk cId="1686000644" sldId="263"/>
            <ac:picMk id="4" creationId="{11EB0236-E7D4-4DFA-32E6-7AF84892E993}"/>
          </ac:picMkLst>
        </pc:picChg>
        <pc:picChg chg="del">
          <ac:chgData name="Katie HARRISON" userId="S::kfharrison@wisc.edu::f5e22dcb-aa54-4825-b422-a6b74624f705" providerId="AD" clId="Web-{1AB05EF7-79A9-1AAA-B77C-50F51159FF71}" dt="2022-08-10T16:44:13.687" v="2"/>
          <ac:picMkLst>
            <pc:docMk/>
            <pc:sldMk cId="1686000644" sldId="263"/>
            <ac:picMk id="7" creationId="{560416EA-9260-F03A-0190-4AD88039679C}"/>
          </ac:picMkLst>
        </pc:picChg>
        <pc:picChg chg="add mod">
          <ac:chgData name="Katie HARRISON" userId="S::kfharrison@wisc.edu::f5e22dcb-aa54-4825-b422-a6b74624f705" providerId="AD" clId="Web-{1AB05EF7-79A9-1AAA-B77C-50F51159FF71}" dt="2022-08-10T17:12:45.944" v="148"/>
          <ac:picMkLst>
            <pc:docMk/>
            <pc:sldMk cId="1686000644" sldId="263"/>
            <ac:picMk id="8" creationId="{34D210FE-525A-363B-08AD-8468F8E53872}"/>
          </ac:picMkLst>
        </pc:picChg>
        <pc:picChg chg="del">
          <ac:chgData name="Katie HARRISON" userId="S::kfharrison@wisc.edu::f5e22dcb-aa54-4825-b422-a6b74624f705" providerId="AD" clId="Web-{1AB05EF7-79A9-1AAA-B77C-50F51159FF71}" dt="2022-08-10T16:44:15.547" v="3"/>
          <ac:picMkLst>
            <pc:docMk/>
            <pc:sldMk cId="1686000644" sldId="263"/>
            <ac:picMk id="9" creationId="{5E156CBF-3262-F01C-786D-55F1C9353F39}"/>
          </ac:picMkLst>
        </pc:picChg>
      </pc:sldChg>
      <pc:sldChg chg="del">
        <pc:chgData name="Katie HARRISON" userId="S::kfharrison@wisc.edu::f5e22dcb-aa54-4825-b422-a6b74624f705" providerId="AD" clId="Web-{1AB05EF7-79A9-1AAA-B77C-50F51159FF71}" dt="2022-08-10T17:13:05.335" v="150"/>
        <pc:sldMkLst>
          <pc:docMk/>
          <pc:sldMk cId="1797375121" sldId="264"/>
        </pc:sldMkLst>
      </pc:sldChg>
      <pc:sldChg chg="modSp del">
        <pc:chgData name="Katie HARRISON" userId="S::kfharrison@wisc.edu::f5e22dcb-aa54-4825-b422-a6b74624f705" providerId="AD" clId="Web-{1AB05EF7-79A9-1AAA-B77C-50F51159FF71}" dt="2022-08-10T17:02:40.733" v="45"/>
        <pc:sldMkLst>
          <pc:docMk/>
          <pc:sldMk cId="515713402" sldId="265"/>
        </pc:sldMkLst>
        <pc:picChg chg="mod">
          <ac:chgData name="Katie HARRISON" userId="S::kfharrison@wisc.edu::f5e22dcb-aa54-4825-b422-a6b74624f705" providerId="AD" clId="Web-{1AB05EF7-79A9-1AAA-B77C-50F51159FF71}" dt="2022-08-10T17:02:25.108" v="41" actId="1076"/>
          <ac:picMkLst>
            <pc:docMk/>
            <pc:sldMk cId="515713402" sldId="265"/>
            <ac:picMk id="6" creationId="{8D561DA4-9D3E-53A7-3F69-40FB12954298}"/>
          </ac:picMkLst>
        </pc:picChg>
      </pc:sldChg>
      <pc:sldChg chg="addSp delSp modSp">
        <pc:chgData name="Katie HARRISON" userId="S::kfharrison@wisc.edu::f5e22dcb-aa54-4825-b422-a6b74624f705" providerId="AD" clId="Web-{1AB05EF7-79A9-1AAA-B77C-50F51159FF71}" dt="2022-08-10T17:15:11.695" v="157"/>
        <pc:sldMkLst>
          <pc:docMk/>
          <pc:sldMk cId="1975411790" sldId="273"/>
        </pc:sldMkLst>
        <pc:spChg chg="del">
          <ac:chgData name="Katie HARRISON" userId="S::kfharrison@wisc.edu::f5e22dcb-aa54-4825-b422-a6b74624f705" providerId="AD" clId="Web-{1AB05EF7-79A9-1AAA-B77C-50F51159FF71}" dt="2022-08-10T17:15:11.695" v="157"/>
          <ac:spMkLst>
            <pc:docMk/>
            <pc:sldMk cId="1975411790" sldId="273"/>
            <ac:spMk id="3" creationId="{C40FFF78-3D11-680F-27B0-DB894C8AC50C}"/>
          </ac:spMkLst>
        </pc:spChg>
        <pc:spChg chg="add mod">
          <ac:chgData name="Katie HARRISON" userId="S::kfharrison@wisc.edu::f5e22dcb-aa54-4825-b422-a6b74624f705" providerId="AD" clId="Web-{1AB05EF7-79A9-1AAA-B77C-50F51159FF71}" dt="2022-08-10T17:07:41.424" v="76" actId="1076"/>
          <ac:spMkLst>
            <pc:docMk/>
            <pc:sldMk cId="1975411790" sldId="273"/>
            <ac:spMk id="4" creationId="{090C9C6B-452F-F6C2-938C-8BB9A1A4E7C0}"/>
          </ac:spMkLst>
        </pc:spChg>
        <pc:spChg chg="mod">
          <ac:chgData name="Katie HARRISON" userId="S::kfharrison@wisc.edu::f5e22dcb-aa54-4825-b422-a6b74624f705" providerId="AD" clId="Web-{1AB05EF7-79A9-1AAA-B77C-50F51159FF71}" dt="2022-08-10T17:07:08.471" v="60" actId="1076"/>
          <ac:spMkLst>
            <pc:docMk/>
            <pc:sldMk cId="1975411790" sldId="273"/>
            <ac:spMk id="22" creationId="{394547CE-74CB-B8C7-7F92-DB48DB54659D}"/>
          </ac:spMkLst>
        </pc:spChg>
        <pc:spChg chg="mod">
          <ac:chgData name="Katie HARRISON" userId="S::kfharrison@wisc.edu::f5e22dcb-aa54-4825-b422-a6b74624f705" providerId="AD" clId="Web-{1AB05EF7-79A9-1AAA-B77C-50F51159FF71}" dt="2022-08-10T17:07:25.393" v="63" actId="1076"/>
          <ac:spMkLst>
            <pc:docMk/>
            <pc:sldMk cId="1975411790" sldId="273"/>
            <ac:spMk id="23" creationId="{9B087DFF-AF27-87AA-9D60-7F0E2D215818}"/>
          </ac:spMkLst>
        </pc:spChg>
        <pc:spChg chg="mod">
          <ac:chgData name="Katie HARRISON" userId="S::kfharrison@wisc.edu::f5e22dcb-aa54-4825-b422-a6b74624f705" providerId="AD" clId="Web-{1AB05EF7-79A9-1AAA-B77C-50F51159FF71}" dt="2022-08-10T17:07:02.377" v="58" actId="1076"/>
          <ac:spMkLst>
            <pc:docMk/>
            <pc:sldMk cId="1975411790" sldId="273"/>
            <ac:spMk id="24" creationId="{85B6BA99-F7B4-FDF7-FB6F-6502A48A40EC}"/>
          </ac:spMkLst>
        </pc:spChg>
        <pc:spChg chg="mod">
          <ac:chgData name="Katie HARRISON" userId="S::kfharrison@wisc.edu::f5e22dcb-aa54-4825-b422-a6b74624f705" providerId="AD" clId="Web-{1AB05EF7-79A9-1AAA-B77C-50F51159FF71}" dt="2022-08-10T17:06:52.767" v="56" actId="1076"/>
          <ac:spMkLst>
            <pc:docMk/>
            <pc:sldMk cId="1975411790" sldId="273"/>
            <ac:spMk id="27" creationId="{B1881359-7A2C-5FD2-B9C7-827C34BF4EFC}"/>
          </ac:spMkLst>
        </pc:spChg>
        <pc:picChg chg="mod">
          <ac:chgData name="Katie HARRISON" userId="S::kfharrison@wisc.edu::f5e22dcb-aa54-4825-b422-a6b74624f705" providerId="AD" clId="Web-{1AB05EF7-79A9-1AAA-B77C-50F51159FF71}" dt="2022-08-10T17:07:15.471" v="61" actId="1076"/>
          <ac:picMkLst>
            <pc:docMk/>
            <pc:sldMk cId="1975411790" sldId="273"/>
            <ac:picMk id="14" creationId="{F141AA6C-8E28-5A03-0A71-E59D301D4FE0}"/>
          </ac:picMkLst>
        </pc:picChg>
        <pc:picChg chg="mod">
          <ac:chgData name="Katie HARRISON" userId="S::kfharrison@wisc.edu::f5e22dcb-aa54-4825-b422-a6b74624f705" providerId="AD" clId="Web-{1AB05EF7-79A9-1AAA-B77C-50F51159FF71}" dt="2022-08-10T17:07:18.565" v="62" actId="1076"/>
          <ac:picMkLst>
            <pc:docMk/>
            <pc:sldMk cId="1975411790" sldId="273"/>
            <ac:picMk id="18" creationId="{FADCD578-09D8-989E-188A-67E908A16A44}"/>
          </ac:picMkLst>
        </pc:picChg>
        <pc:picChg chg="mod">
          <ac:chgData name="Katie HARRISON" userId="S::kfharrison@wisc.edu::f5e22dcb-aa54-4825-b422-a6b74624f705" providerId="AD" clId="Web-{1AB05EF7-79A9-1AAA-B77C-50F51159FF71}" dt="2022-08-10T17:07:05.174" v="59" actId="1076"/>
          <ac:picMkLst>
            <pc:docMk/>
            <pc:sldMk cId="1975411790" sldId="273"/>
            <ac:picMk id="19" creationId="{076B7D7C-1C33-9057-1019-B1B55E3B7D97}"/>
          </ac:picMkLst>
        </pc:picChg>
        <pc:picChg chg="mod">
          <ac:chgData name="Katie HARRISON" userId="S::kfharrison@wisc.edu::f5e22dcb-aa54-4825-b422-a6b74624f705" providerId="AD" clId="Web-{1AB05EF7-79A9-1AAA-B77C-50F51159FF71}" dt="2022-08-10T17:06:58.471" v="57" actId="1076"/>
          <ac:picMkLst>
            <pc:docMk/>
            <pc:sldMk cId="1975411790" sldId="273"/>
            <ac:picMk id="21" creationId="{D7A79E28-3F0A-784B-182B-A7FCE8A88AB7}"/>
          </ac:picMkLst>
        </pc:picChg>
      </pc:sldChg>
      <pc:sldChg chg="addSp modSp ord">
        <pc:chgData name="Katie HARRISON" userId="S::kfharrison@wisc.edu::f5e22dcb-aa54-4825-b422-a6b74624f705" providerId="AD" clId="Web-{1AB05EF7-79A9-1AAA-B77C-50F51159FF71}" dt="2022-08-10T17:24:16.359" v="206" actId="20577"/>
        <pc:sldMkLst>
          <pc:docMk/>
          <pc:sldMk cId="1253204765" sldId="275"/>
        </pc:sldMkLst>
        <pc:spChg chg="add mod">
          <ac:chgData name="Katie HARRISON" userId="S::kfharrison@wisc.edu::f5e22dcb-aa54-4825-b422-a6b74624f705" providerId="AD" clId="Web-{1AB05EF7-79A9-1AAA-B77C-50F51159FF71}" dt="2022-08-10T17:24:06.155" v="204" actId="20577"/>
          <ac:spMkLst>
            <pc:docMk/>
            <pc:sldMk cId="1253204765" sldId="275"/>
            <ac:spMk id="2" creationId="{E3FF19E1-E0DE-0B75-5DEC-6436FF3388D6}"/>
          </ac:spMkLst>
        </pc:spChg>
        <pc:spChg chg="mod">
          <ac:chgData name="Katie HARRISON" userId="S::kfharrison@wisc.edu::f5e22dcb-aa54-4825-b422-a6b74624f705" providerId="AD" clId="Web-{1AB05EF7-79A9-1AAA-B77C-50F51159FF71}" dt="2022-08-10T17:24:16.359" v="206" actId="20577"/>
          <ac:spMkLst>
            <pc:docMk/>
            <pc:sldMk cId="1253204765" sldId="275"/>
            <ac:spMk id="15" creationId="{CB97674F-F074-F7F9-32A8-54C10ED7287E}"/>
          </ac:spMkLst>
        </pc:spChg>
      </pc:sldChg>
      <pc:sldChg chg="del">
        <pc:chgData name="Katie HARRISON" userId="S::kfharrison@wisc.edu::f5e22dcb-aa54-4825-b422-a6b74624f705" providerId="AD" clId="Web-{1AB05EF7-79A9-1AAA-B77C-50F51159FF71}" dt="2022-08-10T17:12:52.537" v="149"/>
        <pc:sldMkLst>
          <pc:docMk/>
          <pc:sldMk cId="3914293493" sldId="276"/>
        </pc:sldMkLst>
      </pc:sldChg>
      <pc:sldChg chg="addSp modSp">
        <pc:chgData name="Katie HARRISON" userId="S::kfharrison@wisc.edu::f5e22dcb-aa54-4825-b422-a6b74624f705" providerId="AD" clId="Web-{1AB05EF7-79A9-1AAA-B77C-50F51159FF71}" dt="2022-08-10T17:26:48.704" v="246" actId="14100"/>
        <pc:sldMkLst>
          <pc:docMk/>
          <pc:sldMk cId="2280647287" sldId="277"/>
        </pc:sldMkLst>
        <pc:spChg chg="mod">
          <ac:chgData name="Katie HARRISON" userId="S::kfharrison@wisc.edu::f5e22dcb-aa54-4825-b422-a6b74624f705" providerId="AD" clId="Web-{1AB05EF7-79A9-1AAA-B77C-50F51159FF71}" dt="2022-08-10T17:26:13.641" v="208" actId="20577"/>
          <ac:spMkLst>
            <pc:docMk/>
            <pc:sldMk cId="2280647287" sldId="277"/>
            <ac:spMk id="2" creationId="{A431D0A4-EAFA-EFAA-C195-F9FCAB7542B1}"/>
          </ac:spMkLst>
        </pc:spChg>
        <pc:spChg chg="add mod">
          <ac:chgData name="Katie HARRISON" userId="S::kfharrison@wisc.edu::f5e22dcb-aa54-4825-b422-a6b74624f705" providerId="AD" clId="Web-{1AB05EF7-79A9-1AAA-B77C-50F51159FF71}" dt="2022-08-10T17:26:48.704" v="246" actId="14100"/>
          <ac:spMkLst>
            <pc:docMk/>
            <pc:sldMk cId="2280647287" sldId="277"/>
            <ac:spMk id="3" creationId="{C35536BD-EDBD-9B13-5006-1C64541ACB52}"/>
          </ac:spMkLst>
        </pc:spChg>
      </pc:sldChg>
      <pc:sldChg chg="modSp modCm">
        <pc:chgData name="Katie HARRISON" userId="S::kfharrison@wisc.edu::f5e22dcb-aa54-4825-b422-a6b74624f705" providerId="AD" clId="Web-{1AB05EF7-79A9-1AAA-B77C-50F51159FF71}" dt="2022-08-10T17:57:44.041" v="281" actId="20577"/>
        <pc:sldMkLst>
          <pc:docMk/>
          <pc:sldMk cId="4217288977" sldId="278"/>
        </pc:sldMkLst>
        <pc:spChg chg="mod">
          <ac:chgData name="Katie HARRISON" userId="S::kfharrison@wisc.edu::f5e22dcb-aa54-4825-b422-a6b74624f705" providerId="AD" clId="Web-{1AB05EF7-79A9-1AAA-B77C-50F51159FF71}" dt="2022-08-10T17:57:44.041" v="281" actId="20577"/>
          <ac:spMkLst>
            <pc:docMk/>
            <pc:sldMk cId="4217288977" sldId="278"/>
            <ac:spMk id="4" creationId="{0865B941-E813-E6E3-B976-F5304E3CB369}"/>
          </ac:spMkLst>
        </pc:spChg>
      </pc:sldChg>
      <pc:sldChg chg="addSp delSp modSp add">
        <pc:chgData name="Katie HARRISON" userId="S::kfharrison@wisc.edu::f5e22dcb-aa54-4825-b422-a6b74624f705" providerId="AD" clId="Web-{1AB05EF7-79A9-1AAA-B77C-50F51159FF71}" dt="2022-08-10T17:11:11.286" v="127"/>
        <pc:sldMkLst>
          <pc:docMk/>
          <pc:sldMk cId="4225631922" sldId="279"/>
        </pc:sldMkLst>
        <pc:spChg chg="mod">
          <ac:chgData name="Katie HARRISON" userId="S::kfharrison@wisc.edu::f5e22dcb-aa54-4825-b422-a6b74624f705" providerId="AD" clId="Web-{1AB05EF7-79A9-1AAA-B77C-50F51159FF71}" dt="2022-08-10T17:11:05.755" v="125" actId="20577"/>
          <ac:spMkLst>
            <pc:docMk/>
            <pc:sldMk cId="4225631922" sldId="279"/>
            <ac:spMk id="2" creationId="{89B92707-4105-583C-9C49-0D833A112732}"/>
          </ac:spMkLst>
        </pc:spChg>
        <pc:picChg chg="add">
          <ac:chgData name="Katie HARRISON" userId="S::kfharrison@wisc.edu::f5e22dcb-aa54-4825-b422-a6b74624f705" providerId="AD" clId="Web-{1AB05EF7-79A9-1AAA-B77C-50F51159FF71}" dt="2022-08-10T17:11:11.286" v="127"/>
          <ac:picMkLst>
            <pc:docMk/>
            <pc:sldMk cId="4225631922" sldId="279"/>
            <ac:picMk id="4" creationId="{9C5973CD-0CD0-632F-172B-47B80C702FD8}"/>
          </ac:picMkLst>
        </pc:picChg>
        <pc:picChg chg="del">
          <ac:chgData name="Katie HARRISON" userId="S::kfharrison@wisc.edu::f5e22dcb-aa54-4825-b422-a6b74624f705" providerId="AD" clId="Web-{1AB05EF7-79A9-1AAA-B77C-50F51159FF71}" dt="2022-08-10T17:11:10.536" v="126"/>
          <ac:picMkLst>
            <pc:docMk/>
            <pc:sldMk cId="4225631922" sldId="279"/>
            <ac:picMk id="104" creationId="{4B2CA2B0-A6AA-0A58-3815-F19427ABDF34}"/>
          </ac:picMkLst>
        </pc:picChg>
      </pc:sldChg>
    </pc:docChg>
  </pc:docChgLst>
  <pc:docChgLst>
    <pc:chgData name="Katie HARRISON" userId="S::kfharrison@wisc.edu::f5e22dcb-aa54-4825-b422-a6b74624f705" providerId="AD" clId="Web-{F29A8A48-4104-C8EB-64AD-5C826E2F1BD8}"/>
    <pc:docChg chg="modSld">
      <pc:chgData name="Katie HARRISON" userId="S::kfharrison@wisc.edu::f5e22dcb-aa54-4825-b422-a6b74624f705" providerId="AD" clId="Web-{F29A8A48-4104-C8EB-64AD-5C826E2F1BD8}" dt="2022-08-07T20:58:02.183" v="2" actId="1076"/>
      <pc:docMkLst>
        <pc:docMk/>
      </pc:docMkLst>
      <pc:sldChg chg="modSp">
        <pc:chgData name="Katie HARRISON" userId="S::kfharrison@wisc.edu::f5e22dcb-aa54-4825-b422-a6b74624f705" providerId="AD" clId="Web-{F29A8A48-4104-C8EB-64AD-5C826E2F1BD8}" dt="2022-08-07T20:58:02.183" v="2" actId="1076"/>
        <pc:sldMkLst>
          <pc:docMk/>
          <pc:sldMk cId="2509158788" sldId="259"/>
        </pc:sldMkLst>
        <pc:picChg chg="mod">
          <ac:chgData name="Katie HARRISON" userId="S::kfharrison@wisc.edu::f5e22dcb-aa54-4825-b422-a6b74624f705" providerId="AD" clId="Web-{F29A8A48-4104-C8EB-64AD-5C826E2F1BD8}" dt="2022-08-07T20:57:59.746" v="1" actId="1076"/>
          <ac:picMkLst>
            <pc:docMk/>
            <pc:sldMk cId="2509158788" sldId="259"/>
            <ac:picMk id="3" creationId="{F208374F-E0DE-7DDB-615F-4DEF28DFA113}"/>
          </ac:picMkLst>
        </pc:picChg>
        <pc:picChg chg="mod">
          <ac:chgData name="Katie HARRISON" userId="S::kfharrison@wisc.edu::f5e22dcb-aa54-4825-b422-a6b74624f705" providerId="AD" clId="Web-{F29A8A48-4104-C8EB-64AD-5C826E2F1BD8}" dt="2022-08-07T20:58:02.183" v="2" actId="1076"/>
          <ac:picMkLst>
            <pc:docMk/>
            <pc:sldMk cId="2509158788" sldId="259"/>
            <ac:picMk id="7" creationId="{1DE995AA-998F-EFA6-52BC-43F412A90D10}"/>
          </ac:picMkLst>
        </pc:picChg>
      </pc:sldChg>
    </pc:docChg>
  </pc:docChgLst>
  <pc:docChgLst>
    <pc:chgData name="Katie HARRISON" userId="S::kfharrison@wisc.edu::f5e22dcb-aa54-4825-b422-a6b74624f705" providerId="AD" clId="Web-{7EB054E6-14B0-052E-AD71-19B3808C3962}"/>
    <pc:docChg chg="modSld">
      <pc:chgData name="Katie HARRISON" userId="S::kfharrison@wisc.edu::f5e22dcb-aa54-4825-b422-a6b74624f705" providerId="AD" clId="Web-{7EB054E6-14B0-052E-AD71-19B3808C3962}" dt="2022-08-16T05:20:22.471" v="138"/>
      <pc:docMkLst>
        <pc:docMk/>
      </pc:docMkLst>
      <pc:sldChg chg="addSp delSp modSp">
        <pc:chgData name="Katie HARRISON" userId="S::kfharrison@wisc.edu::f5e22dcb-aa54-4825-b422-a6b74624f705" providerId="AD" clId="Web-{7EB054E6-14B0-052E-AD71-19B3808C3962}" dt="2022-08-16T04:56:32.759" v="33" actId="1076"/>
        <pc:sldMkLst>
          <pc:docMk/>
          <pc:sldMk cId="1686000644" sldId="263"/>
        </pc:sldMkLst>
        <pc:spChg chg="del">
          <ac:chgData name="Katie HARRISON" userId="S::kfharrison@wisc.edu::f5e22dcb-aa54-4825-b422-a6b74624f705" providerId="AD" clId="Web-{7EB054E6-14B0-052E-AD71-19B3808C3962}" dt="2022-08-16T04:51:39.116" v="12"/>
          <ac:spMkLst>
            <pc:docMk/>
            <pc:sldMk cId="1686000644" sldId="263"/>
            <ac:spMk id="4" creationId="{5C726E29-5244-5BB1-CF01-BF67B914836B}"/>
          </ac:spMkLst>
        </pc:spChg>
        <pc:spChg chg="del mod">
          <ac:chgData name="Katie HARRISON" userId="S::kfharrison@wisc.edu::f5e22dcb-aa54-4825-b422-a6b74624f705" providerId="AD" clId="Web-{7EB054E6-14B0-052E-AD71-19B3808C3962}" dt="2022-08-16T04:51:31.398" v="8"/>
          <ac:spMkLst>
            <pc:docMk/>
            <pc:sldMk cId="1686000644" sldId="263"/>
            <ac:spMk id="6" creationId="{5FC91EBD-BE74-005E-5578-BFD725A6A685}"/>
          </ac:spMkLst>
        </pc:spChg>
        <pc:picChg chg="del">
          <ac:chgData name="Katie HARRISON" userId="S::kfharrison@wisc.edu::f5e22dcb-aa54-4825-b422-a6b74624f705" providerId="AD" clId="Web-{7EB054E6-14B0-052E-AD71-19B3808C3962}" dt="2022-08-16T04:51:26.101" v="4"/>
          <ac:picMkLst>
            <pc:docMk/>
            <pc:sldMk cId="1686000644" sldId="263"/>
            <ac:picMk id="3" creationId="{433513B2-DD55-F6E1-F83D-6C7C60D63440}"/>
          </ac:picMkLst>
        </pc:picChg>
        <pc:picChg chg="add del mod">
          <ac:chgData name="Katie HARRISON" userId="S::kfharrison@wisc.edu::f5e22dcb-aa54-4825-b422-a6b74624f705" providerId="AD" clId="Web-{7EB054E6-14B0-052E-AD71-19B3808C3962}" dt="2022-08-16T04:55:46.227" v="26"/>
          <ac:picMkLst>
            <pc:docMk/>
            <pc:sldMk cId="1686000644" sldId="263"/>
            <ac:picMk id="7" creationId="{6987C613-BA29-BC79-FF68-A7688D688E81}"/>
          </ac:picMkLst>
        </pc:picChg>
        <pc:picChg chg="del">
          <ac:chgData name="Katie HARRISON" userId="S::kfharrison@wisc.edu::f5e22dcb-aa54-4825-b422-a6b74624f705" providerId="AD" clId="Web-{7EB054E6-14B0-052E-AD71-19B3808C3962}" dt="2022-08-16T04:50:34.475" v="0"/>
          <ac:picMkLst>
            <pc:docMk/>
            <pc:sldMk cId="1686000644" sldId="263"/>
            <ac:picMk id="8" creationId="{34D210FE-525A-363B-08AD-8468F8E53872}"/>
          </ac:picMkLst>
        </pc:picChg>
        <pc:picChg chg="add del mod">
          <ac:chgData name="Katie HARRISON" userId="S::kfharrison@wisc.edu::f5e22dcb-aa54-4825-b422-a6b74624f705" providerId="AD" clId="Web-{7EB054E6-14B0-052E-AD71-19B3808C3962}" dt="2022-08-16T04:54:57.539" v="18"/>
          <ac:picMkLst>
            <pc:docMk/>
            <pc:sldMk cId="1686000644" sldId="263"/>
            <ac:picMk id="9" creationId="{ADF03D85-0D14-29BD-7E03-B7FFF6E8CF9B}"/>
          </ac:picMkLst>
        </pc:picChg>
        <pc:picChg chg="add mod">
          <ac:chgData name="Katie HARRISON" userId="S::kfharrison@wisc.edu::f5e22dcb-aa54-4825-b422-a6b74624f705" providerId="AD" clId="Web-{7EB054E6-14B0-052E-AD71-19B3808C3962}" dt="2022-08-16T04:56:32.759" v="33" actId="1076"/>
          <ac:picMkLst>
            <pc:docMk/>
            <pc:sldMk cId="1686000644" sldId="263"/>
            <ac:picMk id="10" creationId="{712FCDF5-A840-A5E2-1819-68422C70A321}"/>
          </ac:picMkLst>
        </pc:picChg>
        <pc:picChg chg="add del mod">
          <ac:chgData name="Katie HARRISON" userId="S::kfharrison@wisc.edu::f5e22dcb-aa54-4825-b422-a6b74624f705" providerId="AD" clId="Web-{7EB054E6-14B0-052E-AD71-19B3808C3962}" dt="2022-08-16T04:55:41.290" v="23"/>
          <ac:picMkLst>
            <pc:docMk/>
            <pc:sldMk cId="1686000644" sldId="263"/>
            <ac:picMk id="11" creationId="{F715C551-B1F8-3819-CB94-CF0D87DF5410}"/>
          </ac:picMkLst>
        </pc:picChg>
        <pc:picChg chg="add del mod">
          <ac:chgData name="Katie HARRISON" userId="S::kfharrison@wisc.edu::f5e22dcb-aa54-4825-b422-a6b74624f705" providerId="AD" clId="Web-{7EB054E6-14B0-052E-AD71-19B3808C3962}" dt="2022-08-16T04:56:26.493" v="31"/>
          <ac:picMkLst>
            <pc:docMk/>
            <pc:sldMk cId="1686000644" sldId="263"/>
            <ac:picMk id="12" creationId="{847A67CB-441C-D2CC-E2E1-7E93EC5225D4}"/>
          </ac:picMkLst>
        </pc:picChg>
        <pc:picChg chg="add mod">
          <ac:chgData name="Katie HARRISON" userId="S::kfharrison@wisc.edu::f5e22dcb-aa54-4825-b422-a6b74624f705" providerId="AD" clId="Web-{7EB054E6-14B0-052E-AD71-19B3808C3962}" dt="2022-08-16T04:56:25.087" v="30" actId="1076"/>
          <ac:picMkLst>
            <pc:docMk/>
            <pc:sldMk cId="1686000644" sldId="263"/>
            <ac:picMk id="13" creationId="{ED4DFCC0-7A1E-45A9-FBD0-53756A849606}"/>
          </ac:picMkLst>
        </pc:picChg>
      </pc:sldChg>
      <pc:sldChg chg="addSp delSp modSp">
        <pc:chgData name="Katie HARRISON" userId="S::kfharrison@wisc.edu::f5e22dcb-aa54-4825-b422-a6b74624f705" providerId="AD" clId="Web-{7EB054E6-14B0-052E-AD71-19B3808C3962}" dt="2022-08-16T05:20:22.471" v="138"/>
        <pc:sldMkLst>
          <pc:docMk/>
          <pc:sldMk cId="566026939" sldId="283"/>
        </pc:sldMkLst>
        <pc:spChg chg="del mod">
          <ac:chgData name="Katie HARRISON" userId="S::kfharrison@wisc.edu::f5e22dcb-aa54-4825-b422-a6b74624f705" providerId="AD" clId="Web-{7EB054E6-14B0-052E-AD71-19B3808C3962}" dt="2022-08-16T05:18:31.533" v="135"/>
          <ac:spMkLst>
            <pc:docMk/>
            <pc:sldMk cId="566026939" sldId="283"/>
            <ac:spMk id="3" creationId="{01BBC9E3-8E91-6B47-94D9-C9E8355DFCD2}"/>
          </ac:spMkLst>
        </pc:spChg>
        <pc:spChg chg="add mod">
          <ac:chgData name="Katie HARRISON" userId="S::kfharrison@wisc.edu::f5e22dcb-aa54-4825-b422-a6b74624f705" providerId="AD" clId="Web-{7EB054E6-14B0-052E-AD71-19B3808C3962}" dt="2022-08-16T05:18:23.533" v="131" actId="20577"/>
          <ac:spMkLst>
            <pc:docMk/>
            <pc:sldMk cId="566026939" sldId="283"/>
            <ac:spMk id="4" creationId="{65651A0E-1BB2-F0B1-B89D-A1B43FEACEDD}"/>
          </ac:spMkLst>
        </pc:spChg>
        <pc:spChg chg="del mod">
          <ac:chgData name="Katie HARRISON" userId="S::kfharrison@wisc.edu::f5e22dcb-aa54-4825-b422-a6b74624f705" providerId="AD" clId="Web-{7EB054E6-14B0-052E-AD71-19B3808C3962}" dt="2022-08-16T05:19:20.502" v="137"/>
          <ac:spMkLst>
            <pc:docMk/>
            <pc:sldMk cId="566026939" sldId="283"/>
            <ac:spMk id="12" creationId="{7A5B5106-28BC-10B2-852B-BBEA0484A34A}"/>
          </ac:spMkLst>
        </pc:spChg>
        <pc:spChg chg="del mod">
          <ac:chgData name="Katie HARRISON" userId="S::kfharrison@wisc.edu::f5e22dcb-aa54-4825-b422-a6b74624f705" providerId="AD" clId="Web-{7EB054E6-14B0-052E-AD71-19B3808C3962}" dt="2022-08-16T05:18:25.236" v="132"/>
          <ac:spMkLst>
            <pc:docMk/>
            <pc:sldMk cId="566026939" sldId="283"/>
            <ac:spMk id="18" creationId="{03EA8077-9D31-2CFA-0E8F-09964B147D9F}"/>
          </ac:spMkLst>
        </pc:spChg>
        <pc:picChg chg="del mod">
          <ac:chgData name="Katie HARRISON" userId="S::kfharrison@wisc.edu::f5e22dcb-aa54-4825-b422-a6b74624f705" providerId="AD" clId="Web-{7EB054E6-14B0-052E-AD71-19B3808C3962}" dt="2022-08-16T05:19:19.174" v="136"/>
          <ac:picMkLst>
            <pc:docMk/>
            <pc:sldMk cId="566026939" sldId="283"/>
            <ac:picMk id="9" creationId="{334A0EB5-0D5A-5029-75CB-35BE1058EF63}"/>
          </ac:picMkLst>
        </pc:picChg>
        <pc:cxnChg chg="del">
          <ac:chgData name="Katie HARRISON" userId="S::kfharrison@wisc.edu::f5e22dcb-aa54-4825-b422-a6b74624f705" providerId="AD" clId="Web-{7EB054E6-14B0-052E-AD71-19B3808C3962}" dt="2022-08-16T05:20:22.471" v="138"/>
          <ac:cxnSpMkLst>
            <pc:docMk/>
            <pc:sldMk cId="566026939" sldId="283"/>
            <ac:cxnSpMk id="13" creationId="{ABCA1684-7A8B-47BF-A958-8DEB0CF960C7}"/>
          </ac:cxnSpMkLst>
        </pc:cxnChg>
      </pc:sldChg>
    </pc:docChg>
  </pc:docChgLst>
  <pc:docChgLst>
    <pc:chgData name="Katie HARRISON" userId="S::kfharrison@wisc.edu::f5e22dcb-aa54-4825-b422-a6b74624f705" providerId="AD" clId="Web-{68F84E03-6341-C7E4-6833-704A4AA78B31}"/>
    <pc:docChg chg="modSld">
      <pc:chgData name="Katie HARRISON" userId="S::kfharrison@wisc.edu::f5e22dcb-aa54-4825-b422-a6b74624f705" providerId="AD" clId="Web-{68F84E03-6341-C7E4-6833-704A4AA78B31}" dt="2022-08-16T19:16:23.412" v="116"/>
      <pc:docMkLst>
        <pc:docMk/>
      </pc:docMkLst>
      <pc:sldChg chg="delCm modCm">
        <pc:chgData name="Katie HARRISON" userId="S::kfharrison@wisc.edu::f5e22dcb-aa54-4825-b422-a6b74624f705" providerId="AD" clId="Web-{68F84E03-6341-C7E4-6833-704A4AA78B31}" dt="2022-08-16T18:06:48.351" v="1"/>
        <pc:sldMkLst>
          <pc:docMk/>
          <pc:sldMk cId="109857222" sldId="256"/>
        </pc:sldMkLst>
      </pc:sldChg>
      <pc:sldChg chg="modNotes">
        <pc:chgData name="Katie HARRISON" userId="S::kfharrison@wisc.edu::f5e22dcb-aa54-4825-b422-a6b74624f705" providerId="AD" clId="Web-{68F84E03-6341-C7E4-6833-704A4AA78B31}" dt="2022-08-16T18:56:12.757" v="10"/>
        <pc:sldMkLst>
          <pc:docMk/>
          <pc:sldMk cId="2509158788" sldId="259"/>
        </pc:sldMkLst>
      </pc:sldChg>
      <pc:sldChg chg="modNotes">
        <pc:chgData name="Katie HARRISON" userId="S::kfharrison@wisc.edu::f5e22dcb-aa54-4825-b422-a6b74624f705" providerId="AD" clId="Web-{68F84E03-6341-C7E4-6833-704A4AA78B31}" dt="2022-08-16T19:10:58.584" v="13"/>
        <pc:sldMkLst>
          <pc:docMk/>
          <pc:sldMk cId="1686000644" sldId="263"/>
        </pc:sldMkLst>
      </pc:sldChg>
      <pc:sldChg chg="modCm modNotes">
        <pc:chgData name="Katie HARRISON" userId="S::kfharrison@wisc.edu::f5e22dcb-aa54-4825-b422-a6b74624f705" providerId="AD" clId="Web-{68F84E03-6341-C7E4-6833-704A4AA78B31}" dt="2022-08-16T19:11:07.084" v="22"/>
        <pc:sldMkLst>
          <pc:docMk/>
          <pc:sldMk cId="861447989" sldId="266"/>
        </pc:sldMkLst>
      </pc:sldChg>
      <pc:sldChg chg="modNotes">
        <pc:chgData name="Katie HARRISON" userId="S::kfharrison@wisc.edu::f5e22dcb-aa54-4825-b422-a6b74624f705" providerId="AD" clId="Web-{68F84E03-6341-C7E4-6833-704A4AA78B31}" dt="2022-08-16T19:16:23.412" v="116"/>
        <pc:sldMkLst>
          <pc:docMk/>
          <pc:sldMk cId="4217288977" sldId="278"/>
        </pc:sldMkLst>
      </pc:sldChg>
      <pc:sldChg chg="modSp modCm">
        <pc:chgData name="Katie HARRISON" userId="S::kfharrison@wisc.edu::f5e22dcb-aa54-4825-b422-a6b74624f705" providerId="AD" clId="Web-{68F84E03-6341-C7E4-6833-704A4AA78B31}" dt="2022-08-16T19:12:39.053" v="47" actId="1076"/>
        <pc:sldMkLst>
          <pc:docMk/>
          <pc:sldMk cId="1006650640" sldId="280"/>
        </pc:sldMkLst>
        <pc:spChg chg="mod">
          <ac:chgData name="Katie HARRISON" userId="S::kfharrison@wisc.edu::f5e22dcb-aa54-4825-b422-a6b74624f705" providerId="AD" clId="Web-{68F84E03-6341-C7E4-6833-704A4AA78B31}" dt="2022-08-16T19:12:33.022" v="46" actId="1076"/>
          <ac:spMkLst>
            <pc:docMk/>
            <pc:sldMk cId="1006650640" sldId="280"/>
            <ac:spMk id="2" creationId="{78699449-6983-CBEB-D24C-8481596BD551}"/>
          </ac:spMkLst>
        </pc:spChg>
        <pc:spChg chg="mod">
          <ac:chgData name="Katie HARRISON" userId="S::kfharrison@wisc.edu::f5e22dcb-aa54-4825-b422-a6b74624f705" providerId="AD" clId="Web-{68F84E03-6341-C7E4-6833-704A4AA78B31}" dt="2022-08-16T19:12:39.053" v="47" actId="1076"/>
          <ac:spMkLst>
            <pc:docMk/>
            <pc:sldMk cId="1006650640" sldId="280"/>
            <ac:spMk id="6" creationId="{7655B94F-FE48-4295-4A78-C12CAD127C81}"/>
          </ac:spMkLst>
        </pc:spChg>
      </pc:sldChg>
      <pc:sldChg chg="modCm">
        <pc:chgData name="Katie HARRISON" userId="S::kfharrison@wisc.edu::f5e22dcb-aa54-4825-b422-a6b74624f705" providerId="AD" clId="Web-{68F84E03-6341-C7E4-6833-704A4AA78B31}" dt="2022-08-16T18:07:17.413" v="6"/>
        <pc:sldMkLst>
          <pc:docMk/>
          <pc:sldMk cId="608946128" sldId="281"/>
        </pc:sldMkLst>
      </pc:sldChg>
      <pc:sldChg chg="modNotes">
        <pc:chgData name="Katie HARRISON" userId="S::kfharrison@wisc.edu::f5e22dcb-aa54-4825-b422-a6b74624f705" providerId="AD" clId="Web-{68F84E03-6341-C7E4-6833-704A4AA78B31}" dt="2022-08-16T19:12:00.850" v="45"/>
        <pc:sldMkLst>
          <pc:docMk/>
          <pc:sldMk cId="566026939" sldId="283"/>
        </pc:sldMkLst>
      </pc:sldChg>
    </pc:docChg>
  </pc:docChgLst>
  <pc:docChgLst>
    <pc:chgData name="Katie HARRISON" userId="S::kfharrison@wisc.edu::f5e22dcb-aa54-4825-b422-a6b74624f705" providerId="AD" clId="Web-{737258B8-A7A0-D271-D111-BB296EBA18C4}"/>
    <pc:docChg chg="modSld sldOrd">
      <pc:chgData name="Katie HARRISON" userId="S::kfharrison@wisc.edu::f5e22dcb-aa54-4825-b422-a6b74624f705" providerId="AD" clId="Web-{737258B8-A7A0-D271-D111-BB296EBA18C4}" dt="2022-08-14T09:01:21.170" v="100"/>
      <pc:docMkLst>
        <pc:docMk/>
      </pc:docMkLst>
      <pc:sldChg chg="modSp ord">
        <pc:chgData name="Katie HARRISON" userId="S::kfharrison@wisc.edu::f5e22dcb-aa54-4825-b422-a6b74624f705" providerId="AD" clId="Web-{737258B8-A7A0-D271-D111-BB296EBA18C4}" dt="2022-08-14T09:00:56.013" v="98" actId="1076"/>
        <pc:sldMkLst>
          <pc:docMk/>
          <pc:sldMk cId="1686000644" sldId="263"/>
        </pc:sldMkLst>
        <pc:spChg chg="mod">
          <ac:chgData name="Katie HARRISON" userId="S::kfharrison@wisc.edu::f5e22dcb-aa54-4825-b422-a6b74624f705" providerId="AD" clId="Web-{737258B8-A7A0-D271-D111-BB296EBA18C4}" dt="2022-08-14T09:00:38.903" v="94" actId="1076"/>
          <ac:spMkLst>
            <pc:docMk/>
            <pc:sldMk cId="1686000644" sldId="263"/>
            <ac:spMk id="2" creationId="{6ADDD331-37F0-2C90-E538-447D0A1B526B}"/>
          </ac:spMkLst>
        </pc:spChg>
        <pc:picChg chg="mod">
          <ac:chgData name="Katie HARRISON" userId="S::kfharrison@wisc.edu::f5e22dcb-aa54-4825-b422-a6b74624f705" providerId="AD" clId="Web-{737258B8-A7A0-D271-D111-BB296EBA18C4}" dt="2022-08-14T09:00:56.013" v="98" actId="1076"/>
          <ac:picMkLst>
            <pc:docMk/>
            <pc:sldMk cId="1686000644" sldId="263"/>
            <ac:picMk id="3" creationId="{433513B2-DD55-F6E1-F83D-6C7C60D63440}"/>
          </ac:picMkLst>
        </pc:picChg>
        <pc:picChg chg="mod">
          <ac:chgData name="Katie HARRISON" userId="S::kfharrison@wisc.edu::f5e22dcb-aa54-4825-b422-a6b74624f705" providerId="AD" clId="Web-{737258B8-A7A0-D271-D111-BB296EBA18C4}" dt="2022-08-14T09:00:43.294" v="95" actId="1076"/>
          <ac:picMkLst>
            <pc:docMk/>
            <pc:sldMk cId="1686000644" sldId="263"/>
            <ac:picMk id="8" creationId="{34D210FE-525A-363B-08AD-8468F8E53872}"/>
          </ac:picMkLst>
        </pc:picChg>
      </pc:sldChg>
      <pc:sldChg chg="ord">
        <pc:chgData name="Katie HARRISON" userId="S::kfharrison@wisc.edu::f5e22dcb-aa54-4825-b422-a6b74624f705" providerId="AD" clId="Web-{737258B8-A7A0-D271-D111-BB296EBA18C4}" dt="2022-08-14T09:01:21.170" v="100"/>
        <pc:sldMkLst>
          <pc:docMk/>
          <pc:sldMk cId="2280647287" sldId="277"/>
        </pc:sldMkLst>
      </pc:sldChg>
      <pc:sldChg chg="ord">
        <pc:chgData name="Katie HARRISON" userId="S::kfharrison@wisc.edu::f5e22dcb-aa54-4825-b422-a6b74624f705" providerId="AD" clId="Web-{737258B8-A7A0-D271-D111-BB296EBA18C4}" dt="2022-08-14T09:01:18.389" v="99"/>
        <pc:sldMkLst>
          <pc:docMk/>
          <pc:sldMk cId="4217288977" sldId="278"/>
        </pc:sldMkLst>
      </pc:sldChg>
      <pc:sldChg chg="modSp">
        <pc:chgData name="Katie HARRISON" userId="S::kfharrison@wisc.edu::f5e22dcb-aa54-4825-b422-a6b74624f705" providerId="AD" clId="Web-{737258B8-A7A0-D271-D111-BB296EBA18C4}" dt="2022-08-14T08:57:56.602" v="8" actId="20577"/>
        <pc:sldMkLst>
          <pc:docMk/>
          <pc:sldMk cId="1183662717" sldId="282"/>
        </pc:sldMkLst>
        <pc:spChg chg="mod">
          <ac:chgData name="Katie HARRISON" userId="S::kfharrison@wisc.edu::f5e22dcb-aa54-4825-b422-a6b74624f705" providerId="AD" clId="Web-{737258B8-A7A0-D271-D111-BB296EBA18C4}" dt="2022-08-14T08:57:56.602" v="8" actId="20577"/>
          <ac:spMkLst>
            <pc:docMk/>
            <pc:sldMk cId="1183662717" sldId="282"/>
            <ac:spMk id="2" creationId="{06544138-86F3-6D2C-FFB2-9ED7D4BA8032}"/>
          </ac:spMkLst>
        </pc:spChg>
        <pc:spChg chg="mod">
          <ac:chgData name="Katie HARRISON" userId="S::kfharrison@wisc.edu::f5e22dcb-aa54-4825-b422-a6b74624f705" providerId="AD" clId="Web-{737258B8-A7A0-D271-D111-BB296EBA18C4}" dt="2022-08-14T08:57:19.444" v="1" actId="20577"/>
          <ac:spMkLst>
            <pc:docMk/>
            <pc:sldMk cId="1183662717" sldId="282"/>
            <ac:spMk id="4" creationId="{E81A02D8-BB7A-BDF1-9DB1-E97BA6501694}"/>
          </ac:spMkLst>
        </pc:spChg>
      </pc:sldChg>
    </pc:docChg>
  </pc:docChgLst>
  <pc:docChgLst>
    <pc:chgData name="Katie HARRISON" userId="S::kfharrison@wisc.edu::f5e22dcb-aa54-4825-b422-a6b74624f705" providerId="AD" clId="Web-{A8280BD8-41D7-CD6A-274D-ACD47CF39A45}"/>
    <pc:docChg chg="addSld delSld modSld sldOrd modMainMaster">
      <pc:chgData name="Katie HARRISON" userId="S::kfharrison@wisc.edu::f5e22dcb-aa54-4825-b422-a6b74624f705" providerId="AD" clId="Web-{A8280BD8-41D7-CD6A-274D-ACD47CF39A45}" dt="2022-08-09T17:12:24.580" v="550"/>
      <pc:docMkLst>
        <pc:docMk/>
      </pc:docMkLst>
      <pc:sldChg chg="addSp modSp">
        <pc:chgData name="Katie HARRISON" userId="S::kfharrison@wisc.edu::f5e22dcb-aa54-4825-b422-a6b74624f705" providerId="AD" clId="Web-{A8280BD8-41D7-CD6A-274D-ACD47CF39A45}" dt="2022-08-09T16:11:42.450" v="495" actId="20577"/>
        <pc:sldMkLst>
          <pc:docMk/>
          <pc:sldMk cId="109857222" sldId="256"/>
        </pc:sldMkLst>
        <pc:spChg chg="mod">
          <ac:chgData name="Katie HARRISON" userId="S::kfharrison@wisc.edu::f5e22dcb-aa54-4825-b422-a6b74624f705" providerId="AD" clId="Web-{A8280BD8-41D7-CD6A-274D-ACD47CF39A45}" dt="2022-08-09T16:11:42.450" v="495" actId="20577"/>
          <ac:spMkLst>
            <pc:docMk/>
            <pc:sldMk cId="109857222" sldId="256"/>
            <ac:spMk id="3" creationId="{00000000-0000-0000-0000-000000000000}"/>
          </ac:spMkLst>
        </pc:spChg>
        <pc:spChg chg="add mod">
          <ac:chgData name="Katie HARRISON" userId="S::kfharrison@wisc.edu::f5e22dcb-aa54-4825-b422-a6b74624f705" providerId="AD" clId="Web-{A8280BD8-41D7-CD6A-274D-ACD47CF39A45}" dt="2022-08-09T13:37:10.115" v="186"/>
          <ac:spMkLst>
            <pc:docMk/>
            <pc:sldMk cId="109857222" sldId="256"/>
            <ac:spMk id="5" creationId="{638B3997-3B7F-0F22-5379-67D870BC81DA}"/>
          </ac:spMkLst>
        </pc:spChg>
      </pc:sldChg>
      <pc:sldChg chg="addSp modSp">
        <pc:chgData name="Katie HARRISON" userId="S::kfharrison@wisc.edu::f5e22dcb-aa54-4825-b422-a6b74624f705" providerId="AD" clId="Web-{A8280BD8-41D7-CD6A-274D-ACD47CF39A45}" dt="2022-08-09T13:37:15.615" v="187"/>
        <pc:sldMkLst>
          <pc:docMk/>
          <pc:sldMk cId="535810320" sldId="257"/>
        </pc:sldMkLst>
        <pc:spChg chg="add mod">
          <ac:chgData name="Katie HARRISON" userId="S::kfharrison@wisc.edu::f5e22dcb-aa54-4825-b422-a6b74624f705" providerId="AD" clId="Web-{A8280BD8-41D7-CD6A-274D-ACD47CF39A45}" dt="2022-08-09T13:37:15.615" v="187"/>
          <ac:spMkLst>
            <pc:docMk/>
            <pc:sldMk cId="535810320" sldId="257"/>
            <ac:spMk id="13" creationId="{D26C6ED8-4EF5-1741-890C-D372A54F3FE3}"/>
          </ac:spMkLst>
        </pc:spChg>
      </pc:sldChg>
      <pc:sldChg chg="addSp modSp">
        <pc:chgData name="Katie HARRISON" userId="S::kfharrison@wisc.edu::f5e22dcb-aa54-4825-b422-a6b74624f705" providerId="AD" clId="Web-{A8280BD8-41D7-CD6A-274D-ACD47CF39A45}" dt="2022-08-09T16:41:39.964" v="532" actId="20577"/>
        <pc:sldMkLst>
          <pc:docMk/>
          <pc:sldMk cId="308295134" sldId="258"/>
        </pc:sldMkLst>
        <pc:spChg chg="add mod">
          <ac:chgData name="Katie HARRISON" userId="S::kfharrison@wisc.edu::f5e22dcb-aa54-4825-b422-a6b74624f705" providerId="AD" clId="Web-{A8280BD8-41D7-CD6A-274D-ACD47CF39A45}" dt="2022-08-09T13:37:15.615" v="187"/>
          <ac:spMkLst>
            <pc:docMk/>
            <pc:sldMk cId="308295134" sldId="258"/>
            <ac:spMk id="11" creationId="{F5047924-705E-6645-6FFA-D2AE075CFABE}"/>
          </ac:spMkLst>
        </pc:spChg>
        <pc:graphicFrameChg chg="modGraphic">
          <ac:chgData name="Katie HARRISON" userId="S::kfharrison@wisc.edu::f5e22dcb-aa54-4825-b422-a6b74624f705" providerId="AD" clId="Web-{A8280BD8-41D7-CD6A-274D-ACD47CF39A45}" dt="2022-08-09T16:41:39.964" v="532" actId="20577"/>
          <ac:graphicFrameMkLst>
            <pc:docMk/>
            <pc:sldMk cId="308295134" sldId="258"/>
            <ac:graphicFrameMk id="16" creationId="{4DC6BF4F-0FB1-8903-B2A6-5EFF54729AAF}"/>
          </ac:graphicFrameMkLst>
        </pc:graphicFrameChg>
      </pc:sldChg>
      <pc:sldChg chg="addSp delSp modSp mod setBg setClrOvrMap">
        <pc:chgData name="Katie HARRISON" userId="S::kfharrison@wisc.edu::f5e22dcb-aa54-4825-b422-a6b74624f705" providerId="AD" clId="Web-{A8280BD8-41D7-CD6A-274D-ACD47CF39A45}" dt="2022-08-09T13:37:15.615" v="187"/>
        <pc:sldMkLst>
          <pc:docMk/>
          <pc:sldMk cId="2509158788" sldId="259"/>
        </pc:sldMkLst>
        <pc:spChg chg="del mod">
          <ac:chgData name="Katie HARRISON" userId="S::kfharrison@wisc.edu::f5e22dcb-aa54-4825-b422-a6b74624f705" providerId="AD" clId="Web-{A8280BD8-41D7-CD6A-274D-ACD47CF39A45}" dt="2022-08-09T11:27:05.411" v="3"/>
          <ac:spMkLst>
            <pc:docMk/>
            <pc:sldMk cId="2509158788" sldId="259"/>
            <ac:spMk id="2" creationId="{6D3EBBC4-E9C6-4121-F472-0B74DF816284}"/>
          </ac:spMkLst>
        </pc:spChg>
        <pc:spChg chg="add mod">
          <ac:chgData name="Katie HARRISON" userId="S::kfharrison@wisc.edu::f5e22dcb-aa54-4825-b422-a6b74624f705" providerId="AD" clId="Web-{A8280BD8-41D7-CD6A-274D-ACD47CF39A45}" dt="2022-08-09T13:37:15.615" v="187"/>
          <ac:spMkLst>
            <pc:docMk/>
            <pc:sldMk cId="2509158788" sldId="259"/>
            <ac:spMk id="4" creationId="{05DB6340-162A-4892-7705-8487110AA7DD}"/>
          </ac:spMkLst>
        </pc:spChg>
        <pc:spChg chg="del mod ord">
          <ac:chgData name="Katie HARRISON" userId="S::kfharrison@wisc.edu::f5e22dcb-aa54-4825-b422-a6b74624f705" providerId="AD" clId="Web-{A8280BD8-41D7-CD6A-274D-ACD47CF39A45}" dt="2022-08-09T11:28:21.317" v="10"/>
          <ac:spMkLst>
            <pc:docMk/>
            <pc:sldMk cId="2509158788" sldId="259"/>
            <ac:spMk id="4" creationId="{4A843800-939F-7949-EFA0-DB422C4F0B0E}"/>
          </ac:spMkLst>
        </pc:spChg>
        <pc:spChg chg="add del mod ord">
          <ac:chgData name="Katie HARRISON" userId="S::kfharrison@wisc.edu::f5e22dcb-aa54-4825-b422-a6b74624f705" providerId="AD" clId="Web-{A8280BD8-41D7-CD6A-274D-ACD47CF39A45}" dt="2022-08-09T11:28:18.254" v="9"/>
          <ac:spMkLst>
            <pc:docMk/>
            <pc:sldMk cId="2509158788" sldId="259"/>
            <ac:spMk id="7" creationId="{2B80F9F9-E85B-17C4-8B6A-324465843990}"/>
          </ac:spMkLst>
        </pc:spChg>
        <pc:spChg chg="add del mod">
          <ac:chgData name="Katie HARRISON" userId="S::kfharrison@wisc.edu::f5e22dcb-aa54-4825-b422-a6b74624f705" providerId="AD" clId="Web-{A8280BD8-41D7-CD6A-274D-ACD47CF39A45}" dt="2022-08-09T11:28:25.504" v="11"/>
          <ac:spMkLst>
            <pc:docMk/>
            <pc:sldMk cId="2509158788" sldId="259"/>
            <ac:spMk id="10" creationId="{55245926-61E0-B122-9BFB-9BEE0893980F}"/>
          </ac:spMkLst>
        </pc:spChg>
        <pc:spChg chg="add del">
          <ac:chgData name="Katie HARRISON" userId="S::kfharrison@wisc.edu::f5e22dcb-aa54-4825-b422-a6b74624f705" providerId="AD" clId="Web-{A8280BD8-41D7-CD6A-274D-ACD47CF39A45}" dt="2022-08-09T11:28:07.957" v="8"/>
          <ac:spMkLst>
            <pc:docMk/>
            <pc:sldMk cId="2509158788" sldId="259"/>
            <ac:spMk id="35" creationId="{2D6FBB9D-1CAA-4D05-AB33-BABDFE17B843}"/>
          </ac:spMkLst>
        </pc:spChg>
        <pc:spChg chg="add del">
          <ac:chgData name="Katie HARRISON" userId="S::kfharrison@wisc.edu::f5e22dcb-aa54-4825-b422-a6b74624f705" providerId="AD" clId="Web-{A8280BD8-41D7-CD6A-274D-ACD47CF39A45}" dt="2022-08-09T11:28:07.957" v="8"/>
          <ac:spMkLst>
            <pc:docMk/>
            <pc:sldMk cId="2509158788" sldId="259"/>
            <ac:spMk id="36" creationId="{04727B71-B4B6-4823-80A1-68C40B475118}"/>
          </ac:spMkLst>
        </pc:spChg>
        <pc:spChg chg="add del">
          <ac:chgData name="Katie HARRISON" userId="S::kfharrison@wisc.edu::f5e22dcb-aa54-4825-b422-a6b74624f705" providerId="AD" clId="Web-{A8280BD8-41D7-CD6A-274D-ACD47CF39A45}" dt="2022-08-09T11:28:07.957" v="8"/>
          <ac:spMkLst>
            <pc:docMk/>
            <pc:sldMk cId="2509158788" sldId="259"/>
            <ac:spMk id="37" creationId="{79A6DB05-9FB5-4B07-8675-74C23D4FD89D}"/>
          </ac:spMkLst>
        </pc:spChg>
        <pc:spChg chg="add del">
          <ac:chgData name="Katie HARRISON" userId="S::kfharrison@wisc.edu::f5e22dcb-aa54-4825-b422-a6b74624f705" providerId="AD" clId="Web-{A8280BD8-41D7-CD6A-274D-ACD47CF39A45}" dt="2022-08-09T11:28:07.957" v="8"/>
          <ac:spMkLst>
            <pc:docMk/>
            <pc:sldMk cId="2509158788" sldId="259"/>
            <ac:spMk id="38" creationId="{632DF175-2DD8-4694-B4BB-045DCFCE730A}"/>
          </ac:spMkLst>
        </pc:spChg>
        <pc:spChg chg="add del">
          <ac:chgData name="Katie HARRISON" userId="S::kfharrison@wisc.edu::f5e22dcb-aa54-4825-b422-a6b74624f705" providerId="AD" clId="Web-{A8280BD8-41D7-CD6A-274D-ACD47CF39A45}" dt="2022-08-09T11:28:07.957" v="8"/>
          <ac:spMkLst>
            <pc:docMk/>
            <pc:sldMk cId="2509158788" sldId="259"/>
            <ac:spMk id="39" creationId="{9080D120-BD54-46E1-BA37-82F5E8089E90}"/>
          </ac:spMkLst>
        </pc:spChg>
        <pc:spChg chg="add del">
          <ac:chgData name="Katie HARRISON" userId="S::kfharrison@wisc.edu::f5e22dcb-aa54-4825-b422-a6b74624f705" providerId="AD" clId="Web-{A8280BD8-41D7-CD6A-274D-ACD47CF39A45}" dt="2022-08-09T11:28:07.957" v="8"/>
          <ac:spMkLst>
            <pc:docMk/>
            <pc:sldMk cId="2509158788" sldId="259"/>
            <ac:spMk id="40" creationId="{81D83946-74FA-498A-AC80-9926F041B5C5}"/>
          </ac:spMkLst>
        </pc:spChg>
        <pc:spChg chg="add del">
          <ac:chgData name="Katie HARRISON" userId="S::kfharrison@wisc.edu::f5e22dcb-aa54-4825-b422-a6b74624f705" providerId="AD" clId="Web-{A8280BD8-41D7-CD6A-274D-ACD47CF39A45}" dt="2022-08-09T11:28:07.957" v="8"/>
          <ac:spMkLst>
            <pc:docMk/>
            <pc:sldMk cId="2509158788" sldId="259"/>
            <ac:spMk id="41" creationId="{5060D983-8B52-443A-8183-2A1DE05618B5}"/>
          </ac:spMkLst>
        </pc:spChg>
        <pc:spChg chg="add del">
          <ac:chgData name="Katie HARRISON" userId="S::kfharrison@wisc.edu::f5e22dcb-aa54-4825-b422-a6b74624f705" providerId="AD" clId="Web-{A8280BD8-41D7-CD6A-274D-ACD47CF39A45}" dt="2022-08-09T11:27:57.395" v="5"/>
          <ac:spMkLst>
            <pc:docMk/>
            <pc:sldMk cId="2509158788" sldId="259"/>
            <ac:spMk id="46" creationId="{2D6FBB9D-1CAA-4D05-AB33-BABDFE17B843}"/>
          </ac:spMkLst>
        </pc:spChg>
        <pc:spChg chg="add del">
          <ac:chgData name="Katie HARRISON" userId="S::kfharrison@wisc.edu::f5e22dcb-aa54-4825-b422-a6b74624f705" providerId="AD" clId="Web-{A8280BD8-41D7-CD6A-274D-ACD47CF39A45}" dt="2022-08-09T11:27:57.395" v="5"/>
          <ac:spMkLst>
            <pc:docMk/>
            <pc:sldMk cId="2509158788" sldId="259"/>
            <ac:spMk id="48" creationId="{04727B71-B4B6-4823-80A1-68C40B475118}"/>
          </ac:spMkLst>
        </pc:spChg>
        <pc:spChg chg="add del">
          <ac:chgData name="Katie HARRISON" userId="S::kfharrison@wisc.edu::f5e22dcb-aa54-4825-b422-a6b74624f705" providerId="AD" clId="Web-{A8280BD8-41D7-CD6A-274D-ACD47CF39A45}" dt="2022-08-09T11:27:57.395" v="5"/>
          <ac:spMkLst>
            <pc:docMk/>
            <pc:sldMk cId="2509158788" sldId="259"/>
            <ac:spMk id="50" creationId="{79A6DB05-9FB5-4B07-8675-74C23D4FD89D}"/>
          </ac:spMkLst>
        </pc:spChg>
        <pc:spChg chg="add del">
          <ac:chgData name="Katie HARRISON" userId="S::kfharrison@wisc.edu::f5e22dcb-aa54-4825-b422-a6b74624f705" providerId="AD" clId="Web-{A8280BD8-41D7-CD6A-274D-ACD47CF39A45}" dt="2022-08-09T11:27:57.395" v="5"/>
          <ac:spMkLst>
            <pc:docMk/>
            <pc:sldMk cId="2509158788" sldId="259"/>
            <ac:spMk id="52" creationId="{9A42C7B2-7BD6-433A-95AB-5AA4F44B5819}"/>
          </ac:spMkLst>
        </pc:spChg>
        <pc:spChg chg="add del">
          <ac:chgData name="Katie HARRISON" userId="S::kfharrison@wisc.edu::f5e22dcb-aa54-4825-b422-a6b74624f705" providerId="AD" clId="Web-{A8280BD8-41D7-CD6A-274D-ACD47CF39A45}" dt="2022-08-09T11:27:57.395" v="5"/>
          <ac:spMkLst>
            <pc:docMk/>
            <pc:sldMk cId="2509158788" sldId="259"/>
            <ac:spMk id="54" creationId="{0ADDB668-2CA4-4D2B-9C34-3487CA330BA8}"/>
          </ac:spMkLst>
        </pc:spChg>
        <pc:spChg chg="add del">
          <ac:chgData name="Katie HARRISON" userId="S::kfharrison@wisc.edu::f5e22dcb-aa54-4825-b422-a6b74624f705" providerId="AD" clId="Web-{A8280BD8-41D7-CD6A-274D-ACD47CF39A45}" dt="2022-08-09T11:27:57.395" v="5"/>
          <ac:spMkLst>
            <pc:docMk/>
            <pc:sldMk cId="2509158788" sldId="259"/>
            <ac:spMk id="56" creationId="{2568BC19-F052-4108-93E1-6A3D1DEC072F}"/>
          </ac:spMkLst>
        </pc:spChg>
        <pc:spChg chg="add del">
          <ac:chgData name="Katie HARRISON" userId="S::kfharrison@wisc.edu::f5e22dcb-aa54-4825-b422-a6b74624f705" providerId="AD" clId="Web-{A8280BD8-41D7-CD6A-274D-ACD47CF39A45}" dt="2022-08-09T11:27:57.395" v="5"/>
          <ac:spMkLst>
            <pc:docMk/>
            <pc:sldMk cId="2509158788" sldId="259"/>
            <ac:spMk id="58" creationId="{D5FD337D-4D6B-4C8B-B6F5-121097E09881}"/>
          </ac:spMkLst>
        </pc:spChg>
        <pc:spChg chg="add del">
          <ac:chgData name="Katie HARRISON" userId="S::kfharrison@wisc.edu::f5e22dcb-aa54-4825-b422-a6b74624f705" providerId="AD" clId="Web-{A8280BD8-41D7-CD6A-274D-ACD47CF39A45}" dt="2022-08-09T11:28:07.942" v="7"/>
          <ac:spMkLst>
            <pc:docMk/>
            <pc:sldMk cId="2509158788" sldId="259"/>
            <ac:spMk id="60" creationId="{2D6FBB9D-1CAA-4D05-AB33-BABDFE17B843}"/>
          </ac:spMkLst>
        </pc:spChg>
        <pc:spChg chg="add del">
          <ac:chgData name="Katie HARRISON" userId="S::kfharrison@wisc.edu::f5e22dcb-aa54-4825-b422-a6b74624f705" providerId="AD" clId="Web-{A8280BD8-41D7-CD6A-274D-ACD47CF39A45}" dt="2022-08-09T11:28:07.942" v="7"/>
          <ac:spMkLst>
            <pc:docMk/>
            <pc:sldMk cId="2509158788" sldId="259"/>
            <ac:spMk id="61" creationId="{04727B71-B4B6-4823-80A1-68C40B475118}"/>
          </ac:spMkLst>
        </pc:spChg>
        <pc:spChg chg="add del">
          <ac:chgData name="Katie HARRISON" userId="S::kfharrison@wisc.edu::f5e22dcb-aa54-4825-b422-a6b74624f705" providerId="AD" clId="Web-{A8280BD8-41D7-CD6A-274D-ACD47CF39A45}" dt="2022-08-09T11:28:07.942" v="7"/>
          <ac:spMkLst>
            <pc:docMk/>
            <pc:sldMk cId="2509158788" sldId="259"/>
            <ac:spMk id="62" creationId="{79A6DB05-9FB5-4B07-8675-74C23D4FD89D}"/>
          </ac:spMkLst>
        </pc:spChg>
        <pc:spChg chg="add del">
          <ac:chgData name="Katie HARRISON" userId="S::kfharrison@wisc.edu::f5e22dcb-aa54-4825-b422-a6b74624f705" providerId="AD" clId="Web-{A8280BD8-41D7-CD6A-274D-ACD47CF39A45}" dt="2022-08-09T11:28:07.942" v="7"/>
          <ac:spMkLst>
            <pc:docMk/>
            <pc:sldMk cId="2509158788" sldId="259"/>
            <ac:spMk id="63" creationId="{D8B45C0C-1C22-45E0-96AC-EAFF20BAD7A5}"/>
          </ac:spMkLst>
        </pc:spChg>
        <pc:spChg chg="add del">
          <ac:chgData name="Katie HARRISON" userId="S::kfharrison@wisc.edu::f5e22dcb-aa54-4825-b422-a6b74624f705" providerId="AD" clId="Web-{A8280BD8-41D7-CD6A-274D-ACD47CF39A45}" dt="2022-08-09T11:28:07.942" v="7"/>
          <ac:spMkLst>
            <pc:docMk/>
            <pc:sldMk cId="2509158788" sldId="259"/>
            <ac:spMk id="64" creationId="{A1A6B414-1D19-4586-8383-0B3BDE0A205F}"/>
          </ac:spMkLst>
        </pc:spChg>
        <pc:spChg chg="add del">
          <ac:chgData name="Katie HARRISON" userId="S::kfharrison@wisc.edu::f5e22dcb-aa54-4825-b422-a6b74624f705" providerId="AD" clId="Web-{A8280BD8-41D7-CD6A-274D-ACD47CF39A45}" dt="2022-08-09T11:28:07.942" v="7"/>
          <ac:spMkLst>
            <pc:docMk/>
            <pc:sldMk cId="2509158788" sldId="259"/>
            <ac:spMk id="65" creationId="{8414D3ED-40C9-4391-BEA1-622CE47FB90D}"/>
          </ac:spMkLst>
        </pc:spChg>
        <pc:spChg chg="add del">
          <ac:chgData name="Katie HARRISON" userId="S::kfharrison@wisc.edu::f5e22dcb-aa54-4825-b422-a6b74624f705" providerId="AD" clId="Web-{A8280BD8-41D7-CD6A-274D-ACD47CF39A45}" dt="2022-08-09T11:28:07.942" v="7"/>
          <ac:spMkLst>
            <pc:docMk/>
            <pc:sldMk cId="2509158788" sldId="259"/>
            <ac:spMk id="66" creationId="{1F7F5575-FC35-4612-B24D-902BC5577576}"/>
          </ac:spMkLst>
        </pc:spChg>
        <pc:spChg chg="add del">
          <ac:chgData name="Katie HARRISON" userId="S::kfharrison@wisc.edu::f5e22dcb-aa54-4825-b422-a6b74624f705" providerId="AD" clId="Web-{A8280BD8-41D7-CD6A-274D-ACD47CF39A45}" dt="2022-08-09T11:28:41.832" v="14"/>
          <ac:spMkLst>
            <pc:docMk/>
            <pc:sldMk cId="2509158788" sldId="259"/>
            <ac:spMk id="68" creationId="{2D6FBB9D-1CAA-4D05-AB33-BABDFE17B843}"/>
          </ac:spMkLst>
        </pc:spChg>
        <pc:spChg chg="add del">
          <ac:chgData name="Katie HARRISON" userId="S::kfharrison@wisc.edu::f5e22dcb-aa54-4825-b422-a6b74624f705" providerId="AD" clId="Web-{A8280BD8-41D7-CD6A-274D-ACD47CF39A45}" dt="2022-08-09T11:28:41.832" v="14"/>
          <ac:spMkLst>
            <pc:docMk/>
            <pc:sldMk cId="2509158788" sldId="259"/>
            <ac:spMk id="69" creationId="{04727B71-B4B6-4823-80A1-68C40B475118}"/>
          </ac:spMkLst>
        </pc:spChg>
        <pc:spChg chg="add del">
          <ac:chgData name="Katie HARRISON" userId="S::kfharrison@wisc.edu::f5e22dcb-aa54-4825-b422-a6b74624f705" providerId="AD" clId="Web-{A8280BD8-41D7-CD6A-274D-ACD47CF39A45}" dt="2022-08-09T11:28:41.832" v="14"/>
          <ac:spMkLst>
            <pc:docMk/>
            <pc:sldMk cId="2509158788" sldId="259"/>
            <ac:spMk id="70" creationId="{79A6DB05-9FB5-4B07-8675-74C23D4FD89D}"/>
          </ac:spMkLst>
        </pc:spChg>
        <pc:spChg chg="add del">
          <ac:chgData name="Katie HARRISON" userId="S::kfharrison@wisc.edu::f5e22dcb-aa54-4825-b422-a6b74624f705" providerId="AD" clId="Web-{A8280BD8-41D7-CD6A-274D-ACD47CF39A45}" dt="2022-08-09T11:28:41.832" v="14"/>
          <ac:spMkLst>
            <pc:docMk/>
            <pc:sldMk cId="2509158788" sldId="259"/>
            <ac:spMk id="71" creationId="{EFB4A7B1-AF01-4C10-96D3-4BEE59419879}"/>
          </ac:spMkLst>
        </pc:spChg>
        <pc:spChg chg="add del">
          <ac:chgData name="Katie HARRISON" userId="S::kfharrison@wisc.edu::f5e22dcb-aa54-4825-b422-a6b74624f705" providerId="AD" clId="Web-{A8280BD8-41D7-CD6A-274D-ACD47CF39A45}" dt="2022-08-09T11:28:41.832" v="14"/>
          <ac:spMkLst>
            <pc:docMk/>
            <pc:sldMk cId="2509158788" sldId="259"/>
            <ac:spMk id="72" creationId="{134744D3-B068-4646-83B8-525E6D15DF43}"/>
          </ac:spMkLst>
        </pc:spChg>
        <pc:spChg chg="add del">
          <ac:chgData name="Katie HARRISON" userId="S::kfharrison@wisc.edu::f5e22dcb-aa54-4825-b422-a6b74624f705" providerId="AD" clId="Web-{A8280BD8-41D7-CD6A-274D-ACD47CF39A45}" dt="2022-08-09T11:28:41.832" v="14"/>
          <ac:spMkLst>
            <pc:docMk/>
            <pc:sldMk cId="2509158788" sldId="259"/>
            <ac:spMk id="73" creationId="{15048A18-0381-485F-B557-E17906AE6A95}"/>
          </ac:spMkLst>
        </pc:spChg>
        <pc:spChg chg="add del">
          <ac:chgData name="Katie HARRISON" userId="S::kfharrison@wisc.edu::f5e22dcb-aa54-4825-b422-a6b74624f705" providerId="AD" clId="Web-{A8280BD8-41D7-CD6A-274D-ACD47CF39A45}" dt="2022-08-09T11:28:41.832" v="13"/>
          <ac:spMkLst>
            <pc:docMk/>
            <pc:sldMk cId="2509158788" sldId="259"/>
            <ac:spMk id="78" creationId="{19E301E5-1206-47D0-9CDF-72583D739089}"/>
          </ac:spMkLst>
        </pc:spChg>
        <pc:spChg chg="add del">
          <ac:chgData name="Katie HARRISON" userId="S::kfharrison@wisc.edu::f5e22dcb-aa54-4825-b422-a6b74624f705" providerId="AD" clId="Web-{A8280BD8-41D7-CD6A-274D-ACD47CF39A45}" dt="2022-08-09T11:28:41.832" v="13"/>
          <ac:spMkLst>
            <pc:docMk/>
            <pc:sldMk cId="2509158788" sldId="259"/>
            <ac:spMk id="80" creationId="{AFA31FBE-7948-4384-B68A-75DEFDC4955A}"/>
          </ac:spMkLst>
        </pc:spChg>
        <pc:spChg chg="add del">
          <ac:chgData name="Katie HARRISON" userId="S::kfharrison@wisc.edu::f5e22dcb-aa54-4825-b422-a6b74624f705" providerId="AD" clId="Web-{A8280BD8-41D7-CD6A-274D-ACD47CF39A45}" dt="2022-08-09T11:58:51.429" v="49"/>
          <ac:spMkLst>
            <pc:docMk/>
            <pc:sldMk cId="2509158788" sldId="259"/>
            <ac:spMk id="82" creationId="{799448F2-0E5B-42DA-B2D1-11A14E947BD4}"/>
          </ac:spMkLst>
        </pc:spChg>
        <pc:spChg chg="add del">
          <ac:chgData name="Katie HARRISON" userId="S::kfharrison@wisc.edu::f5e22dcb-aa54-4825-b422-a6b74624f705" providerId="AD" clId="Web-{A8280BD8-41D7-CD6A-274D-ACD47CF39A45}" dt="2022-08-09T11:58:51.429" v="49"/>
          <ac:spMkLst>
            <pc:docMk/>
            <pc:sldMk cId="2509158788" sldId="259"/>
            <ac:spMk id="83" creationId="{4E8A7552-20E1-4F34-ADAB-C1DB6634D47E}"/>
          </ac:spMkLst>
        </pc:spChg>
        <pc:spChg chg="add">
          <ac:chgData name="Katie HARRISON" userId="S::kfharrison@wisc.edu::f5e22dcb-aa54-4825-b422-a6b74624f705" providerId="AD" clId="Web-{A8280BD8-41D7-CD6A-274D-ACD47CF39A45}" dt="2022-08-09T11:58:51.429" v="49"/>
          <ac:spMkLst>
            <pc:docMk/>
            <pc:sldMk cId="2509158788" sldId="259"/>
            <ac:spMk id="88" creationId="{799448F2-0E5B-42DA-B2D1-11A14E947BD4}"/>
          </ac:spMkLst>
        </pc:spChg>
        <pc:spChg chg="add">
          <ac:chgData name="Katie HARRISON" userId="S::kfharrison@wisc.edu::f5e22dcb-aa54-4825-b422-a6b74624f705" providerId="AD" clId="Web-{A8280BD8-41D7-CD6A-274D-ACD47CF39A45}" dt="2022-08-09T11:58:51.429" v="49"/>
          <ac:spMkLst>
            <pc:docMk/>
            <pc:sldMk cId="2509158788" sldId="259"/>
            <ac:spMk id="90" creationId="{4E8A7552-20E1-4F34-ADAB-C1DB6634D47E}"/>
          </ac:spMkLst>
        </pc:spChg>
        <pc:picChg chg="add mod">
          <ac:chgData name="Katie HARRISON" userId="S::kfharrison@wisc.edu::f5e22dcb-aa54-4825-b422-a6b74624f705" providerId="AD" clId="Web-{A8280BD8-41D7-CD6A-274D-ACD47CF39A45}" dt="2022-08-09T11:59:05.351" v="50" actId="14100"/>
          <ac:picMkLst>
            <pc:docMk/>
            <pc:sldMk cId="2509158788" sldId="259"/>
            <ac:picMk id="2" creationId="{2275BFEB-8B78-7C99-1713-E83F7A520029}"/>
          </ac:picMkLst>
        </pc:picChg>
        <pc:picChg chg="mod ord">
          <ac:chgData name="Katie HARRISON" userId="S::kfharrison@wisc.edu::f5e22dcb-aa54-4825-b422-a6b74624f705" providerId="AD" clId="Web-{A8280BD8-41D7-CD6A-274D-ACD47CF39A45}" dt="2022-08-09T11:59:10.179" v="51" actId="14100"/>
          <ac:picMkLst>
            <pc:docMk/>
            <pc:sldMk cId="2509158788" sldId="259"/>
            <ac:picMk id="3" creationId="{DDC1FAF7-D6A2-642F-4677-97CF4E000E8E}"/>
          </ac:picMkLst>
        </pc:picChg>
        <pc:picChg chg="del mod ord">
          <ac:chgData name="Katie HARRISON" userId="S::kfharrison@wisc.edu::f5e22dcb-aa54-4825-b422-a6b74624f705" providerId="AD" clId="Web-{A8280BD8-41D7-CD6A-274D-ACD47CF39A45}" dt="2022-08-09T11:58:42.773" v="47"/>
          <ac:picMkLst>
            <pc:docMk/>
            <pc:sldMk cId="2509158788" sldId="259"/>
            <ac:picMk id="5" creationId="{96B7A758-50FE-D12E-F72F-059EFEEEAE1D}"/>
          </ac:picMkLst>
        </pc:picChg>
        <pc:picChg chg="mod ord">
          <ac:chgData name="Katie HARRISON" userId="S::kfharrison@wisc.edu::f5e22dcb-aa54-4825-b422-a6b74624f705" providerId="AD" clId="Web-{A8280BD8-41D7-CD6A-274D-ACD47CF39A45}" dt="2022-08-09T11:59:13.351" v="52" actId="14100"/>
          <ac:picMkLst>
            <pc:docMk/>
            <pc:sldMk cId="2509158788" sldId="259"/>
            <ac:picMk id="9" creationId="{FFD546E2-62B3-7552-EE8F-CFB22C10949C}"/>
          </ac:picMkLst>
        </pc:picChg>
      </pc:sldChg>
      <pc:sldChg chg="addSp modSp">
        <pc:chgData name="Katie HARRISON" userId="S::kfharrison@wisc.edu::f5e22dcb-aa54-4825-b422-a6b74624f705" providerId="AD" clId="Web-{A8280BD8-41D7-CD6A-274D-ACD47CF39A45}" dt="2022-08-09T13:59:04.527" v="391" actId="20577"/>
        <pc:sldMkLst>
          <pc:docMk/>
          <pc:sldMk cId="408668825" sldId="260"/>
        </pc:sldMkLst>
        <pc:spChg chg="mod">
          <ac:chgData name="Katie HARRISON" userId="S::kfharrison@wisc.edu::f5e22dcb-aa54-4825-b422-a6b74624f705" providerId="AD" clId="Web-{A8280BD8-41D7-CD6A-274D-ACD47CF39A45}" dt="2022-08-09T13:59:04.527" v="391" actId="20577"/>
          <ac:spMkLst>
            <pc:docMk/>
            <pc:sldMk cId="408668825" sldId="260"/>
            <ac:spMk id="2" creationId="{89B92707-4105-583C-9C49-0D833A112732}"/>
          </ac:spMkLst>
        </pc:spChg>
        <pc:spChg chg="add mod">
          <ac:chgData name="Katie HARRISON" userId="S::kfharrison@wisc.edu::f5e22dcb-aa54-4825-b422-a6b74624f705" providerId="AD" clId="Web-{A8280BD8-41D7-CD6A-274D-ACD47CF39A45}" dt="2022-08-09T13:37:15.615" v="187"/>
          <ac:spMkLst>
            <pc:docMk/>
            <pc:sldMk cId="408668825" sldId="260"/>
            <ac:spMk id="18" creationId="{51AE4796-7768-1E9C-D77D-AAF69FB3DFC7}"/>
          </ac:spMkLst>
        </pc:spChg>
      </pc:sldChg>
      <pc:sldChg chg="addSp modSp ord">
        <pc:chgData name="Katie HARRISON" userId="S::kfharrison@wisc.edu::f5e22dcb-aa54-4825-b422-a6b74624f705" providerId="AD" clId="Web-{A8280BD8-41D7-CD6A-274D-ACD47CF39A45}" dt="2022-08-09T13:37:15.615" v="187"/>
        <pc:sldMkLst>
          <pc:docMk/>
          <pc:sldMk cId="299640561" sldId="261"/>
        </pc:sldMkLst>
        <pc:spChg chg="add mod">
          <ac:chgData name="Katie HARRISON" userId="S::kfharrison@wisc.edu::f5e22dcb-aa54-4825-b422-a6b74624f705" providerId="AD" clId="Web-{A8280BD8-41D7-CD6A-274D-ACD47CF39A45}" dt="2022-08-09T13:37:15.615" v="187"/>
          <ac:spMkLst>
            <pc:docMk/>
            <pc:sldMk cId="299640561" sldId="261"/>
            <ac:spMk id="24" creationId="{A5A83116-314C-0A60-B44E-5711F4F1A2A3}"/>
          </ac:spMkLst>
        </pc:spChg>
        <pc:graphicFrameChg chg="modGraphic">
          <ac:chgData name="Katie HARRISON" userId="S::kfharrison@wisc.edu::f5e22dcb-aa54-4825-b422-a6b74624f705" providerId="AD" clId="Web-{A8280BD8-41D7-CD6A-274D-ACD47CF39A45}" dt="2022-08-09T11:33:35.113" v="45" actId="20577"/>
          <ac:graphicFrameMkLst>
            <pc:docMk/>
            <pc:sldMk cId="299640561" sldId="261"/>
            <ac:graphicFrameMk id="16" creationId="{4DC6BF4F-0FB1-8903-B2A6-5EFF54729AAF}"/>
          </ac:graphicFrameMkLst>
        </pc:graphicFrameChg>
      </pc:sldChg>
      <pc:sldChg chg="addSp delSp modSp mod ord setBg">
        <pc:chgData name="Katie HARRISON" userId="S::kfharrison@wisc.edu::f5e22dcb-aa54-4825-b422-a6b74624f705" providerId="AD" clId="Web-{A8280BD8-41D7-CD6A-274D-ACD47CF39A45}" dt="2022-08-09T13:42:39.023" v="211"/>
        <pc:sldMkLst>
          <pc:docMk/>
          <pc:sldMk cId="4271176360" sldId="262"/>
        </pc:sldMkLst>
        <pc:spChg chg="mod">
          <ac:chgData name="Katie HARRISON" userId="S::kfharrison@wisc.edu::f5e22dcb-aa54-4825-b422-a6b74624f705" providerId="AD" clId="Web-{A8280BD8-41D7-CD6A-274D-ACD47CF39A45}" dt="2022-08-09T13:42:16.507" v="209"/>
          <ac:spMkLst>
            <pc:docMk/>
            <pc:sldMk cId="4271176360" sldId="262"/>
            <ac:spMk id="2" creationId="{6D3EBBC4-E9C6-4121-F472-0B74DF816284}"/>
          </ac:spMkLst>
        </pc:spChg>
        <pc:spChg chg="del">
          <ac:chgData name="Katie HARRISON" userId="S::kfharrison@wisc.edu::f5e22dcb-aa54-4825-b422-a6b74624f705" providerId="AD" clId="Web-{A8280BD8-41D7-CD6A-274D-ACD47CF39A45}" dt="2022-08-09T13:41:59.257" v="207"/>
          <ac:spMkLst>
            <pc:docMk/>
            <pc:sldMk cId="4271176360" sldId="262"/>
            <ac:spMk id="3" creationId="{0A892099-2F7A-67B1-866C-29DB4C20A9BF}"/>
          </ac:spMkLst>
        </pc:spChg>
        <pc:spChg chg="mod">
          <ac:chgData name="Katie HARRISON" userId="S::kfharrison@wisc.edu::f5e22dcb-aa54-4825-b422-a6b74624f705" providerId="AD" clId="Web-{A8280BD8-41D7-CD6A-274D-ACD47CF39A45}" dt="2022-08-09T13:42:16.507" v="209"/>
          <ac:spMkLst>
            <pc:docMk/>
            <pc:sldMk cId="4271176360" sldId="262"/>
            <ac:spMk id="4" creationId="{4A843800-939F-7949-EFA0-DB422C4F0B0E}"/>
          </ac:spMkLst>
        </pc:spChg>
        <pc:spChg chg="add mod ord">
          <ac:chgData name="Katie HARRISON" userId="S::kfharrison@wisc.edu::f5e22dcb-aa54-4825-b422-a6b74624f705" providerId="AD" clId="Web-{A8280BD8-41D7-CD6A-274D-ACD47CF39A45}" dt="2022-08-09T13:42:16.507" v="209"/>
          <ac:spMkLst>
            <pc:docMk/>
            <pc:sldMk cId="4271176360" sldId="262"/>
            <ac:spMk id="5" creationId="{960FB105-2420-AF8A-9915-3984191C6667}"/>
          </ac:spMkLst>
        </pc:spChg>
        <pc:spChg chg="add del">
          <ac:chgData name="Katie HARRISON" userId="S::kfharrison@wisc.edu::f5e22dcb-aa54-4825-b422-a6b74624f705" providerId="AD" clId="Web-{A8280BD8-41D7-CD6A-274D-ACD47CF39A45}" dt="2022-08-09T13:42:39.023" v="211"/>
          <ac:spMkLst>
            <pc:docMk/>
            <pc:sldMk cId="4271176360" sldId="262"/>
            <ac:spMk id="8" creationId="{F2039004-C2E3-F70C-6A5A-CAFD16F39A09}"/>
          </ac:spMkLst>
        </pc:spChg>
        <pc:spChg chg="add del">
          <ac:chgData name="Katie HARRISON" userId="S::kfharrison@wisc.edu::f5e22dcb-aa54-4825-b422-a6b74624f705" providerId="AD" clId="Web-{A8280BD8-41D7-CD6A-274D-ACD47CF39A45}" dt="2022-08-09T13:42:16.507" v="209"/>
          <ac:spMkLst>
            <pc:docMk/>
            <pc:sldMk cId="4271176360" sldId="262"/>
            <ac:spMk id="12" creationId="{2D6FBB9D-1CAA-4D05-AB33-BABDFE17B843}"/>
          </ac:spMkLst>
        </pc:spChg>
        <pc:spChg chg="add del">
          <ac:chgData name="Katie HARRISON" userId="S::kfharrison@wisc.edu::f5e22dcb-aa54-4825-b422-a6b74624f705" providerId="AD" clId="Web-{A8280BD8-41D7-CD6A-274D-ACD47CF39A45}" dt="2022-08-09T13:42:16.507" v="209"/>
          <ac:spMkLst>
            <pc:docMk/>
            <pc:sldMk cId="4271176360" sldId="262"/>
            <ac:spMk id="14" creationId="{04727B71-B4B6-4823-80A1-68C40B475118}"/>
          </ac:spMkLst>
        </pc:spChg>
        <pc:spChg chg="add del">
          <ac:chgData name="Katie HARRISON" userId="S::kfharrison@wisc.edu::f5e22dcb-aa54-4825-b422-a6b74624f705" providerId="AD" clId="Web-{A8280BD8-41D7-CD6A-274D-ACD47CF39A45}" dt="2022-08-09T13:42:16.507" v="209"/>
          <ac:spMkLst>
            <pc:docMk/>
            <pc:sldMk cId="4271176360" sldId="262"/>
            <ac:spMk id="16" creationId="{79A6DB05-9FB5-4B07-8675-74C23D4FD89D}"/>
          </ac:spMkLst>
        </pc:spChg>
        <pc:spChg chg="add del">
          <ac:chgData name="Katie HARRISON" userId="S::kfharrison@wisc.edu::f5e22dcb-aa54-4825-b422-a6b74624f705" providerId="AD" clId="Web-{A8280BD8-41D7-CD6A-274D-ACD47CF39A45}" dt="2022-08-09T13:42:16.507" v="209"/>
          <ac:spMkLst>
            <pc:docMk/>
            <pc:sldMk cId="4271176360" sldId="262"/>
            <ac:spMk id="18" creationId="{0B9EE3F3-89B7-43C3-8651-C4C96830993D}"/>
          </ac:spMkLst>
        </pc:spChg>
        <pc:spChg chg="add del">
          <ac:chgData name="Katie HARRISON" userId="S::kfharrison@wisc.edu::f5e22dcb-aa54-4825-b422-a6b74624f705" providerId="AD" clId="Web-{A8280BD8-41D7-CD6A-274D-ACD47CF39A45}" dt="2022-08-09T13:42:16.507" v="209"/>
          <ac:spMkLst>
            <pc:docMk/>
            <pc:sldMk cId="4271176360" sldId="262"/>
            <ac:spMk id="20" creationId="{33AE4636-AEEC-45D6-84D4-7AC2DA48ECF8}"/>
          </ac:spMkLst>
        </pc:spChg>
        <pc:spChg chg="add del">
          <ac:chgData name="Katie HARRISON" userId="S::kfharrison@wisc.edu::f5e22dcb-aa54-4825-b422-a6b74624f705" providerId="AD" clId="Web-{A8280BD8-41D7-CD6A-274D-ACD47CF39A45}" dt="2022-08-09T13:42:16.507" v="209"/>
          <ac:spMkLst>
            <pc:docMk/>
            <pc:sldMk cId="4271176360" sldId="262"/>
            <ac:spMk id="22" creationId="{8D9CE0F4-2EB2-4F1F-8AAC-DB3571D9FE10}"/>
          </ac:spMkLst>
        </pc:spChg>
        <pc:spChg chg="add">
          <ac:chgData name="Katie HARRISON" userId="S::kfharrison@wisc.edu::f5e22dcb-aa54-4825-b422-a6b74624f705" providerId="AD" clId="Web-{A8280BD8-41D7-CD6A-274D-ACD47CF39A45}" dt="2022-08-09T13:42:16.507" v="209"/>
          <ac:spMkLst>
            <pc:docMk/>
            <pc:sldMk cId="4271176360" sldId="262"/>
            <ac:spMk id="27" creationId="{2D6FBB9D-1CAA-4D05-AB33-BABDFE17B843}"/>
          </ac:spMkLst>
        </pc:spChg>
        <pc:spChg chg="add">
          <ac:chgData name="Katie HARRISON" userId="S::kfharrison@wisc.edu::f5e22dcb-aa54-4825-b422-a6b74624f705" providerId="AD" clId="Web-{A8280BD8-41D7-CD6A-274D-ACD47CF39A45}" dt="2022-08-09T13:42:16.507" v="209"/>
          <ac:spMkLst>
            <pc:docMk/>
            <pc:sldMk cId="4271176360" sldId="262"/>
            <ac:spMk id="29" creationId="{04727B71-B4B6-4823-80A1-68C40B475118}"/>
          </ac:spMkLst>
        </pc:spChg>
        <pc:spChg chg="add">
          <ac:chgData name="Katie HARRISON" userId="S::kfharrison@wisc.edu::f5e22dcb-aa54-4825-b422-a6b74624f705" providerId="AD" clId="Web-{A8280BD8-41D7-CD6A-274D-ACD47CF39A45}" dt="2022-08-09T13:42:16.507" v="209"/>
          <ac:spMkLst>
            <pc:docMk/>
            <pc:sldMk cId="4271176360" sldId="262"/>
            <ac:spMk id="31" creationId="{79A6DB05-9FB5-4B07-8675-74C23D4FD89D}"/>
          </ac:spMkLst>
        </pc:spChg>
        <pc:spChg chg="add">
          <ac:chgData name="Katie HARRISON" userId="S::kfharrison@wisc.edu::f5e22dcb-aa54-4825-b422-a6b74624f705" providerId="AD" clId="Web-{A8280BD8-41D7-CD6A-274D-ACD47CF39A45}" dt="2022-08-09T13:42:16.507" v="209"/>
          <ac:spMkLst>
            <pc:docMk/>
            <pc:sldMk cId="4271176360" sldId="262"/>
            <ac:spMk id="33" creationId="{0288C6B4-AFC3-407F-A595-EFFD38D4CCAF}"/>
          </ac:spMkLst>
        </pc:spChg>
        <pc:spChg chg="add">
          <ac:chgData name="Katie HARRISON" userId="S::kfharrison@wisc.edu::f5e22dcb-aa54-4825-b422-a6b74624f705" providerId="AD" clId="Web-{A8280BD8-41D7-CD6A-274D-ACD47CF39A45}" dt="2022-08-09T13:42:16.507" v="209"/>
          <ac:spMkLst>
            <pc:docMk/>
            <pc:sldMk cId="4271176360" sldId="262"/>
            <ac:spMk id="35" creationId="{CF236821-17FE-429B-8D2C-08E13A64EA40}"/>
          </ac:spMkLst>
        </pc:spChg>
        <pc:spChg chg="add">
          <ac:chgData name="Katie HARRISON" userId="S::kfharrison@wisc.edu::f5e22dcb-aa54-4825-b422-a6b74624f705" providerId="AD" clId="Web-{A8280BD8-41D7-CD6A-274D-ACD47CF39A45}" dt="2022-08-09T13:42:16.507" v="209"/>
          <ac:spMkLst>
            <pc:docMk/>
            <pc:sldMk cId="4271176360" sldId="262"/>
            <ac:spMk id="37" creationId="{C0BDBCD2-E081-43AB-9119-C55465E59757}"/>
          </ac:spMkLst>
        </pc:spChg>
        <pc:spChg chg="add">
          <ac:chgData name="Katie HARRISON" userId="S::kfharrison@wisc.edu::f5e22dcb-aa54-4825-b422-a6b74624f705" providerId="AD" clId="Web-{A8280BD8-41D7-CD6A-274D-ACD47CF39A45}" dt="2022-08-09T13:42:16.507" v="209"/>
          <ac:spMkLst>
            <pc:docMk/>
            <pc:sldMk cId="4271176360" sldId="262"/>
            <ac:spMk id="39" creationId="{98E79BE4-34FE-485A-98A5-92CE8F7C4743}"/>
          </ac:spMkLst>
        </pc:spChg>
        <pc:spChg chg="add">
          <ac:chgData name="Katie HARRISON" userId="S::kfharrison@wisc.edu::f5e22dcb-aa54-4825-b422-a6b74624f705" providerId="AD" clId="Web-{A8280BD8-41D7-CD6A-274D-ACD47CF39A45}" dt="2022-08-09T13:42:16.507" v="209"/>
          <ac:spMkLst>
            <pc:docMk/>
            <pc:sldMk cId="4271176360" sldId="262"/>
            <ac:spMk id="41" creationId="{7A5F0580-5EE9-419F-96EE-B6529EF6E7D0}"/>
          </ac:spMkLst>
        </pc:spChg>
        <pc:picChg chg="add mod">
          <ac:chgData name="Katie HARRISON" userId="S::kfharrison@wisc.edu::f5e22dcb-aa54-4825-b422-a6b74624f705" providerId="AD" clId="Web-{A8280BD8-41D7-CD6A-274D-ACD47CF39A45}" dt="2022-08-09T13:42:16.507" v="209"/>
          <ac:picMkLst>
            <pc:docMk/>
            <pc:sldMk cId="4271176360" sldId="262"/>
            <ac:picMk id="7" creationId="{083C86DE-D66B-3991-8194-D1E7FF7F6F7C}"/>
          </ac:picMkLst>
        </pc:picChg>
      </pc:sldChg>
      <pc:sldChg chg="addSp delSp modSp mod setBg">
        <pc:chgData name="Katie HARRISON" userId="S::kfharrison@wisc.edu::f5e22dcb-aa54-4825-b422-a6b74624f705" providerId="AD" clId="Web-{A8280BD8-41D7-CD6A-274D-ACD47CF39A45}" dt="2022-08-09T16:05:39.534" v="406" actId="20577"/>
        <pc:sldMkLst>
          <pc:docMk/>
          <pc:sldMk cId="1686000644" sldId="263"/>
        </pc:sldMkLst>
        <pc:spChg chg="mod">
          <ac:chgData name="Katie HARRISON" userId="S::kfharrison@wisc.edu::f5e22dcb-aa54-4825-b422-a6b74624f705" providerId="AD" clId="Web-{A8280BD8-41D7-CD6A-274D-ACD47CF39A45}" dt="2022-08-09T16:05:39.534" v="406" actId="20577"/>
          <ac:spMkLst>
            <pc:docMk/>
            <pc:sldMk cId="1686000644" sldId="263"/>
            <ac:spMk id="2" creationId="{6ADDD331-37F0-2C90-E538-447D0A1B526B}"/>
          </ac:spMkLst>
        </pc:spChg>
        <pc:spChg chg="del">
          <ac:chgData name="Katie HARRISON" userId="S::kfharrison@wisc.edu::f5e22dcb-aa54-4825-b422-a6b74624f705" providerId="AD" clId="Web-{A8280BD8-41D7-CD6A-274D-ACD47CF39A45}" dt="2022-08-09T13:43:07.445" v="215"/>
          <ac:spMkLst>
            <pc:docMk/>
            <pc:sldMk cId="1686000644" sldId="263"/>
            <ac:spMk id="3" creationId="{E64379B8-1EFA-5DE0-0416-B70FDE836FD3}"/>
          </ac:spMkLst>
        </pc:spChg>
        <pc:spChg chg="del mod">
          <ac:chgData name="Katie HARRISON" userId="S::kfharrison@wisc.edu::f5e22dcb-aa54-4825-b422-a6b74624f705" providerId="AD" clId="Web-{A8280BD8-41D7-CD6A-274D-ACD47CF39A45}" dt="2022-08-09T15:08:56.343" v="393"/>
          <ac:spMkLst>
            <pc:docMk/>
            <pc:sldMk cId="1686000644" sldId="263"/>
            <ac:spMk id="4" creationId="{1062B0F3-0225-D672-3106-67A1E0C84A08}"/>
          </ac:spMkLst>
        </pc:spChg>
        <pc:spChg chg="add mod ord">
          <ac:chgData name="Katie HARRISON" userId="S::kfharrison@wisc.edu::f5e22dcb-aa54-4825-b422-a6b74624f705" providerId="AD" clId="Web-{A8280BD8-41D7-CD6A-274D-ACD47CF39A45}" dt="2022-08-09T13:43:07.445" v="215"/>
          <ac:spMkLst>
            <pc:docMk/>
            <pc:sldMk cId="1686000644" sldId="263"/>
            <ac:spMk id="5" creationId="{36B52694-E059-0879-FF6F-19F0B651717D}"/>
          </ac:spMkLst>
        </pc:spChg>
        <pc:spChg chg="add del mod">
          <ac:chgData name="Katie HARRISON" userId="S::kfharrison@wisc.edu::f5e22dcb-aa54-4825-b422-a6b74624f705" providerId="AD" clId="Web-{A8280BD8-41D7-CD6A-274D-ACD47CF39A45}" dt="2022-08-09T15:09:07.483" v="396"/>
          <ac:spMkLst>
            <pc:docMk/>
            <pc:sldMk cId="1686000644" sldId="263"/>
            <ac:spMk id="8" creationId="{7666B3BF-6259-8EDA-03C1-F461FC115561}"/>
          </ac:spMkLst>
        </pc:spChg>
        <pc:spChg chg="add">
          <ac:chgData name="Katie HARRISON" userId="S::kfharrison@wisc.edu::f5e22dcb-aa54-4825-b422-a6b74624f705" providerId="AD" clId="Web-{A8280BD8-41D7-CD6A-274D-ACD47CF39A45}" dt="2022-08-09T13:43:07.445" v="215"/>
          <ac:spMkLst>
            <pc:docMk/>
            <pc:sldMk cId="1686000644" sldId="263"/>
            <ac:spMk id="14" creationId="{2D6FBB9D-1CAA-4D05-AB33-BABDFE17B843}"/>
          </ac:spMkLst>
        </pc:spChg>
        <pc:spChg chg="add">
          <ac:chgData name="Katie HARRISON" userId="S::kfharrison@wisc.edu::f5e22dcb-aa54-4825-b422-a6b74624f705" providerId="AD" clId="Web-{A8280BD8-41D7-CD6A-274D-ACD47CF39A45}" dt="2022-08-09T13:43:07.445" v="215"/>
          <ac:spMkLst>
            <pc:docMk/>
            <pc:sldMk cId="1686000644" sldId="263"/>
            <ac:spMk id="16" creationId="{04727B71-B4B6-4823-80A1-68C40B475118}"/>
          </ac:spMkLst>
        </pc:spChg>
        <pc:spChg chg="add">
          <ac:chgData name="Katie HARRISON" userId="S::kfharrison@wisc.edu::f5e22dcb-aa54-4825-b422-a6b74624f705" providerId="AD" clId="Web-{A8280BD8-41D7-CD6A-274D-ACD47CF39A45}" dt="2022-08-09T13:43:07.445" v="215"/>
          <ac:spMkLst>
            <pc:docMk/>
            <pc:sldMk cId="1686000644" sldId="263"/>
            <ac:spMk id="18" creationId="{79A6DB05-9FB5-4B07-8675-74C23D4FD89D}"/>
          </ac:spMkLst>
        </pc:spChg>
        <pc:spChg chg="add">
          <ac:chgData name="Katie HARRISON" userId="S::kfharrison@wisc.edu::f5e22dcb-aa54-4825-b422-a6b74624f705" providerId="AD" clId="Web-{A8280BD8-41D7-CD6A-274D-ACD47CF39A45}" dt="2022-08-09T13:43:07.445" v="215"/>
          <ac:spMkLst>
            <pc:docMk/>
            <pc:sldMk cId="1686000644" sldId="263"/>
            <ac:spMk id="20" creationId="{49B9E8A9-352D-4DCB-9485-C777000D4979}"/>
          </ac:spMkLst>
        </pc:spChg>
        <pc:spChg chg="add">
          <ac:chgData name="Katie HARRISON" userId="S::kfharrison@wisc.edu::f5e22dcb-aa54-4825-b422-a6b74624f705" providerId="AD" clId="Web-{A8280BD8-41D7-CD6A-274D-ACD47CF39A45}" dt="2022-08-09T13:43:07.445" v="215"/>
          <ac:spMkLst>
            <pc:docMk/>
            <pc:sldMk cId="1686000644" sldId="263"/>
            <ac:spMk id="22" creationId="{C2A9B0E5-C2C1-4B85-99A9-117A659D5FE0}"/>
          </ac:spMkLst>
        </pc:spChg>
        <pc:spChg chg="add">
          <ac:chgData name="Katie HARRISON" userId="S::kfharrison@wisc.edu::f5e22dcb-aa54-4825-b422-a6b74624f705" providerId="AD" clId="Web-{A8280BD8-41D7-CD6A-274D-ACD47CF39A45}" dt="2022-08-09T13:43:07.445" v="215"/>
          <ac:spMkLst>
            <pc:docMk/>
            <pc:sldMk cId="1686000644" sldId="263"/>
            <ac:spMk id="24" creationId="{3A8AEACA-9535-4BE8-A91B-8BE82BA54751}"/>
          </ac:spMkLst>
        </pc:spChg>
        <pc:picChg chg="add mod">
          <ac:chgData name="Katie HARRISON" userId="S::kfharrison@wisc.edu::f5e22dcb-aa54-4825-b422-a6b74624f705" providerId="AD" clId="Web-{A8280BD8-41D7-CD6A-274D-ACD47CF39A45}" dt="2022-08-09T15:09:33.405" v="400" actId="14100"/>
          <ac:picMkLst>
            <pc:docMk/>
            <pc:sldMk cId="1686000644" sldId="263"/>
            <ac:picMk id="3" creationId="{6A034C68-C3D1-60BB-5CE0-729A1E2F49C6}"/>
          </ac:picMkLst>
        </pc:picChg>
        <pc:picChg chg="add mod">
          <ac:chgData name="Katie HARRISON" userId="S::kfharrison@wisc.edu::f5e22dcb-aa54-4825-b422-a6b74624f705" providerId="AD" clId="Web-{A8280BD8-41D7-CD6A-274D-ACD47CF39A45}" dt="2022-08-09T16:05:30.565" v="403" actId="1076"/>
          <ac:picMkLst>
            <pc:docMk/>
            <pc:sldMk cId="1686000644" sldId="263"/>
            <ac:picMk id="7" creationId="{560416EA-9260-F03A-0190-4AD88039679C}"/>
          </ac:picMkLst>
        </pc:picChg>
        <pc:picChg chg="add mod ord">
          <ac:chgData name="Katie HARRISON" userId="S::kfharrison@wisc.edu::f5e22dcb-aa54-4825-b422-a6b74624f705" providerId="AD" clId="Web-{A8280BD8-41D7-CD6A-274D-ACD47CF39A45}" dt="2022-08-09T16:05:27.315" v="402" actId="1076"/>
          <ac:picMkLst>
            <pc:docMk/>
            <pc:sldMk cId="1686000644" sldId="263"/>
            <ac:picMk id="9" creationId="{5E156CBF-3262-F01C-786D-55F1C9353F39}"/>
          </ac:picMkLst>
        </pc:picChg>
      </pc:sldChg>
      <pc:sldChg chg="addSp modSp ord">
        <pc:chgData name="Katie HARRISON" userId="S::kfharrison@wisc.edu::f5e22dcb-aa54-4825-b422-a6b74624f705" providerId="AD" clId="Web-{A8280BD8-41D7-CD6A-274D-ACD47CF39A45}" dt="2022-08-09T17:10:48.689" v="549" actId="20577"/>
        <pc:sldMkLst>
          <pc:docMk/>
          <pc:sldMk cId="1797375121" sldId="264"/>
        </pc:sldMkLst>
        <pc:spChg chg="add mod">
          <ac:chgData name="Katie HARRISON" userId="S::kfharrison@wisc.edu::f5e22dcb-aa54-4825-b422-a6b74624f705" providerId="AD" clId="Web-{A8280BD8-41D7-CD6A-274D-ACD47CF39A45}" dt="2022-08-09T13:37:15.615" v="187"/>
          <ac:spMkLst>
            <pc:docMk/>
            <pc:sldMk cId="1797375121" sldId="264"/>
            <ac:spMk id="30" creationId="{39CAE7CC-4187-5CA7-8268-D9B6B64F718C}"/>
          </ac:spMkLst>
        </pc:spChg>
        <pc:graphicFrameChg chg="modGraphic">
          <ac:chgData name="Katie HARRISON" userId="S::kfharrison@wisc.edu::f5e22dcb-aa54-4825-b422-a6b74624f705" providerId="AD" clId="Web-{A8280BD8-41D7-CD6A-274D-ACD47CF39A45}" dt="2022-08-09T17:10:48.689" v="549" actId="20577"/>
          <ac:graphicFrameMkLst>
            <pc:docMk/>
            <pc:sldMk cId="1797375121" sldId="264"/>
            <ac:graphicFrameMk id="16" creationId="{4DC6BF4F-0FB1-8903-B2A6-5EFF54729AAF}"/>
          </ac:graphicFrameMkLst>
        </pc:graphicFrameChg>
      </pc:sldChg>
      <pc:sldChg chg="addSp modSp">
        <pc:chgData name="Katie HARRISON" userId="S::kfharrison@wisc.edu::f5e22dcb-aa54-4825-b422-a6b74624f705" providerId="AD" clId="Web-{A8280BD8-41D7-CD6A-274D-ACD47CF39A45}" dt="2022-08-09T13:37:15.615" v="187"/>
        <pc:sldMkLst>
          <pc:docMk/>
          <pc:sldMk cId="515713402" sldId="265"/>
        </pc:sldMkLst>
        <pc:spChg chg="add mod">
          <ac:chgData name="Katie HARRISON" userId="S::kfharrison@wisc.edu::f5e22dcb-aa54-4825-b422-a6b74624f705" providerId="AD" clId="Web-{A8280BD8-41D7-CD6A-274D-ACD47CF39A45}" dt="2022-08-09T13:37:15.615" v="187"/>
          <ac:spMkLst>
            <pc:docMk/>
            <pc:sldMk cId="515713402" sldId="265"/>
            <ac:spMk id="3" creationId="{FF0BD4A3-6BA5-642E-2D89-CD7167C90027}"/>
          </ac:spMkLst>
        </pc:spChg>
      </pc:sldChg>
      <pc:sldChg chg="addSp delSp modSp">
        <pc:chgData name="Katie HARRISON" userId="S::kfharrison@wisc.edu::f5e22dcb-aa54-4825-b422-a6b74624f705" providerId="AD" clId="Web-{A8280BD8-41D7-CD6A-274D-ACD47CF39A45}" dt="2022-08-09T13:41:00.960" v="205"/>
        <pc:sldMkLst>
          <pc:docMk/>
          <pc:sldMk cId="861447989" sldId="266"/>
        </pc:sldMkLst>
        <pc:spChg chg="mod">
          <ac:chgData name="Katie HARRISON" userId="S::kfharrison@wisc.edu::f5e22dcb-aa54-4825-b422-a6b74624f705" providerId="AD" clId="Web-{A8280BD8-41D7-CD6A-274D-ACD47CF39A45}" dt="2022-08-09T13:41:00.960" v="205"/>
          <ac:spMkLst>
            <pc:docMk/>
            <pc:sldMk cId="861447989" sldId="266"/>
            <ac:spMk id="2" creationId="{BA950413-78D9-5AD6-4640-43C50154A0AA}"/>
          </ac:spMkLst>
        </pc:spChg>
        <pc:spChg chg="add mod">
          <ac:chgData name="Katie HARRISON" userId="S::kfharrison@wisc.edu::f5e22dcb-aa54-4825-b422-a6b74624f705" providerId="AD" clId="Web-{A8280BD8-41D7-CD6A-274D-ACD47CF39A45}" dt="2022-08-09T13:41:00.960" v="205"/>
          <ac:spMkLst>
            <pc:docMk/>
            <pc:sldMk cId="861447989" sldId="266"/>
            <ac:spMk id="3" creationId="{B6CD6C07-B7CC-0602-64AD-046F357F55AA}"/>
          </ac:spMkLst>
        </pc:spChg>
        <pc:spChg chg="add del mod">
          <ac:chgData name="Katie HARRISON" userId="S::kfharrison@wisc.edu::f5e22dcb-aa54-4825-b422-a6b74624f705" providerId="AD" clId="Web-{A8280BD8-41D7-CD6A-274D-ACD47CF39A45}" dt="2022-08-09T13:38:44.772" v="198"/>
          <ac:spMkLst>
            <pc:docMk/>
            <pc:sldMk cId="861447989" sldId="266"/>
            <ac:spMk id="5" creationId="{215A84C7-E0F6-7DB5-5021-1157AFE07D20}"/>
          </ac:spMkLst>
        </pc:spChg>
        <pc:spChg chg="mod">
          <ac:chgData name="Katie HARRISON" userId="S::kfharrison@wisc.edu::f5e22dcb-aa54-4825-b422-a6b74624f705" providerId="AD" clId="Web-{A8280BD8-41D7-CD6A-274D-ACD47CF39A45}" dt="2022-08-09T13:41:00.960" v="205"/>
          <ac:spMkLst>
            <pc:docMk/>
            <pc:sldMk cId="861447989" sldId="266"/>
            <ac:spMk id="77" creationId="{BE5F8A88-0E11-4D3E-9D69-ABC6B72594AF}"/>
          </ac:spMkLst>
        </pc:spChg>
        <pc:spChg chg="add del">
          <ac:chgData name="Katie HARRISON" userId="S::kfharrison@wisc.edu::f5e22dcb-aa54-4825-b422-a6b74624f705" providerId="AD" clId="Web-{A8280BD8-41D7-CD6A-274D-ACD47CF39A45}" dt="2022-08-09T13:41:00.960" v="205"/>
          <ac:spMkLst>
            <pc:docMk/>
            <pc:sldMk cId="861447989" sldId="266"/>
            <ac:spMk id="102" creationId="{2D6FBB9D-1CAA-4D05-AB33-BABDFE17B843}"/>
          </ac:spMkLst>
        </pc:spChg>
        <pc:spChg chg="add del">
          <ac:chgData name="Katie HARRISON" userId="S::kfharrison@wisc.edu::f5e22dcb-aa54-4825-b422-a6b74624f705" providerId="AD" clId="Web-{A8280BD8-41D7-CD6A-274D-ACD47CF39A45}" dt="2022-08-09T13:41:00.960" v="205"/>
          <ac:spMkLst>
            <pc:docMk/>
            <pc:sldMk cId="861447989" sldId="266"/>
            <ac:spMk id="103" creationId="{04727B71-B4B6-4823-80A1-68C40B475118}"/>
          </ac:spMkLst>
        </pc:spChg>
        <pc:spChg chg="add del">
          <ac:chgData name="Katie HARRISON" userId="S::kfharrison@wisc.edu::f5e22dcb-aa54-4825-b422-a6b74624f705" providerId="AD" clId="Web-{A8280BD8-41D7-CD6A-274D-ACD47CF39A45}" dt="2022-08-09T13:41:00.960" v="205"/>
          <ac:spMkLst>
            <pc:docMk/>
            <pc:sldMk cId="861447989" sldId="266"/>
            <ac:spMk id="104" creationId="{79A6DB05-9FB5-4B07-8675-74C23D4FD89D}"/>
          </ac:spMkLst>
        </pc:spChg>
        <pc:spChg chg="add del">
          <ac:chgData name="Katie HARRISON" userId="S::kfharrison@wisc.edu::f5e22dcb-aa54-4825-b422-a6b74624f705" providerId="AD" clId="Web-{A8280BD8-41D7-CD6A-274D-ACD47CF39A45}" dt="2022-08-09T13:41:00.960" v="205"/>
          <ac:spMkLst>
            <pc:docMk/>
            <pc:sldMk cId="861447989" sldId="266"/>
            <ac:spMk id="105" creationId="{DFF41957-CB66-48E8-B537-EBB53B6785F9}"/>
          </ac:spMkLst>
        </pc:spChg>
        <pc:spChg chg="add del">
          <ac:chgData name="Katie HARRISON" userId="S::kfharrison@wisc.edu::f5e22dcb-aa54-4825-b422-a6b74624f705" providerId="AD" clId="Web-{A8280BD8-41D7-CD6A-274D-ACD47CF39A45}" dt="2022-08-09T13:41:00.960" v="205"/>
          <ac:spMkLst>
            <pc:docMk/>
            <pc:sldMk cId="861447989" sldId="266"/>
            <ac:spMk id="106" creationId="{801E4ADA-0EA9-4930-846E-3C11E8BED6DD}"/>
          </ac:spMkLst>
        </pc:spChg>
        <pc:spChg chg="add del">
          <ac:chgData name="Katie HARRISON" userId="S::kfharrison@wisc.edu::f5e22dcb-aa54-4825-b422-a6b74624f705" providerId="AD" clId="Web-{A8280BD8-41D7-CD6A-274D-ACD47CF39A45}" dt="2022-08-09T13:41:00.960" v="205"/>
          <ac:spMkLst>
            <pc:docMk/>
            <pc:sldMk cId="861447989" sldId="266"/>
            <ac:spMk id="107" creationId="{FB92FFCE-0C90-454E-AA25-D4EE9A6C39C5}"/>
          </ac:spMkLst>
        </pc:spChg>
        <pc:spChg chg="add">
          <ac:chgData name="Katie HARRISON" userId="S::kfharrison@wisc.edu::f5e22dcb-aa54-4825-b422-a6b74624f705" providerId="AD" clId="Web-{A8280BD8-41D7-CD6A-274D-ACD47CF39A45}" dt="2022-08-09T13:41:00.960" v="205"/>
          <ac:spMkLst>
            <pc:docMk/>
            <pc:sldMk cId="861447989" sldId="266"/>
            <ac:spMk id="109" creationId="{2D6FBB9D-1CAA-4D05-AB33-BABDFE17B843}"/>
          </ac:spMkLst>
        </pc:spChg>
        <pc:spChg chg="add">
          <ac:chgData name="Katie HARRISON" userId="S::kfharrison@wisc.edu::f5e22dcb-aa54-4825-b422-a6b74624f705" providerId="AD" clId="Web-{A8280BD8-41D7-CD6A-274D-ACD47CF39A45}" dt="2022-08-09T13:41:00.960" v="205"/>
          <ac:spMkLst>
            <pc:docMk/>
            <pc:sldMk cId="861447989" sldId="266"/>
            <ac:spMk id="110" creationId="{04727B71-B4B6-4823-80A1-68C40B475118}"/>
          </ac:spMkLst>
        </pc:spChg>
        <pc:spChg chg="add">
          <ac:chgData name="Katie HARRISON" userId="S::kfharrison@wisc.edu::f5e22dcb-aa54-4825-b422-a6b74624f705" providerId="AD" clId="Web-{A8280BD8-41D7-CD6A-274D-ACD47CF39A45}" dt="2022-08-09T13:41:00.960" v="205"/>
          <ac:spMkLst>
            <pc:docMk/>
            <pc:sldMk cId="861447989" sldId="266"/>
            <ac:spMk id="111" creationId="{79A6DB05-9FB5-4B07-8675-74C23D4FD89D}"/>
          </ac:spMkLst>
        </pc:spChg>
        <pc:spChg chg="add del">
          <ac:chgData name="Katie HARRISON" userId="S::kfharrison@wisc.edu::f5e22dcb-aa54-4825-b422-a6b74624f705" providerId="AD" clId="Web-{A8280BD8-41D7-CD6A-274D-ACD47CF39A45}" dt="2022-08-09T13:38:42.741" v="195"/>
          <ac:spMkLst>
            <pc:docMk/>
            <pc:sldMk cId="861447989" sldId="266"/>
            <ac:spMk id="112" creationId="{2D6FBB9D-1CAA-4D05-AB33-BABDFE17B843}"/>
          </ac:spMkLst>
        </pc:spChg>
        <pc:spChg chg="add">
          <ac:chgData name="Katie HARRISON" userId="S::kfharrison@wisc.edu::f5e22dcb-aa54-4825-b422-a6b74624f705" providerId="AD" clId="Web-{A8280BD8-41D7-CD6A-274D-ACD47CF39A45}" dt="2022-08-09T13:41:00.960" v="205"/>
          <ac:spMkLst>
            <pc:docMk/>
            <pc:sldMk cId="861447989" sldId="266"/>
            <ac:spMk id="113" creationId="{8FC9BE17-9A7B-462D-AE50-3D8777387304}"/>
          </ac:spMkLst>
        </pc:spChg>
        <pc:spChg chg="add del">
          <ac:chgData name="Katie HARRISON" userId="S::kfharrison@wisc.edu::f5e22dcb-aa54-4825-b422-a6b74624f705" providerId="AD" clId="Web-{A8280BD8-41D7-CD6A-274D-ACD47CF39A45}" dt="2022-08-09T13:38:42.741" v="195"/>
          <ac:spMkLst>
            <pc:docMk/>
            <pc:sldMk cId="861447989" sldId="266"/>
            <ac:spMk id="114" creationId="{04727B71-B4B6-4823-80A1-68C40B475118}"/>
          </ac:spMkLst>
        </pc:spChg>
        <pc:spChg chg="add">
          <ac:chgData name="Katie HARRISON" userId="S::kfharrison@wisc.edu::f5e22dcb-aa54-4825-b422-a6b74624f705" providerId="AD" clId="Web-{A8280BD8-41D7-CD6A-274D-ACD47CF39A45}" dt="2022-08-09T13:41:00.960" v="205"/>
          <ac:spMkLst>
            <pc:docMk/>
            <pc:sldMk cId="861447989" sldId="266"/>
            <ac:spMk id="115" creationId="{3EBE8569-6AEC-4B8C-8D53-2DE337CDBA65}"/>
          </ac:spMkLst>
        </pc:spChg>
        <pc:spChg chg="add del">
          <ac:chgData name="Katie HARRISON" userId="S::kfharrison@wisc.edu::f5e22dcb-aa54-4825-b422-a6b74624f705" providerId="AD" clId="Web-{A8280BD8-41D7-CD6A-274D-ACD47CF39A45}" dt="2022-08-09T13:38:42.741" v="195"/>
          <ac:spMkLst>
            <pc:docMk/>
            <pc:sldMk cId="861447989" sldId="266"/>
            <ac:spMk id="116" creationId="{79A6DB05-9FB5-4B07-8675-74C23D4FD89D}"/>
          </ac:spMkLst>
        </pc:spChg>
        <pc:spChg chg="add">
          <ac:chgData name="Katie HARRISON" userId="S::kfharrison@wisc.edu::f5e22dcb-aa54-4825-b422-a6b74624f705" providerId="AD" clId="Web-{A8280BD8-41D7-CD6A-274D-ACD47CF39A45}" dt="2022-08-09T13:41:00.960" v="205"/>
          <ac:spMkLst>
            <pc:docMk/>
            <pc:sldMk cId="861447989" sldId="266"/>
            <ac:spMk id="117" creationId="{55D4142C-5077-457F-A6AD-3FECFDB39685}"/>
          </ac:spMkLst>
        </pc:spChg>
        <pc:spChg chg="add del">
          <ac:chgData name="Katie HARRISON" userId="S::kfharrison@wisc.edu::f5e22dcb-aa54-4825-b422-a6b74624f705" providerId="AD" clId="Web-{A8280BD8-41D7-CD6A-274D-ACD47CF39A45}" dt="2022-08-09T13:38:42.741" v="195"/>
          <ac:spMkLst>
            <pc:docMk/>
            <pc:sldMk cId="861447989" sldId="266"/>
            <ac:spMk id="118" creationId="{8FC9BE17-9A7B-462D-AE50-3D8777387304}"/>
          </ac:spMkLst>
        </pc:spChg>
        <pc:spChg chg="add">
          <ac:chgData name="Katie HARRISON" userId="S::kfharrison@wisc.edu::f5e22dcb-aa54-4825-b422-a6b74624f705" providerId="AD" clId="Web-{A8280BD8-41D7-CD6A-274D-ACD47CF39A45}" dt="2022-08-09T13:41:00.960" v="205"/>
          <ac:spMkLst>
            <pc:docMk/>
            <pc:sldMk cId="861447989" sldId="266"/>
            <ac:spMk id="119" creationId="{7A5F0580-5EE9-419F-96EE-B6529EF6E7D0}"/>
          </ac:spMkLst>
        </pc:spChg>
        <pc:spChg chg="add del">
          <ac:chgData name="Katie HARRISON" userId="S::kfharrison@wisc.edu::f5e22dcb-aa54-4825-b422-a6b74624f705" providerId="AD" clId="Web-{A8280BD8-41D7-CD6A-274D-ACD47CF39A45}" dt="2022-08-09T13:38:42.741" v="195"/>
          <ac:spMkLst>
            <pc:docMk/>
            <pc:sldMk cId="861447989" sldId="266"/>
            <ac:spMk id="120" creationId="{3EBE8569-6AEC-4B8C-8D53-2DE337CDBA65}"/>
          </ac:spMkLst>
        </pc:spChg>
        <pc:spChg chg="add del">
          <ac:chgData name="Katie HARRISON" userId="S::kfharrison@wisc.edu::f5e22dcb-aa54-4825-b422-a6b74624f705" providerId="AD" clId="Web-{A8280BD8-41D7-CD6A-274D-ACD47CF39A45}" dt="2022-08-09T13:38:42.741" v="195"/>
          <ac:spMkLst>
            <pc:docMk/>
            <pc:sldMk cId="861447989" sldId="266"/>
            <ac:spMk id="122" creationId="{55D4142C-5077-457F-A6AD-3FECFDB39685}"/>
          </ac:spMkLst>
        </pc:spChg>
        <pc:spChg chg="add del">
          <ac:chgData name="Katie HARRISON" userId="S::kfharrison@wisc.edu::f5e22dcb-aa54-4825-b422-a6b74624f705" providerId="AD" clId="Web-{A8280BD8-41D7-CD6A-274D-ACD47CF39A45}" dt="2022-08-09T13:38:42.741" v="195"/>
          <ac:spMkLst>
            <pc:docMk/>
            <pc:sldMk cId="861447989" sldId="266"/>
            <ac:spMk id="124" creationId="{7A5F0580-5EE9-419F-96EE-B6529EF6E7D0}"/>
          </ac:spMkLst>
        </pc:spChg>
        <pc:picChg chg="add del mod ord">
          <ac:chgData name="Katie HARRISON" userId="S::kfharrison@wisc.edu::f5e22dcb-aa54-4825-b422-a6b74624f705" providerId="AD" clId="Web-{A8280BD8-41D7-CD6A-274D-ACD47CF39A45}" dt="2022-08-09T13:38:44.772" v="199"/>
          <ac:picMkLst>
            <pc:docMk/>
            <pc:sldMk cId="861447989" sldId="266"/>
            <ac:picMk id="4" creationId="{6F166255-0DB2-E9DC-EF55-F7E35368FA5B}"/>
          </ac:picMkLst>
        </pc:picChg>
        <pc:picChg chg="add del mod">
          <ac:chgData name="Katie HARRISON" userId="S::kfharrison@wisc.edu::f5e22dcb-aa54-4825-b422-a6b74624f705" providerId="AD" clId="Web-{A8280BD8-41D7-CD6A-274D-ACD47CF39A45}" dt="2022-08-09T13:39:59.632" v="201"/>
          <ac:picMkLst>
            <pc:docMk/>
            <pc:sldMk cId="861447989" sldId="266"/>
            <ac:picMk id="7" creationId="{C5674A33-8FFE-EEA1-BDB1-83ACF9F4CB31}"/>
          </ac:picMkLst>
        </pc:picChg>
        <pc:picChg chg="add mod ord">
          <ac:chgData name="Katie HARRISON" userId="S::kfharrison@wisc.edu::f5e22dcb-aa54-4825-b422-a6b74624f705" providerId="AD" clId="Web-{A8280BD8-41D7-CD6A-274D-ACD47CF39A45}" dt="2022-08-09T13:41:00.960" v="205"/>
          <ac:picMkLst>
            <pc:docMk/>
            <pc:sldMk cId="861447989" sldId="266"/>
            <ac:picMk id="8" creationId="{F2867F1E-238A-F93D-0CE8-5978B4D221C7}"/>
          </ac:picMkLst>
        </pc:picChg>
      </pc:sldChg>
      <pc:sldChg chg="addSp delSp modSp del ord">
        <pc:chgData name="Katie HARRISON" userId="S::kfharrison@wisc.edu::f5e22dcb-aa54-4825-b422-a6b74624f705" providerId="AD" clId="Web-{A8280BD8-41D7-CD6A-274D-ACD47CF39A45}" dt="2022-08-09T13:44:32.148" v="225"/>
        <pc:sldMkLst>
          <pc:docMk/>
          <pc:sldMk cId="3878007699" sldId="267"/>
        </pc:sldMkLst>
        <pc:spChg chg="add mod">
          <ac:chgData name="Katie HARRISON" userId="S::kfharrison@wisc.edu::f5e22dcb-aa54-4825-b422-a6b74624f705" providerId="AD" clId="Web-{A8280BD8-41D7-CD6A-274D-ACD47CF39A45}" dt="2022-08-09T13:37:15.615" v="187"/>
          <ac:spMkLst>
            <pc:docMk/>
            <pc:sldMk cId="3878007699" sldId="267"/>
            <ac:spMk id="3" creationId="{A56FEDDC-64BE-92DC-82D1-3F98267BF6AB}"/>
          </ac:spMkLst>
        </pc:spChg>
        <pc:spChg chg="add del mod">
          <ac:chgData name="Katie HARRISON" userId="S::kfharrison@wisc.edu::f5e22dcb-aa54-4825-b422-a6b74624f705" providerId="AD" clId="Web-{A8280BD8-41D7-CD6A-274D-ACD47CF39A45}" dt="2022-08-09T12:27:33.394" v="57"/>
          <ac:spMkLst>
            <pc:docMk/>
            <pc:sldMk cId="3878007699" sldId="267"/>
            <ac:spMk id="7" creationId="{8AFB5715-1EE6-3E07-FE10-DB7A736BEFCE}"/>
          </ac:spMkLst>
        </pc:spChg>
        <pc:picChg chg="del">
          <ac:chgData name="Katie HARRISON" userId="S::kfharrison@wisc.edu::f5e22dcb-aa54-4825-b422-a6b74624f705" providerId="AD" clId="Web-{A8280BD8-41D7-CD6A-274D-ACD47CF39A45}" dt="2022-08-09T12:27:30.160" v="56"/>
          <ac:picMkLst>
            <pc:docMk/>
            <pc:sldMk cId="3878007699" sldId="267"/>
            <ac:picMk id="5" creationId="{CECDA352-6690-A55E-339D-10B28DE85986}"/>
          </ac:picMkLst>
        </pc:picChg>
        <pc:picChg chg="del mod">
          <ac:chgData name="Katie HARRISON" userId="S::kfharrison@wisc.edu::f5e22dcb-aa54-4825-b422-a6b74624f705" providerId="AD" clId="Web-{A8280BD8-41D7-CD6A-274D-ACD47CF39A45}" dt="2022-08-09T12:36:45.179" v="61"/>
          <ac:picMkLst>
            <pc:docMk/>
            <pc:sldMk cId="3878007699" sldId="267"/>
            <ac:picMk id="6" creationId="{3B282209-B01E-DE26-9230-79024818D2DD}"/>
          </ac:picMkLst>
        </pc:picChg>
        <pc:picChg chg="add mod ord modCrop">
          <ac:chgData name="Katie HARRISON" userId="S::kfharrison@wisc.edu::f5e22dcb-aa54-4825-b422-a6b74624f705" providerId="AD" clId="Web-{A8280BD8-41D7-CD6A-274D-ACD47CF39A45}" dt="2022-08-09T12:27:40.988" v="59" actId="1076"/>
          <ac:picMkLst>
            <pc:docMk/>
            <pc:sldMk cId="3878007699" sldId="267"/>
            <ac:picMk id="8" creationId="{550B8422-2837-F6F5-FC0E-A6F91B03C2FC}"/>
          </ac:picMkLst>
        </pc:picChg>
        <pc:picChg chg="add mod">
          <ac:chgData name="Katie HARRISON" userId="S::kfharrison@wisc.edu::f5e22dcb-aa54-4825-b422-a6b74624f705" providerId="AD" clId="Web-{A8280BD8-41D7-CD6A-274D-ACD47CF39A45}" dt="2022-08-09T13:42:52.835" v="212" actId="1076"/>
          <ac:picMkLst>
            <pc:docMk/>
            <pc:sldMk cId="3878007699" sldId="267"/>
            <ac:picMk id="9" creationId="{DA7BFF30-7437-3F60-4CE9-F336F57ABE92}"/>
          </ac:picMkLst>
        </pc:picChg>
      </pc:sldChg>
      <pc:sldChg chg="addSp modSp modTransition">
        <pc:chgData name="Katie HARRISON" userId="S::kfharrison@wisc.edu::f5e22dcb-aa54-4825-b422-a6b74624f705" providerId="AD" clId="Web-{A8280BD8-41D7-CD6A-274D-ACD47CF39A45}" dt="2022-08-09T17:12:24.580" v="550"/>
        <pc:sldMkLst>
          <pc:docMk/>
          <pc:sldMk cId="469208456" sldId="268"/>
        </pc:sldMkLst>
        <pc:spChg chg="add mod">
          <ac:chgData name="Katie HARRISON" userId="S::kfharrison@wisc.edu::f5e22dcb-aa54-4825-b422-a6b74624f705" providerId="AD" clId="Web-{A8280BD8-41D7-CD6A-274D-ACD47CF39A45}" dt="2022-08-09T13:37:15.615" v="187"/>
          <ac:spMkLst>
            <pc:docMk/>
            <pc:sldMk cId="469208456" sldId="268"/>
            <ac:spMk id="4" creationId="{1D2BB78E-3DE0-547D-683D-B596C15FE781}"/>
          </ac:spMkLst>
        </pc:spChg>
      </pc:sldChg>
      <pc:sldChg chg="addSp delSp modSp">
        <pc:chgData name="Katie HARRISON" userId="S::kfharrison@wisc.edu::f5e22dcb-aa54-4825-b422-a6b74624f705" providerId="AD" clId="Web-{A8280BD8-41D7-CD6A-274D-ACD47CF39A45}" dt="2022-08-09T16:12:11.763" v="497"/>
        <pc:sldMkLst>
          <pc:docMk/>
          <pc:sldMk cId="2213231620" sldId="270"/>
        </pc:sldMkLst>
        <pc:spChg chg="add del mod">
          <ac:chgData name="Katie HARRISON" userId="S::kfharrison@wisc.edu::f5e22dcb-aa54-4825-b422-a6b74624f705" providerId="AD" clId="Web-{A8280BD8-41D7-CD6A-274D-ACD47CF39A45}" dt="2022-08-09T16:12:11.763" v="497"/>
          <ac:spMkLst>
            <pc:docMk/>
            <pc:sldMk cId="2213231620" sldId="270"/>
            <ac:spMk id="5" creationId="{534AD7E9-5C5F-CC05-5279-362E3718828B}"/>
          </ac:spMkLst>
        </pc:spChg>
      </pc:sldChg>
      <pc:sldChg chg="addSp modSp">
        <pc:chgData name="Katie HARRISON" userId="S::kfharrison@wisc.edu::f5e22dcb-aa54-4825-b422-a6b74624f705" providerId="AD" clId="Web-{A8280BD8-41D7-CD6A-274D-ACD47CF39A45}" dt="2022-08-09T13:37:15.615" v="187"/>
        <pc:sldMkLst>
          <pc:docMk/>
          <pc:sldMk cId="3090163766" sldId="271"/>
        </pc:sldMkLst>
        <pc:spChg chg="add mod">
          <ac:chgData name="Katie HARRISON" userId="S::kfharrison@wisc.edu::f5e22dcb-aa54-4825-b422-a6b74624f705" providerId="AD" clId="Web-{A8280BD8-41D7-CD6A-274D-ACD47CF39A45}" dt="2022-08-09T13:37:15.615" v="187"/>
          <ac:spMkLst>
            <pc:docMk/>
            <pc:sldMk cId="3090163766" sldId="271"/>
            <ac:spMk id="5" creationId="{FA8E55AF-CC84-7E3A-52C6-F71972442525}"/>
          </ac:spMkLst>
        </pc:spChg>
      </pc:sldChg>
      <pc:sldChg chg="addSp modSp">
        <pc:chgData name="Katie HARRISON" userId="S::kfharrison@wisc.edu::f5e22dcb-aa54-4825-b422-a6b74624f705" providerId="AD" clId="Web-{A8280BD8-41D7-CD6A-274D-ACD47CF39A45}" dt="2022-08-09T13:37:15.615" v="187"/>
        <pc:sldMkLst>
          <pc:docMk/>
          <pc:sldMk cId="1925280894" sldId="272"/>
        </pc:sldMkLst>
        <pc:spChg chg="add mod">
          <ac:chgData name="Katie HARRISON" userId="S::kfharrison@wisc.edu::f5e22dcb-aa54-4825-b422-a6b74624f705" providerId="AD" clId="Web-{A8280BD8-41D7-CD6A-274D-ACD47CF39A45}" dt="2022-08-09T13:37:15.615" v="187"/>
          <ac:spMkLst>
            <pc:docMk/>
            <pc:sldMk cId="1925280894" sldId="272"/>
            <ac:spMk id="3" creationId="{ECC04FCC-13A7-39A0-C9C2-DC395C87E78F}"/>
          </ac:spMkLst>
        </pc:spChg>
      </pc:sldChg>
      <pc:sldChg chg="addSp modSp">
        <pc:chgData name="Katie HARRISON" userId="S::kfharrison@wisc.edu::f5e22dcb-aa54-4825-b422-a6b74624f705" providerId="AD" clId="Web-{A8280BD8-41D7-CD6A-274D-ACD47CF39A45}" dt="2022-08-09T16:43:23.200" v="539" actId="1076"/>
        <pc:sldMkLst>
          <pc:docMk/>
          <pc:sldMk cId="1975411790" sldId="273"/>
        </pc:sldMkLst>
        <pc:spChg chg="add mod">
          <ac:chgData name="Katie HARRISON" userId="S::kfharrison@wisc.edu::f5e22dcb-aa54-4825-b422-a6b74624f705" providerId="AD" clId="Web-{A8280BD8-41D7-CD6A-274D-ACD47CF39A45}" dt="2022-08-09T13:37:15.615" v="187"/>
          <ac:spMkLst>
            <pc:docMk/>
            <pc:sldMk cId="1975411790" sldId="273"/>
            <ac:spMk id="2" creationId="{87AAD27D-E38B-86BB-F549-BD17C85018AA}"/>
          </ac:spMkLst>
        </pc:spChg>
        <pc:spChg chg="mod">
          <ac:chgData name="Katie HARRISON" userId="S::kfharrison@wisc.edu::f5e22dcb-aa54-4825-b422-a6b74624f705" providerId="AD" clId="Web-{A8280BD8-41D7-CD6A-274D-ACD47CF39A45}" dt="2022-08-09T16:43:08.965" v="535" actId="1076"/>
          <ac:spMkLst>
            <pc:docMk/>
            <pc:sldMk cId="1975411790" sldId="273"/>
            <ac:spMk id="22" creationId="{394547CE-74CB-B8C7-7F92-DB48DB54659D}"/>
          </ac:spMkLst>
        </pc:spChg>
        <pc:spChg chg="mod">
          <ac:chgData name="Katie HARRISON" userId="S::kfharrison@wisc.edu::f5e22dcb-aa54-4825-b422-a6b74624f705" providerId="AD" clId="Web-{A8280BD8-41D7-CD6A-274D-ACD47CF39A45}" dt="2022-08-09T16:43:16.622" v="537" actId="1076"/>
          <ac:spMkLst>
            <pc:docMk/>
            <pc:sldMk cId="1975411790" sldId="273"/>
            <ac:spMk id="23" creationId="{9B087DFF-AF27-87AA-9D60-7F0E2D215818}"/>
          </ac:spMkLst>
        </pc:spChg>
        <pc:picChg chg="mod">
          <ac:chgData name="Katie HARRISON" userId="S::kfharrison@wisc.edu::f5e22dcb-aa54-4825-b422-a6b74624f705" providerId="AD" clId="Web-{A8280BD8-41D7-CD6A-274D-ACD47CF39A45}" dt="2022-08-09T16:43:23.200" v="539" actId="1076"/>
          <ac:picMkLst>
            <pc:docMk/>
            <pc:sldMk cId="1975411790" sldId="273"/>
            <ac:picMk id="14" creationId="{F141AA6C-8E28-5A03-0A71-E59D301D4FE0}"/>
          </ac:picMkLst>
        </pc:picChg>
        <pc:picChg chg="mod">
          <ac:chgData name="Katie HARRISON" userId="S::kfharrison@wisc.edu::f5e22dcb-aa54-4825-b422-a6b74624f705" providerId="AD" clId="Web-{A8280BD8-41D7-CD6A-274D-ACD47CF39A45}" dt="2022-08-09T16:43:20.997" v="538" actId="1076"/>
          <ac:picMkLst>
            <pc:docMk/>
            <pc:sldMk cId="1975411790" sldId="273"/>
            <ac:picMk id="18" creationId="{FADCD578-09D8-989E-188A-67E908A16A44}"/>
          </ac:picMkLst>
        </pc:picChg>
      </pc:sldChg>
      <pc:sldChg chg="addSp modSp ord">
        <pc:chgData name="Katie HARRISON" userId="S::kfharrison@wisc.edu::f5e22dcb-aa54-4825-b422-a6b74624f705" providerId="AD" clId="Web-{A8280BD8-41D7-CD6A-274D-ACD47CF39A45}" dt="2022-08-09T16:53:27.567" v="540"/>
        <pc:sldMkLst>
          <pc:docMk/>
          <pc:sldMk cId="3430250974" sldId="274"/>
        </pc:sldMkLst>
        <pc:spChg chg="add mod">
          <ac:chgData name="Katie HARRISON" userId="S::kfharrison@wisc.edu::f5e22dcb-aa54-4825-b422-a6b74624f705" providerId="AD" clId="Web-{A8280BD8-41D7-CD6A-274D-ACD47CF39A45}" dt="2022-08-09T13:37:15.615" v="187"/>
          <ac:spMkLst>
            <pc:docMk/>
            <pc:sldMk cId="3430250974" sldId="274"/>
            <ac:spMk id="2" creationId="{06D6262F-9382-747F-3933-A17B7E9F624C}"/>
          </ac:spMkLst>
        </pc:spChg>
      </pc:sldChg>
      <pc:sldChg chg="addSp modSp">
        <pc:chgData name="Katie HARRISON" userId="S::kfharrison@wisc.edu::f5e22dcb-aa54-4825-b422-a6b74624f705" providerId="AD" clId="Web-{A8280BD8-41D7-CD6A-274D-ACD47CF39A45}" dt="2022-08-09T13:37:15.615" v="187"/>
        <pc:sldMkLst>
          <pc:docMk/>
          <pc:sldMk cId="1253204765" sldId="275"/>
        </pc:sldMkLst>
        <pc:spChg chg="add mod">
          <ac:chgData name="Katie HARRISON" userId="S::kfharrison@wisc.edu::f5e22dcb-aa54-4825-b422-a6b74624f705" providerId="AD" clId="Web-{A8280BD8-41D7-CD6A-274D-ACD47CF39A45}" dt="2022-08-09T13:37:15.615" v="187"/>
          <ac:spMkLst>
            <pc:docMk/>
            <pc:sldMk cId="1253204765" sldId="275"/>
            <ac:spMk id="3" creationId="{B435A072-30D8-19C4-7EE7-7757106D11D4}"/>
          </ac:spMkLst>
        </pc:spChg>
      </pc:sldChg>
      <pc:sldChg chg="addSp delSp modSp new mod setBg modClrScheme delDesignElem chgLayout">
        <pc:chgData name="Katie HARRISON" userId="S::kfharrison@wisc.edu::f5e22dcb-aa54-4825-b422-a6b74624f705" providerId="AD" clId="Web-{A8280BD8-41D7-CD6A-274D-ACD47CF39A45}" dt="2022-08-09T16:09:22.962" v="464" actId="1076"/>
        <pc:sldMkLst>
          <pc:docMk/>
          <pc:sldMk cId="3914293493" sldId="276"/>
        </pc:sldMkLst>
        <pc:spChg chg="mod ord">
          <ac:chgData name="Katie HARRISON" userId="S::kfharrison@wisc.edu::f5e22dcb-aa54-4825-b422-a6b74624f705" providerId="AD" clId="Web-{A8280BD8-41D7-CD6A-274D-ACD47CF39A45}" dt="2022-08-09T16:09:07.133" v="460"/>
          <ac:spMkLst>
            <pc:docMk/>
            <pc:sldMk cId="3914293493" sldId="276"/>
            <ac:spMk id="2" creationId="{AE202AD3-ECE4-D11F-AE80-53C2B0BA6FCB}"/>
          </ac:spMkLst>
        </pc:spChg>
        <pc:spChg chg="del">
          <ac:chgData name="Katie HARRISON" userId="S::kfharrison@wisc.edu::f5e22dcb-aa54-4825-b422-a6b74624f705" providerId="AD" clId="Web-{A8280BD8-41D7-CD6A-274D-ACD47CF39A45}" dt="2022-08-09T16:05:54.831" v="407"/>
          <ac:spMkLst>
            <pc:docMk/>
            <pc:sldMk cId="3914293493" sldId="276"/>
            <ac:spMk id="3" creationId="{18857BA0-5F28-7CFA-3E02-2BFACAB17E29}"/>
          </ac:spMkLst>
        </pc:spChg>
        <pc:spChg chg="del mod">
          <ac:chgData name="Katie HARRISON" userId="S::kfharrison@wisc.edu::f5e22dcb-aa54-4825-b422-a6b74624f705" providerId="AD" clId="Web-{A8280BD8-41D7-CD6A-274D-ACD47CF39A45}" dt="2022-08-09T16:06:17.597" v="413"/>
          <ac:spMkLst>
            <pc:docMk/>
            <pc:sldMk cId="3914293493" sldId="276"/>
            <ac:spMk id="4" creationId="{BBA9C2A0-6A88-FFDE-F567-CF39CF4E13C5}"/>
          </ac:spMkLst>
        </pc:spChg>
        <pc:spChg chg="add mod ord">
          <ac:chgData name="Katie HARRISON" userId="S::kfharrison@wisc.edu::f5e22dcb-aa54-4825-b422-a6b74624f705" providerId="AD" clId="Web-{A8280BD8-41D7-CD6A-274D-ACD47CF39A45}" dt="2022-08-09T16:09:07.133" v="460"/>
          <ac:spMkLst>
            <pc:docMk/>
            <pc:sldMk cId="3914293493" sldId="276"/>
            <ac:spMk id="5" creationId="{39BD0339-C83A-1D54-7A00-5AA9FC5B9B90}"/>
          </ac:spMkLst>
        </pc:spChg>
        <pc:spChg chg="add del mod ord">
          <ac:chgData name="Katie HARRISON" userId="S::kfharrison@wisc.edu::f5e22dcb-aa54-4825-b422-a6b74624f705" providerId="AD" clId="Web-{A8280BD8-41D7-CD6A-274D-ACD47CF39A45}" dt="2022-08-09T16:08:50.320" v="457"/>
          <ac:spMkLst>
            <pc:docMk/>
            <pc:sldMk cId="3914293493" sldId="276"/>
            <ac:spMk id="8" creationId="{EBA0768D-A788-3164-EA3C-A294FD7343EA}"/>
          </ac:spMkLst>
        </pc:spChg>
        <pc:spChg chg="add del mod ord">
          <ac:chgData name="Katie HARRISON" userId="S::kfharrison@wisc.edu::f5e22dcb-aa54-4825-b422-a6b74624f705" providerId="AD" clId="Web-{A8280BD8-41D7-CD6A-274D-ACD47CF39A45}" dt="2022-08-09T16:09:13.539" v="462"/>
          <ac:spMkLst>
            <pc:docMk/>
            <pc:sldMk cId="3914293493" sldId="276"/>
            <ac:spMk id="9" creationId="{38210239-6E90-6706-3A24-3DCC15C26CA4}"/>
          </ac:spMkLst>
        </pc:spChg>
        <pc:spChg chg="add del">
          <ac:chgData name="Katie HARRISON" userId="S::kfharrison@wisc.edu::f5e22dcb-aa54-4825-b422-a6b74624f705" providerId="AD" clId="Web-{A8280BD8-41D7-CD6A-274D-ACD47CF39A45}" dt="2022-08-09T16:06:06.535" v="409"/>
          <ac:spMkLst>
            <pc:docMk/>
            <pc:sldMk cId="3914293493" sldId="276"/>
            <ac:spMk id="11" creationId="{2D6FBB9D-1CAA-4D05-AB33-BABDFE17B843}"/>
          </ac:spMkLst>
        </pc:spChg>
        <pc:spChg chg="add del">
          <ac:chgData name="Katie HARRISON" userId="S::kfharrison@wisc.edu::f5e22dcb-aa54-4825-b422-a6b74624f705" providerId="AD" clId="Web-{A8280BD8-41D7-CD6A-274D-ACD47CF39A45}" dt="2022-08-09T16:09:07.102" v="459"/>
          <ac:spMkLst>
            <pc:docMk/>
            <pc:sldMk cId="3914293493" sldId="276"/>
            <ac:spMk id="12" creationId="{8D06CE56-3881-4ADA-8CEF-D18B02C242A3}"/>
          </ac:spMkLst>
        </pc:spChg>
        <pc:spChg chg="add del">
          <ac:chgData name="Katie HARRISON" userId="S::kfharrison@wisc.edu::f5e22dcb-aa54-4825-b422-a6b74624f705" providerId="AD" clId="Web-{A8280BD8-41D7-CD6A-274D-ACD47CF39A45}" dt="2022-08-09T16:06:06.535" v="409"/>
          <ac:spMkLst>
            <pc:docMk/>
            <pc:sldMk cId="3914293493" sldId="276"/>
            <ac:spMk id="13" creationId="{04727B71-B4B6-4823-80A1-68C40B475118}"/>
          </ac:spMkLst>
        </pc:spChg>
        <pc:spChg chg="add del">
          <ac:chgData name="Katie HARRISON" userId="S::kfharrison@wisc.edu::f5e22dcb-aa54-4825-b422-a6b74624f705" providerId="AD" clId="Web-{A8280BD8-41D7-CD6A-274D-ACD47CF39A45}" dt="2022-08-09T16:09:07.102" v="459"/>
          <ac:spMkLst>
            <pc:docMk/>
            <pc:sldMk cId="3914293493" sldId="276"/>
            <ac:spMk id="14" creationId="{79F3C543-62EC-4433-9C93-A2CD8764E9B4}"/>
          </ac:spMkLst>
        </pc:spChg>
        <pc:spChg chg="add del">
          <ac:chgData name="Katie HARRISON" userId="S::kfharrison@wisc.edu::f5e22dcb-aa54-4825-b422-a6b74624f705" providerId="AD" clId="Web-{A8280BD8-41D7-CD6A-274D-ACD47CF39A45}" dt="2022-08-09T16:06:06.535" v="409"/>
          <ac:spMkLst>
            <pc:docMk/>
            <pc:sldMk cId="3914293493" sldId="276"/>
            <ac:spMk id="15" creationId="{79A6DB05-9FB5-4B07-8675-74C23D4FD89D}"/>
          </ac:spMkLst>
        </pc:spChg>
        <pc:spChg chg="add del">
          <ac:chgData name="Katie HARRISON" userId="S::kfharrison@wisc.edu::f5e22dcb-aa54-4825-b422-a6b74624f705" providerId="AD" clId="Web-{A8280BD8-41D7-CD6A-274D-ACD47CF39A45}" dt="2022-08-09T16:09:07.102" v="459"/>
          <ac:spMkLst>
            <pc:docMk/>
            <pc:sldMk cId="3914293493" sldId="276"/>
            <ac:spMk id="16" creationId="{C1A1C5D3-C053-4EE9-BE1A-419B6E27CCAE}"/>
          </ac:spMkLst>
        </pc:spChg>
        <pc:spChg chg="add del">
          <ac:chgData name="Katie HARRISON" userId="S::kfharrison@wisc.edu::f5e22dcb-aa54-4825-b422-a6b74624f705" providerId="AD" clId="Web-{A8280BD8-41D7-CD6A-274D-ACD47CF39A45}" dt="2022-08-09T16:06:06.535" v="409"/>
          <ac:spMkLst>
            <pc:docMk/>
            <pc:sldMk cId="3914293493" sldId="276"/>
            <ac:spMk id="17" creationId="{0288C6B4-AFC3-407F-A595-EFFD38D4CCAF}"/>
          </ac:spMkLst>
        </pc:spChg>
        <pc:spChg chg="add del">
          <ac:chgData name="Katie HARRISON" userId="S::kfharrison@wisc.edu::f5e22dcb-aa54-4825-b422-a6b74624f705" providerId="AD" clId="Web-{A8280BD8-41D7-CD6A-274D-ACD47CF39A45}" dt="2022-08-09T16:09:07.102" v="459"/>
          <ac:spMkLst>
            <pc:docMk/>
            <pc:sldMk cId="3914293493" sldId="276"/>
            <ac:spMk id="18" creationId="{A3473CF9-37EB-43E7-89EF-D2D1C53D1DAC}"/>
          </ac:spMkLst>
        </pc:spChg>
        <pc:spChg chg="add del">
          <ac:chgData name="Katie HARRISON" userId="S::kfharrison@wisc.edu::f5e22dcb-aa54-4825-b422-a6b74624f705" providerId="AD" clId="Web-{A8280BD8-41D7-CD6A-274D-ACD47CF39A45}" dt="2022-08-09T16:06:06.535" v="409"/>
          <ac:spMkLst>
            <pc:docMk/>
            <pc:sldMk cId="3914293493" sldId="276"/>
            <ac:spMk id="19" creationId="{CF236821-17FE-429B-8D2C-08E13A64EA40}"/>
          </ac:spMkLst>
        </pc:spChg>
        <pc:spChg chg="add del">
          <ac:chgData name="Katie HARRISON" userId="S::kfharrison@wisc.edu::f5e22dcb-aa54-4825-b422-a6b74624f705" providerId="AD" clId="Web-{A8280BD8-41D7-CD6A-274D-ACD47CF39A45}" dt="2022-08-09T16:09:07.102" v="459"/>
          <ac:spMkLst>
            <pc:docMk/>
            <pc:sldMk cId="3914293493" sldId="276"/>
            <ac:spMk id="20" creationId="{586B4EF9-43BA-4655-A6FF-1D8E21574C95}"/>
          </ac:spMkLst>
        </pc:spChg>
        <pc:spChg chg="add del">
          <ac:chgData name="Katie HARRISON" userId="S::kfharrison@wisc.edu::f5e22dcb-aa54-4825-b422-a6b74624f705" providerId="AD" clId="Web-{A8280BD8-41D7-CD6A-274D-ACD47CF39A45}" dt="2022-08-09T16:06:06.535" v="409"/>
          <ac:spMkLst>
            <pc:docMk/>
            <pc:sldMk cId="3914293493" sldId="276"/>
            <ac:spMk id="21" creationId="{C0BDBCD2-E081-43AB-9119-C55465E59757}"/>
          </ac:spMkLst>
        </pc:spChg>
        <pc:spChg chg="add">
          <ac:chgData name="Katie HARRISON" userId="S::kfharrison@wisc.edu::f5e22dcb-aa54-4825-b422-a6b74624f705" providerId="AD" clId="Web-{A8280BD8-41D7-CD6A-274D-ACD47CF39A45}" dt="2022-08-09T16:09:07.133" v="460"/>
          <ac:spMkLst>
            <pc:docMk/>
            <pc:sldMk cId="3914293493" sldId="276"/>
            <ac:spMk id="22" creationId="{2D6FBB9D-1CAA-4D05-AB33-BABDFE17B843}"/>
          </ac:spMkLst>
        </pc:spChg>
        <pc:spChg chg="add del">
          <ac:chgData name="Katie HARRISON" userId="S::kfharrison@wisc.edu::f5e22dcb-aa54-4825-b422-a6b74624f705" providerId="AD" clId="Web-{A8280BD8-41D7-CD6A-274D-ACD47CF39A45}" dt="2022-08-09T16:06:06.535" v="409"/>
          <ac:spMkLst>
            <pc:docMk/>
            <pc:sldMk cId="3914293493" sldId="276"/>
            <ac:spMk id="23" creationId="{98E79BE4-34FE-485A-98A5-92CE8F7C4743}"/>
          </ac:spMkLst>
        </pc:spChg>
        <pc:spChg chg="add">
          <ac:chgData name="Katie HARRISON" userId="S::kfharrison@wisc.edu::f5e22dcb-aa54-4825-b422-a6b74624f705" providerId="AD" clId="Web-{A8280BD8-41D7-CD6A-274D-ACD47CF39A45}" dt="2022-08-09T16:09:07.133" v="460"/>
          <ac:spMkLst>
            <pc:docMk/>
            <pc:sldMk cId="3914293493" sldId="276"/>
            <ac:spMk id="24" creationId="{04727B71-B4B6-4823-80A1-68C40B475118}"/>
          </ac:spMkLst>
        </pc:spChg>
        <pc:spChg chg="add del">
          <ac:chgData name="Katie HARRISON" userId="S::kfharrison@wisc.edu::f5e22dcb-aa54-4825-b422-a6b74624f705" providerId="AD" clId="Web-{A8280BD8-41D7-CD6A-274D-ACD47CF39A45}" dt="2022-08-09T16:06:06.535" v="409"/>
          <ac:spMkLst>
            <pc:docMk/>
            <pc:sldMk cId="3914293493" sldId="276"/>
            <ac:spMk id="25" creationId="{7A5F0580-5EE9-419F-96EE-B6529EF6E7D0}"/>
          </ac:spMkLst>
        </pc:spChg>
        <pc:spChg chg="add">
          <ac:chgData name="Katie HARRISON" userId="S::kfharrison@wisc.edu::f5e22dcb-aa54-4825-b422-a6b74624f705" providerId="AD" clId="Web-{A8280BD8-41D7-CD6A-274D-ACD47CF39A45}" dt="2022-08-09T16:09:07.133" v="460"/>
          <ac:spMkLst>
            <pc:docMk/>
            <pc:sldMk cId="3914293493" sldId="276"/>
            <ac:spMk id="26" creationId="{79A6DB05-9FB5-4B07-8675-74C23D4FD89D}"/>
          </ac:spMkLst>
        </pc:spChg>
        <pc:spChg chg="add del">
          <ac:chgData name="Katie HARRISON" userId="S::kfharrison@wisc.edu::f5e22dcb-aa54-4825-b422-a6b74624f705" providerId="AD" clId="Web-{A8280BD8-41D7-CD6A-274D-ACD47CF39A45}" dt="2022-08-09T16:06:38.317" v="420"/>
          <ac:spMkLst>
            <pc:docMk/>
            <pc:sldMk cId="3914293493" sldId="276"/>
            <ac:spMk id="27" creationId="{2D6FBB9D-1CAA-4D05-AB33-BABDFE17B843}"/>
          </ac:spMkLst>
        </pc:spChg>
        <pc:spChg chg="add del">
          <ac:chgData name="Katie HARRISON" userId="S::kfharrison@wisc.edu::f5e22dcb-aa54-4825-b422-a6b74624f705" providerId="AD" clId="Web-{A8280BD8-41D7-CD6A-274D-ACD47CF39A45}" dt="2022-08-09T16:06:38.317" v="420"/>
          <ac:spMkLst>
            <pc:docMk/>
            <pc:sldMk cId="3914293493" sldId="276"/>
            <ac:spMk id="28" creationId="{04727B71-B4B6-4823-80A1-68C40B475118}"/>
          </ac:spMkLst>
        </pc:spChg>
        <pc:spChg chg="add del">
          <ac:chgData name="Katie HARRISON" userId="S::kfharrison@wisc.edu::f5e22dcb-aa54-4825-b422-a6b74624f705" providerId="AD" clId="Web-{A8280BD8-41D7-CD6A-274D-ACD47CF39A45}" dt="2022-08-09T16:06:38.317" v="420"/>
          <ac:spMkLst>
            <pc:docMk/>
            <pc:sldMk cId="3914293493" sldId="276"/>
            <ac:spMk id="29" creationId="{79A6DB05-9FB5-4B07-8675-74C23D4FD89D}"/>
          </ac:spMkLst>
        </pc:spChg>
        <pc:spChg chg="add del">
          <ac:chgData name="Katie HARRISON" userId="S::kfharrison@wisc.edu::f5e22dcb-aa54-4825-b422-a6b74624f705" providerId="AD" clId="Web-{A8280BD8-41D7-CD6A-274D-ACD47CF39A45}" dt="2022-08-09T16:06:38.317" v="420"/>
          <ac:spMkLst>
            <pc:docMk/>
            <pc:sldMk cId="3914293493" sldId="276"/>
            <ac:spMk id="30" creationId="{E45CA849-654C-4173-AD99-B3A2528275F5}"/>
          </ac:spMkLst>
        </pc:spChg>
        <pc:spChg chg="add del">
          <ac:chgData name="Katie HARRISON" userId="S::kfharrison@wisc.edu::f5e22dcb-aa54-4825-b422-a6b74624f705" providerId="AD" clId="Web-{A8280BD8-41D7-CD6A-274D-ACD47CF39A45}" dt="2022-08-09T16:06:38.317" v="420"/>
          <ac:spMkLst>
            <pc:docMk/>
            <pc:sldMk cId="3914293493" sldId="276"/>
            <ac:spMk id="31" creationId="{3E23A947-2D45-4208-AE2B-64948C87A3EB}"/>
          </ac:spMkLst>
        </pc:spChg>
        <pc:spChg chg="add del">
          <ac:chgData name="Katie HARRISON" userId="S::kfharrison@wisc.edu::f5e22dcb-aa54-4825-b422-a6b74624f705" providerId="AD" clId="Web-{A8280BD8-41D7-CD6A-274D-ACD47CF39A45}" dt="2022-08-09T16:06:38.317" v="420"/>
          <ac:spMkLst>
            <pc:docMk/>
            <pc:sldMk cId="3914293493" sldId="276"/>
            <ac:spMk id="32" creationId="{E5BBB0F9-6A59-4D02-A9C7-A2D6516684CE}"/>
          </ac:spMkLst>
        </pc:spChg>
        <pc:spChg chg="add">
          <ac:chgData name="Katie HARRISON" userId="S::kfharrison@wisc.edu::f5e22dcb-aa54-4825-b422-a6b74624f705" providerId="AD" clId="Web-{A8280BD8-41D7-CD6A-274D-ACD47CF39A45}" dt="2022-08-09T16:09:07.133" v="460"/>
          <ac:spMkLst>
            <pc:docMk/>
            <pc:sldMk cId="3914293493" sldId="276"/>
            <ac:spMk id="33" creationId="{0B9EE3F3-89B7-43C3-8651-C4C96830993D}"/>
          </ac:spMkLst>
        </pc:spChg>
        <pc:spChg chg="add">
          <ac:chgData name="Katie HARRISON" userId="S::kfharrison@wisc.edu::f5e22dcb-aa54-4825-b422-a6b74624f705" providerId="AD" clId="Web-{A8280BD8-41D7-CD6A-274D-ACD47CF39A45}" dt="2022-08-09T16:09:07.133" v="460"/>
          <ac:spMkLst>
            <pc:docMk/>
            <pc:sldMk cId="3914293493" sldId="276"/>
            <ac:spMk id="34" creationId="{33AE4636-AEEC-45D6-84D4-7AC2DA48ECF8}"/>
          </ac:spMkLst>
        </pc:spChg>
        <pc:spChg chg="add">
          <ac:chgData name="Katie HARRISON" userId="S::kfharrison@wisc.edu::f5e22dcb-aa54-4825-b422-a6b74624f705" providerId="AD" clId="Web-{A8280BD8-41D7-CD6A-274D-ACD47CF39A45}" dt="2022-08-09T16:09:07.133" v="460"/>
          <ac:spMkLst>
            <pc:docMk/>
            <pc:sldMk cId="3914293493" sldId="276"/>
            <ac:spMk id="35" creationId="{8D9CE0F4-2EB2-4F1F-8AAC-DB3571D9FE10}"/>
          </ac:spMkLst>
        </pc:spChg>
        <pc:spChg chg="add del">
          <ac:chgData name="Katie HARRISON" userId="S::kfharrison@wisc.edu::f5e22dcb-aa54-4825-b422-a6b74624f705" providerId="AD" clId="Web-{A8280BD8-41D7-CD6A-274D-ACD47CF39A45}" dt="2022-08-09T16:06:29.160" v="415"/>
          <ac:spMkLst>
            <pc:docMk/>
            <pc:sldMk cId="3914293493" sldId="276"/>
            <ac:spMk id="37" creationId="{8D06CE56-3881-4ADA-8CEF-D18B02C242A3}"/>
          </ac:spMkLst>
        </pc:spChg>
        <pc:spChg chg="add del">
          <ac:chgData name="Katie HARRISON" userId="S::kfharrison@wisc.edu::f5e22dcb-aa54-4825-b422-a6b74624f705" providerId="AD" clId="Web-{A8280BD8-41D7-CD6A-274D-ACD47CF39A45}" dt="2022-08-09T16:06:29.160" v="415"/>
          <ac:spMkLst>
            <pc:docMk/>
            <pc:sldMk cId="3914293493" sldId="276"/>
            <ac:spMk id="39" creationId="{79F3C543-62EC-4433-9C93-A2CD8764E9B4}"/>
          </ac:spMkLst>
        </pc:spChg>
        <pc:spChg chg="add del">
          <ac:chgData name="Katie HARRISON" userId="S::kfharrison@wisc.edu::f5e22dcb-aa54-4825-b422-a6b74624f705" providerId="AD" clId="Web-{A8280BD8-41D7-CD6A-274D-ACD47CF39A45}" dt="2022-08-09T16:06:29.160" v="415"/>
          <ac:spMkLst>
            <pc:docMk/>
            <pc:sldMk cId="3914293493" sldId="276"/>
            <ac:spMk id="41" creationId="{0671A8AE-40A1-4631-A6B8-581AFF065482}"/>
          </ac:spMkLst>
        </pc:spChg>
        <pc:spChg chg="add del">
          <ac:chgData name="Katie HARRISON" userId="S::kfharrison@wisc.edu::f5e22dcb-aa54-4825-b422-a6b74624f705" providerId="AD" clId="Web-{A8280BD8-41D7-CD6A-274D-ACD47CF39A45}" dt="2022-08-09T16:06:29.160" v="415"/>
          <ac:spMkLst>
            <pc:docMk/>
            <pc:sldMk cId="3914293493" sldId="276"/>
            <ac:spMk id="43" creationId="{A44CD100-6267-4E62-AA64-2182A3A6A1C0}"/>
          </ac:spMkLst>
        </pc:spChg>
        <pc:spChg chg="add del">
          <ac:chgData name="Katie HARRISON" userId="S::kfharrison@wisc.edu::f5e22dcb-aa54-4825-b422-a6b74624f705" providerId="AD" clId="Web-{A8280BD8-41D7-CD6A-274D-ACD47CF39A45}" dt="2022-08-09T16:06:29.160" v="415"/>
          <ac:spMkLst>
            <pc:docMk/>
            <pc:sldMk cId="3914293493" sldId="276"/>
            <ac:spMk id="45" creationId="{AF2F604E-43BE-4DC3-B983-E071523364F8}"/>
          </ac:spMkLst>
        </pc:spChg>
        <pc:spChg chg="add del">
          <ac:chgData name="Katie HARRISON" userId="S::kfharrison@wisc.edu::f5e22dcb-aa54-4825-b422-a6b74624f705" providerId="AD" clId="Web-{A8280BD8-41D7-CD6A-274D-ACD47CF39A45}" dt="2022-08-09T16:06:29.160" v="415"/>
          <ac:spMkLst>
            <pc:docMk/>
            <pc:sldMk cId="3914293493" sldId="276"/>
            <ac:spMk id="47" creationId="{08C9B587-E65E-4B52-B37C-ABEBB6E87928}"/>
          </ac:spMkLst>
        </pc:spChg>
        <pc:spChg chg="add del">
          <ac:chgData name="Katie HARRISON" userId="S::kfharrison@wisc.edu::f5e22dcb-aa54-4825-b422-a6b74624f705" providerId="AD" clId="Web-{A8280BD8-41D7-CD6A-274D-ACD47CF39A45}" dt="2022-08-09T16:06:35.848" v="417"/>
          <ac:spMkLst>
            <pc:docMk/>
            <pc:sldMk cId="3914293493" sldId="276"/>
            <ac:spMk id="49" creationId="{8D06CE56-3881-4ADA-8CEF-D18B02C242A3}"/>
          </ac:spMkLst>
        </pc:spChg>
        <pc:spChg chg="add del">
          <ac:chgData name="Katie HARRISON" userId="S::kfharrison@wisc.edu::f5e22dcb-aa54-4825-b422-a6b74624f705" providerId="AD" clId="Web-{A8280BD8-41D7-CD6A-274D-ACD47CF39A45}" dt="2022-08-09T16:06:35.848" v="417"/>
          <ac:spMkLst>
            <pc:docMk/>
            <pc:sldMk cId="3914293493" sldId="276"/>
            <ac:spMk id="50" creationId="{79F3C543-62EC-4433-9C93-A2CD8764E9B4}"/>
          </ac:spMkLst>
        </pc:spChg>
        <pc:spChg chg="add del">
          <ac:chgData name="Katie HARRISON" userId="S::kfharrison@wisc.edu::f5e22dcb-aa54-4825-b422-a6b74624f705" providerId="AD" clId="Web-{A8280BD8-41D7-CD6A-274D-ACD47CF39A45}" dt="2022-08-09T16:06:35.848" v="417"/>
          <ac:spMkLst>
            <pc:docMk/>
            <pc:sldMk cId="3914293493" sldId="276"/>
            <ac:spMk id="51" creationId="{017517EF-BD4D-4055-BDB4-A322C53568AD}"/>
          </ac:spMkLst>
        </pc:spChg>
        <pc:spChg chg="add del">
          <ac:chgData name="Katie HARRISON" userId="S::kfharrison@wisc.edu::f5e22dcb-aa54-4825-b422-a6b74624f705" providerId="AD" clId="Web-{A8280BD8-41D7-CD6A-274D-ACD47CF39A45}" dt="2022-08-09T16:06:35.848" v="417"/>
          <ac:spMkLst>
            <pc:docMk/>
            <pc:sldMk cId="3914293493" sldId="276"/>
            <ac:spMk id="52" creationId="{0ADDB668-2CA4-4D2B-9C34-3487CA330BA8}"/>
          </ac:spMkLst>
        </pc:spChg>
        <pc:spChg chg="add del">
          <ac:chgData name="Katie HARRISON" userId="S::kfharrison@wisc.edu::f5e22dcb-aa54-4825-b422-a6b74624f705" providerId="AD" clId="Web-{A8280BD8-41D7-CD6A-274D-ACD47CF39A45}" dt="2022-08-09T16:06:35.848" v="417"/>
          <ac:spMkLst>
            <pc:docMk/>
            <pc:sldMk cId="3914293493" sldId="276"/>
            <ac:spMk id="53" creationId="{2568BC19-F052-4108-93E1-6A3D1DEC072F}"/>
          </ac:spMkLst>
        </pc:spChg>
        <pc:spChg chg="add del">
          <ac:chgData name="Katie HARRISON" userId="S::kfharrison@wisc.edu::f5e22dcb-aa54-4825-b422-a6b74624f705" providerId="AD" clId="Web-{A8280BD8-41D7-CD6A-274D-ACD47CF39A45}" dt="2022-08-09T16:06:35.848" v="417"/>
          <ac:spMkLst>
            <pc:docMk/>
            <pc:sldMk cId="3914293493" sldId="276"/>
            <ac:spMk id="54" creationId="{D5FD337D-4D6B-4C8B-B6F5-121097E09881}"/>
          </ac:spMkLst>
        </pc:spChg>
        <pc:spChg chg="add del">
          <ac:chgData name="Katie HARRISON" userId="S::kfharrison@wisc.edu::f5e22dcb-aa54-4825-b422-a6b74624f705" providerId="AD" clId="Web-{A8280BD8-41D7-CD6A-274D-ACD47CF39A45}" dt="2022-08-09T16:06:38.301" v="419"/>
          <ac:spMkLst>
            <pc:docMk/>
            <pc:sldMk cId="3914293493" sldId="276"/>
            <ac:spMk id="56" creationId="{8D06CE56-3881-4ADA-8CEF-D18B02C242A3}"/>
          </ac:spMkLst>
        </pc:spChg>
        <pc:spChg chg="add del">
          <ac:chgData name="Katie HARRISON" userId="S::kfharrison@wisc.edu::f5e22dcb-aa54-4825-b422-a6b74624f705" providerId="AD" clId="Web-{A8280BD8-41D7-CD6A-274D-ACD47CF39A45}" dt="2022-08-09T16:06:38.301" v="419"/>
          <ac:spMkLst>
            <pc:docMk/>
            <pc:sldMk cId="3914293493" sldId="276"/>
            <ac:spMk id="57" creationId="{79F3C543-62EC-4433-9C93-A2CD8764E9B4}"/>
          </ac:spMkLst>
        </pc:spChg>
        <pc:spChg chg="add del">
          <ac:chgData name="Katie HARRISON" userId="S::kfharrison@wisc.edu::f5e22dcb-aa54-4825-b422-a6b74624f705" providerId="AD" clId="Web-{A8280BD8-41D7-CD6A-274D-ACD47CF39A45}" dt="2022-08-09T16:06:38.301" v="419"/>
          <ac:spMkLst>
            <pc:docMk/>
            <pc:sldMk cId="3914293493" sldId="276"/>
            <ac:spMk id="58" creationId="{5DCB5928-DC7D-4612-9922-441966E15627}"/>
          </ac:spMkLst>
        </pc:spChg>
        <pc:spChg chg="add del">
          <ac:chgData name="Katie HARRISON" userId="S::kfharrison@wisc.edu::f5e22dcb-aa54-4825-b422-a6b74624f705" providerId="AD" clId="Web-{A8280BD8-41D7-CD6A-274D-ACD47CF39A45}" dt="2022-08-09T16:06:38.301" v="419"/>
          <ac:spMkLst>
            <pc:docMk/>
            <pc:sldMk cId="3914293493" sldId="276"/>
            <ac:spMk id="59" creationId="{682C1161-1736-45EC-99B7-33F3CAE9D517}"/>
          </ac:spMkLst>
        </pc:spChg>
        <pc:spChg chg="add del">
          <ac:chgData name="Katie HARRISON" userId="S::kfharrison@wisc.edu::f5e22dcb-aa54-4825-b422-a6b74624f705" providerId="AD" clId="Web-{A8280BD8-41D7-CD6A-274D-ACD47CF39A45}" dt="2022-08-09T16:06:38.301" v="419"/>
          <ac:spMkLst>
            <pc:docMk/>
            <pc:sldMk cId="3914293493" sldId="276"/>
            <ac:spMk id="60" creationId="{84D4DDB8-B68F-45B0-9F62-C4279996F672}"/>
          </ac:spMkLst>
        </pc:spChg>
        <pc:spChg chg="add del">
          <ac:chgData name="Katie HARRISON" userId="S::kfharrison@wisc.edu::f5e22dcb-aa54-4825-b422-a6b74624f705" providerId="AD" clId="Web-{A8280BD8-41D7-CD6A-274D-ACD47CF39A45}" dt="2022-08-09T16:06:38.301" v="419"/>
          <ac:spMkLst>
            <pc:docMk/>
            <pc:sldMk cId="3914293493" sldId="276"/>
            <ac:spMk id="61" creationId="{AF2F604E-43BE-4DC3-B983-E071523364F8}"/>
          </ac:spMkLst>
        </pc:spChg>
        <pc:spChg chg="add del">
          <ac:chgData name="Katie HARRISON" userId="S::kfharrison@wisc.edu::f5e22dcb-aa54-4825-b422-a6b74624f705" providerId="AD" clId="Web-{A8280BD8-41D7-CD6A-274D-ACD47CF39A45}" dt="2022-08-09T16:06:38.301" v="419"/>
          <ac:spMkLst>
            <pc:docMk/>
            <pc:sldMk cId="3914293493" sldId="276"/>
            <ac:spMk id="62" creationId="{08C9B587-E65E-4B52-B37C-ABEBB6E87928}"/>
          </ac:spMkLst>
        </pc:spChg>
        <pc:spChg chg="add del">
          <ac:chgData name="Katie HARRISON" userId="S::kfharrison@wisc.edu::f5e22dcb-aa54-4825-b422-a6b74624f705" providerId="AD" clId="Web-{A8280BD8-41D7-CD6A-274D-ACD47CF39A45}" dt="2022-08-09T16:07:41.178" v="446"/>
          <ac:spMkLst>
            <pc:docMk/>
            <pc:sldMk cId="3914293493" sldId="276"/>
            <ac:spMk id="64" creationId="{8D06CE56-3881-4ADA-8CEF-D18B02C242A3}"/>
          </ac:spMkLst>
        </pc:spChg>
        <pc:spChg chg="add del">
          <ac:chgData name="Katie HARRISON" userId="S::kfharrison@wisc.edu::f5e22dcb-aa54-4825-b422-a6b74624f705" providerId="AD" clId="Web-{A8280BD8-41D7-CD6A-274D-ACD47CF39A45}" dt="2022-08-09T16:07:41.178" v="446"/>
          <ac:spMkLst>
            <pc:docMk/>
            <pc:sldMk cId="3914293493" sldId="276"/>
            <ac:spMk id="65" creationId="{79F3C543-62EC-4433-9C93-A2CD8764E9B4}"/>
          </ac:spMkLst>
        </pc:spChg>
        <pc:spChg chg="add del">
          <ac:chgData name="Katie HARRISON" userId="S::kfharrison@wisc.edu::f5e22dcb-aa54-4825-b422-a6b74624f705" providerId="AD" clId="Web-{A8280BD8-41D7-CD6A-274D-ACD47CF39A45}" dt="2022-08-09T16:07:41.178" v="446"/>
          <ac:spMkLst>
            <pc:docMk/>
            <pc:sldMk cId="3914293493" sldId="276"/>
            <ac:spMk id="66" creationId="{68AF5748-FED8-45BA-8631-26D1D10F3246}"/>
          </ac:spMkLst>
        </pc:spChg>
        <pc:spChg chg="add del">
          <ac:chgData name="Katie HARRISON" userId="S::kfharrison@wisc.edu::f5e22dcb-aa54-4825-b422-a6b74624f705" providerId="AD" clId="Web-{A8280BD8-41D7-CD6A-274D-ACD47CF39A45}" dt="2022-08-09T16:07:41.178" v="446"/>
          <ac:spMkLst>
            <pc:docMk/>
            <pc:sldMk cId="3914293493" sldId="276"/>
            <ac:spMk id="67" creationId="{AF2F604E-43BE-4DC3-B983-E071523364F8}"/>
          </ac:spMkLst>
        </pc:spChg>
        <pc:spChg chg="add del">
          <ac:chgData name="Katie HARRISON" userId="S::kfharrison@wisc.edu::f5e22dcb-aa54-4825-b422-a6b74624f705" providerId="AD" clId="Web-{A8280BD8-41D7-CD6A-274D-ACD47CF39A45}" dt="2022-08-09T16:07:41.178" v="446"/>
          <ac:spMkLst>
            <pc:docMk/>
            <pc:sldMk cId="3914293493" sldId="276"/>
            <ac:spMk id="68" creationId="{08C9B587-E65E-4B52-B37C-ABEBB6E87928}"/>
          </ac:spMkLst>
        </pc:spChg>
        <pc:spChg chg="add del">
          <ac:chgData name="Katie HARRISON" userId="S::kfharrison@wisc.edu::f5e22dcb-aa54-4825-b422-a6b74624f705" providerId="AD" clId="Web-{A8280BD8-41D7-CD6A-274D-ACD47CF39A45}" dt="2022-08-09T16:08:27.944" v="454"/>
          <ac:spMkLst>
            <pc:docMk/>
            <pc:sldMk cId="3914293493" sldId="276"/>
            <ac:spMk id="73" creationId="{8D06CE56-3881-4ADA-8CEF-D18B02C242A3}"/>
          </ac:spMkLst>
        </pc:spChg>
        <pc:spChg chg="add del">
          <ac:chgData name="Katie HARRISON" userId="S::kfharrison@wisc.edu::f5e22dcb-aa54-4825-b422-a6b74624f705" providerId="AD" clId="Web-{A8280BD8-41D7-CD6A-274D-ACD47CF39A45}" dt="2022-08-09T16:08:27.944" v="454"/>
          <ac:spMkLst>
            <pc:docMk/>
            <pc:sldMk cId="3914293493" sldId="276"/>
            <ac:spMk id="75" creationId="{79F3C543-62EC-4433-9C93-A2CD8764E9B4}"/>
          </ac:spMkLst>
        </pc:spChg>
        <pc:spChg chg="add del">
          <ac:chgData name="Katie HARRISON" userId="S::kfharrison@wisc.edu::f5e22dcb-aa54-4825-b422-a6b74624f705" providerId="AD" clId="Web-{A8280BD8-41D7-CD6A-274D-ACD47CF39A45}" dt="2022-08-09T16:08:27.944" v="454"/>
          <ac:spMkLst>
            <pc:docMk/>
            <pc:sldMk cId="3914293493" sldId="276"/>
            <ac:spMk id="77" creationId="{8EE94D8D-BC47-413E-91AB-A2FCCE172B57}"/>
          </ac:spMkLst>
        </pc:spChg>
        <pc:spChg chg="add del">
          <ac:chgData name="Katie HARRISON" userId="S::kfharrison@wisc.edu::f5e22dcb-aa54-4825-b422-a6b74624f705" providerId="AD" clId="Web-{A8280BD8-41D7-CD6A-274D-ACD47CF39A45}" dt="2022-08-09T16:08:27.944" v="454"/>
          <ac:spMkLst>
            <pc:docMk/>
            <pc:sldMk cId="3914293493" sldId="276"/>
            <ac:spMk id="79" creationId="{284A8429-F65A-490D-96E4-1158D3E8A026}"/>
          </ac:spMkLst>
        </pc:spChg>
        <pc:spChg chg="add del">
          <ac:chgData name="Katie HARRISON" userId="S::kfharrison@wisc.edu::f5e22dcb-aa54-4825-b422-a6b74624f705" providerId="AD" clId="Web-{A8280BD8-41D7-CD6A-274D-ACD47CF39A45}" dt="2022-08-09T16:08:27.944" v="454"/>
          <ac:spMkLst>
            <pc:docMk/>
            <pc:sldMk cId="3914293493" sldId="276"/>
            <ac:spMk id="81" creationId="{0F022291-A82B-4D23-A1E0-5F9BD684669E}"/>
          </ac:spMkLst>
        </pc:spChg>
        <pc:spChg chg="add del">
          <ac:chgData name="Katie HARRISON" userId="S::kfharrison@wisc.edu::f5e22dcb-aa54-4825-b422-a6b74624f705" providerId="AD" clId="Web-{A8280BD8-41D7-CD6A-274D-ACD47CF39A45}" dt="2022-08-09T16:08:47.320" v="456"/>
          <ac:spMkLst>
            <pc:docMk/>
            <pc:sldMk cId="3914293493" sldId="276"/>
            <ac:spMk id="86" creationId="{8D06CE56-3881-4ADA-8CEF-D18B02C242A3}"/>
          </ac:spMkLst>
        </pc:spChg>
        <pc:spChg chg="add del">
          <ac:chgData name="Katie HARRISON" userId="S::kfharrison@wisc.edu::f5e22dcb-aa54-4825-b422-a6b74624f705" providerId="AD" clId="Web-{A8280BD8-41D7-CD6A-274D-ACD47CF39A45}" dt="2022-08-09T16:08:47.320" v="456"/>
          <ac:spMkLst>
            <pc:docMk/>
            <pc:sldMk cId="3914293493" sldId="276"/>
            <ac:spMk id="88" creationId="{79F3C543-62EC-4433-9C93-A2CD8764E9B4}"/>
          </ac:spMkLst>
        </pc:spChg>
        <pc:spChg chg="add del">
          <ac:chgData name="Katie HARRISON" userId="S::kfharrison@wisc.edu::f5e22dcb-aa54-4825-b422-a6b74624f705" providerId="AD" clId="Web-{A8280BD8-41D7-CD6A-274D-ACD47CF39A45}" dt="2022-08-09T16:08:47.320" v="456"/>
          <ac:spMkLst>
            <pc:docMk/>
            <pc:sldMk cId="3914293493" sldId="276"/>
            <ac:spMk id="90" creationId="{C1A1C5D3-C053-4EE9-BE1A-419B6E27CCAE}"/>
          </ac:spMkLst>
        </pc:spChg>
        <pc:spChg chg="add del">
          <ac:chgData name="Katie HARRISON" userId="S::kfharrison@wisc.edu::f5e22dcb-aa54-4825-b422-a6b74624f705" providerId="AD" clId="Web-{A8280BD8-41D7-CD6A-274D-ACD47CF39A45}" dt="2022-08-09T16:08:47.320" v="456"/>
          <ac:spMkLst>
            <pc:docMk/>
            <pc:sldMk cId="3914293493" sldId="276"/>
            <ac:spMk id="92" creationId="{A3473CF9-37EB-43E7-89EF-D2D1C53D1DAC}"/>
          </ac:spMkLst>
        </pc:spChg>
        <pc:spChg chg="add del">
          <ac:chgData name="Katie HARRISON" userId="S::kfharrison@wisc.edu::f5e22dcb-aa54-4825-b422-a6b74624f705" providerId="AD" clId="Web-{A8280BD8-41D7-CD6A-274D-ACD47CF39A45}" dt="2022-08-09T16:08:47.320" v="456"/>
          <ac:spMkLst>
            <pc:docMk/>
            <pc:sldMk cId="3914293493" sldId="276"/>
            <ac:spMk id="94" creationId="{586B4EF9-43BA-4655-A6FF-1D8E21574C95}"/>
          </ac:spMkLst>
        </pc:spChg>
        <pc:picChg chg="add del mod ord modCrop">
          <ac:chgData name="Katie HARRISON" userId="S::kfharrison@wisc.edu::f5e22dcb-aa54-4825-b422-a6b74624f705" providerId="AD" clId="Web-{A8280BD8-41D7-CD6A-274D-ACD47CF39A45}" dt="2022-08-09T16:08:32.695" v="455"/>
          <ac:picMkLst>
            <pc:docMk/>
            <pc:sldMk cId="3914293493" sldId="276"/>
            <ac:picMk id="6" creationId="{0346AECE-0E56-332C-C323-2D1CB2F9E569}"/>
          </ac:picMkLst>
        </pc:picChg>
        <pc:picChg chg="add mod ord">
          <ac:chgData name="Katie HARRISON" userId="S::kfharrison@wisc.edu::f5e22dcb-aa54-4825-b422-a6b74624f705" providerId="AD" clId="Web-{A8280BD8-41D7-CD6A-274D-ACD47CF39A45}" dt="2022-08-09T16:09:22.962" v="464" actId="1076"/>
          <ac:picMkLst>
            <pc:docMk/>
            <pc:sldMk cId="3914293493" sldId="276"/>
            <ac:picMk id="10" creationId="{8E5E9249-6B9F-9BDB-74A1-AA5134886C57}"/>
          </ac:picMkLst>
        </pc:picChg>
      </pc:sldChg>
      <pc:sldChg chg="addSp delSp modSp new mod setBg modClrScheme delDesignElem chgLayout">
        <pc:chgData name="Katie HARRISON" userId="S::kfharrison@wisc.edu::f5e22dcb-aa54-4825-b422-a6b74624f705" providerId="AD" clId="Web-{A8280BD8-41D7-CD6A-274D-ACD47CF39A45}" dt="2022-08-09T13:45:28.977" v="254" actId="20577"/>
        <pc:sldMkLst>
          <pc:docMk/>
          <pc:sldMk cId="2280647287" sldId="277"/>
        </pc:sldMkLst>
        <pc:spChg chg="mod ord">
          <ac:chgData name="Katie HARRISON" userId="S::kfharrison@wisc.edu::f5e22dcb-aa54-4825-b422-a6b74624f705" providerId="AD" clId="Web-{A8280BD8-41D7-CD6A-274D-ACD47CF39A45}" dt="2022-08-09T13:45:28.977" v="254" actId="20577"/>
          <ac:spMkLst>
            <pc:docMk/>
            <pc:sldMk cId="2280647287" sldId="277"/>
            <ac:spMk id="2" creationId="{A431D0A4-EAFA-EFAA-C195-F9FCAB7542B1}"/>
          </ac:spMkLst>
        </pc:spChg>
        <pc:spChg chg="add del">
          <ac:chgData name="Katie HARRISON" userId="S::kfharrison@wisc.edu::f5e22dcb-aa54-4825-b422-a6b74624f705" providerId="AD" clId="Web-{A8280BD8-41D7-CD6A-274D-ACD47CF39A45}" dt="2022-08-09T13:27:25.159" v="89"/>
          <ac:spMkLst>
            <pc:docMk/>
            <pc:sldMk cId="2280647287" sldId="277"/>
            <ac:spMk id="3" creationId="{044EE2E1-CB00-B2BC-926B-382EB33FFC72}"/>
          </ac:spMkLst>
        </pc:spChg>
        <pc:spChg chg="del mod ord">
          <ac:chgData name="Katie HARRISON" userId="S::kfharrison@wisc.edu::f5e22dcb-aa54-4825-b422-a6b74624f705" providerId="AD" clId="Web-{A8280BD8-41D7-CD6A-274D-ACD47CF39A45}" dt="2022-08-09T13:45:13.305" v="245"/>
          <ac:spMkLst>
            <pc:docMk/>
            <pc:sldMk cId="2280647287" sldId="277"/>
            <ac:spMk id="4" creationId="{BC1D859D-85E7-DCB9-1AE5-08EF147BD36D}"/>
          </ac:spMkLst>
        </pc:spChg>
        <pc:spChg chg="add mod ord">
          <ac:chgData name="Katie HARRISON" userId="S::kfharrison@wisc.edu::f5e22dcb-aa54-4825-b422-a6b74624f705" providerId="AD" clId="Web-{A8280BD8-41D7-CD6A-274D-ACD47CF39A45}" dt="2022-08-09T13:45:06.024" v="244"/>
          <ac:spMkLst>
            <pc:docMk/>
            <pc:sldMk cId="2280647287" sldId="277"/>
            <ac:spMk id="5" creationId="{99C7D22F-59D3-3FA4-3A64-82808057B62D}"/>
          </ac:spMkLst>
        </pc:spChg>
        <pc:spChg chg="add del">
          <ac:chgData name="Katie HARRISON" userId="S::kfharrison@wisc.edu::f5e22dcb-aa54-4825-b422-a6b74624f705" providerId="AD" clId="Web-{A8280BD8-41D7-CD6A-274D-ACD47CF39A45}" dt="2022-08-09T13:27:25.144" v="88"/>
          <ac:spMkLst>
            <pc:docMk/>
            <pc:sldMk cId="2280647287" sldId="277"/>
            <ac:spMk id="9" creationId="{2D6FBB9D-1CAA-4D05-AB33-BABDFE17B843}"/>
          </ac:spMkLst>
        </pc:spChg>
        <pc:spChg chg="add del">
          <ac:chgData name="Katie HARRISON" userId="S::kfharrison@wisc.edu::f5e22dcb-aa54-4825-b422-a6b74624f705" providerId="AD" clId="Web-{A8280BD8-41D7-CD6A-274D-ACD47CF39A45}" dt="2022-08-09T13:27:25.144" v="88"/>
          <ac:spMkLst>
            <pc:docMk/>
            <pc:sldMk cId="2280647287" sldId="277"/>
            <ac:spMk id="11" creationId="{04727B71-B4B6-4823-80A1-68C40B475118}"/>
          </ac:spMkLst>
        </pc:spChg>
        <pc:spChg chg="add del">
          <ac:chgData name="Katie HARRISON" userId="S::kfharrison@wisc.edu::f5e22dcb-aa54-4825-b422-a6b74624f705" providerId="AD" clId="Web-{A8280BD8-41D7-CD6A-274D-ACD47CF39A45}" dt="2022-08-09T13:27:25.144" v="88"/>
          <ac:spMkLst>
            <pc:docMk/>
            <pc:sldMk cId="2280647287" sldId="277"/>
            <ac:spMk id="13" creationId="{79A6DB05-9FB5-4B07-8675-74C23D4FD89D}"/>
          </ac:spMkLst>
        </pc:spChg>
        <pc:spChg chg="add del">
          <ac:chgData name="Katie HARRISON" userId="S::kfharrison@wisc.edu::f5e22dcb-aa54-4825-b422-a6b74624f705" providerId="AD" clId="Web-{A8280BD8-41D7-CD6A-274D-ACD47CF39A45}" dt="2022-08-09T13:27:25.144" v="88"/>
          <ac:spMkLst>
            <pc:docMk/>
            <pc:sldMk cId="2280647287" sldId="277"/>
            <ac:spMk id="15" creationId="{B6D861F1-F386-4A7D-A4BF-3BEB82DEBA86}"/>
          </ac:spMkLst>
        </pc:spChg>
        <pc:spChg chg="add del">
          <ac:chgData name="Katie HARRISON" userId="S::kfharrison@wisc.edu::f5e22dcb-aa54-4825-b422-a6b74624f705" providerId="AD" clId="Web-{A8280BD8-41D7-CD6A-274D-ACD47CF39A45}" dt="2022-08-09T13:27:25.144" v="88"/>
          <ac:spMkLst>
            <pc:docMk/>
            <pc:sldMk cId="2280647287" sldId="277"/>
            <ac:spMk id="17" creationId="{562DFC44-A40C-4573-9230-B3EDB3EC8EEB}"/>
          </ac:spMkLst>
        </pc:spChg>
        <pc:spChg chg="add del">
          <ac:chgData name="Katie HARRISON" userId="S::kfharrison@wisc.edu::f5e22dcb-aa54-4825-b422-a6b74624f705" providerId="AD" clId="Web-{A8280BD8-41D7-CD6A-274D-ACD47CF39A45}" dt="2022-08-09T13:27:25.144" v="88"/>
          <ac:spMkLst>
            <pc:docMk/>
            <pc:sldMk cId="2280647287" sldId="277"/>
            <ac:spMk id="19" creationId="{15589D35-CF9F-4DE9-A792-8571A09E9BC9}"/>
          </ac:spMkLst>
        </pc:spChg>
        <pc:spChg chg="add del">
          <ac:chgData name="Katie HARRISON" userId="S::kfharrison@wisc.edu::f5e22dcb-aa54-4825-b422-a6b74624f705" providerId="AD" clId="Web-{A8280BD8-41D7-CD6A-274D-ACD47CF39A45}" dt="2022-08-09T13:45:06.024" v="244"/>
          <ac:spMkLst>
            <pc:docMk/>
            <pc:sldMk cId="2280647287" sldId="277"/>
            <ac:spMk id="21" creationId="{463EEC44-1BA3-44ED-81FC-A644B04B2A44}"/>
          </ac:spMkLst>
        </pc:spChg>
        <pc:spChg chg="add del">
          <ac:chgData name="Katie HARRISON" userId="S::kfharrison@wisc.edu::f5e22dcb-aa54-4825-b422-a6b74624f705" providerId="AD" clId="Web-{A8280BD8-41D7-CD6A-274D-ACD47CF39A45}" dt="2022-08-09T13:45:06.024" v="244"/>
          <ac:spMkLst>
            <pc:docMk/>
            <pc:sldMk cId="2280647287" sldId="277"/>
            <ac:spMk id="22" creationId="{2D6FBB9D-1CAA-4D05-AB33-BABDFE17B843}"/>
          </ac:spMkLst>
        </pc:spChg>
        <pc:spChg chg="add del">
          <ac:chgData name="Katie HARRISON" userId="S::kfharrison@wisc.edu::f5e22dcb-aa54-4825-b422-a6b74624f705" providerId="AD" clId="Web-{A8280BD8-41D7-CD6A-274D-ACD47CF39A45}" dt="2022-08-09T13:45:06.024" v="244"/>
          <ac:spMkLst>
            <pc:docMk/>
            <pc:sldMk cId="2280647287" sldId="277"/>
            <ac:spMk id="23" creationId="{04727B71-B4B6-4823-80A1-68C40B475118}"/>
          </ac:spMkLst>
        </pc:spChg>
        <pc:spChg chg="add del">
          <ac:chgData name="Katie HARRISON" userId="S::kfharrison@wisc.edu::f5e22dcb-aa54-4825-b422-a6b74624f705" providerId="AD" clId="Web-{A8280BD8-41D7-CD6A-274D-ACD47CF39A45}" dt="2022-08-09T13:45:06.024" v="244"/>
          <ac:spMkLst>
            <pc:docMk/>
            <pc:sldMk cId="2280647287" sldId="277"/>
            <ac:spMk id="24" creationId="{79A6DB05-9FB5-4B07-8675-74C23D4FD89D}"/>
          </ac:spMkLst>
        </pc:spChg>
        <pc:spChg chg="add del">
          <ac:chgData name="Katie HARRISON" userId="S::kfharrison@wisc.edu::f5e22dcb-aa54-4825-b422-a6b74624f705" providerId="AD" clId="Web-{A8280BD8-41D7-CD6A-274D-ACD47CF39A45}" dt="2022-08-09T13:45:06.024" v="244"/>
          <ac:spMkLst>
            <pc:docMk/>
            <pc:sldMk cId="2280647287" sldId="277"/>
            <ac:spMk id="25" creationId="{1C799903-48D5-4A31-A1A2-541072D9771E}"/>
          </ac:spMkLst>
        </pc:spChg>
        <pc:spChg chg="add del">
          <ac:chgData name="Katie HARRISON" userId="S::kfharrison@wisc.edu::f5e22dcb-aa54-4825-b422-a6b74624f705" providerId="AD" clId="Web-{A8280BD8-41D7-CD6A-274D-ACD47CF39A45}" dt="2022-08-09T13:45:06.024" v="244"/>
          <ac:spMkLst>
            <pc:docMk/>
            <pc:sldMk cId="2280647287" sldId="277"/>
            <ac:spMk id="26" creationId="{8EFFF109-FC58-4FD3-BE05-9775A1310F55}"/>
          </ac:spMkLst>
        </pc:spChg>
        <pc:spChg chg="add del">
          <ac:chgData name="Katie HARRISON" userId="S::kfharrison@wisc.edu::f5e22dcb-aa54-4825-b422-a6b74624f705" providerId="AD" clId="Web-{A8280BD8-41D7-CD6A-274D-ACD47CF39A45}" dt="2022-08-09T13:45:06.024" v="244"/>
          <ac:spMkLst>
            <pc:docMk/>
            <pc:sldMk cId="2280647287" sldId="277"/>
            <ac:spMk id="27" creationId="{E1B96AD6-92A9-4273-A62B-96A1C3E0BA95}"/>
          </ac:spMkLst>
        </pc:spChg>
      </pc:sldChg>
      <pc:sldChg chg="addSp delSp modSp new mod setBg">
        <pc:chgData name="Katie HARRISON" userId="S::kfharrison@wisc.edu::f5e22dcb-aa54-4825-b422-a6b74624f705" providerId="AD" clId="Web-{A8280BD8-41D7-CD6A-274D-ACD47CF39A45}" dt="2022-08-09T16:11:00.792" v="492" actId="20577"/>
        <pc:sldMkLst>
          <pc:docMk/>
          <pc:sldMk cId="4217288977" sldId="278"/>
        </pc:sldMkLst>
        <pc:spChg chg="mod">
          <ac:chgData name="Katie HARRISON" userId="S::kfharrison@wisc.edu::f5e22dcb-aa54-4825-b422-a6b74624f705" providerId="AD" clId="Web-{A8280BD8-41D7-CD6A-274D-ACD47CF39A45}" dt="2022-08-09T13:46:48.633" v="267" actId="20577"/>
          <ac:spMkLst>
            <pc:docMk/>
            <pc:sldMk cId="4217288977" sldId="278"/>
            <ac:spMk id="2" creationId="{51755DE1-86FC-18CD-79B3-173C74686B2C}"/>
          </ac:spMkLst>
        </pc:spChg>
        <pc:spChg chg="del">
          <ac:chgData name="Katie HARRISON" userId="S::kfharrison@wisc.edu::f5e22dcb-aa54-4825-b422-a6b74624f705" providerId="AD" clId="Web-{A8280BD8-41D7-CD6A-274D-ACD47CF39A45}" dt="2022-08-09T13:46:36.836" v="256"/>
          <ac:spMkLst>
            <pc:docMk/>
            <pc:sldMk cId="4217288977" sldId="278"/>
            <ac:spMk id="3" creationId="{14D54954-129C-DE4B-10FD-C500CCEC8706}"/>
          </ac:spMkLst>
        </pc:spChg>
        <pc:spChg chg="mod">
          <ac:chgData name="Katie HARRISON" userId="S::kfharrison@wisc.edu::f5e22dcb-aa54-4825-b422-a6b74624f705" providerId="AD" clId="Web-{A8280BD8-41D7-CD6A-274D-ACD47CF39A45}" dt="2022-08-09T16:11:00.792" v="492" actId="20577"/>
          <ac:spMkLst>
            <pc:docMk/>
            <pc:sldMk cId="4217288977" sldId="278"/>
            <ac:spMk id="4" creationId="{0865B941-E813-E6E3-B976-F5304E3CB369}"/>
          </ac:spMkLst>
        </pc:spChg>
        <pc:spChg chg="mod">
          <ac:chgData name="Katie HARRISON" userId="S::kfharrison@wisc.edu::f5e22dcb-aa54-4825-b422-a6b74624f705" providerId="AD" clId="Web-{A8280BD8-41D7-CD6A-274D-ACD47CF39A45}" dt="2022-08-09T13:46:36.836" v="256"/>
          <ac:spMkLst>
            <pc:docMk/>
            <pc:sldMk cId="4217288977" sldId="278"/>
            <ac:spMk id="5" creationId="{8DCB5333-F9BC-EDD2-321D-177A38F6556E}"/>
          </ac:spMkLst>
        </pc:spChg>
        <pc:spChg chg="add">
          <ac:chgData name="Katie HARRISON" userId="S::kfharrison@wisc.edu::f5e22dcb-aa54-4825-b422-a6b74624f705" providerId="AD" clId="Web-{A8280BD8-41D7-CD6A-274D-ACD47CF39A45}" dt="2022-08-09T13:46:36.836" v="256"/>
          <ac:spMkLst>
            <pc:docMk/>
            <pc:sldMk cId="4217288977" sldId="278"/>
            <ac:spMk id="10" creationId="{2D6FBB9D-1CAA-4D05-AB33-BABDFE17B843}"/>
          </ac:spMkLst>
        </pc:spChg>
        <pc:spChg chg="add">
          <ac:chgData name="Katie HARRISON" userId="S::kfharrison@wisc.edu::f5e22dcb-aa54-4825-b422-a6b74624f705" providerId="AD" clId="Web-{A8280BD8-41D7-CD6A-274D-ACD47CF39A45}" dt="2022-08-09T13:46:36.836" v="256"/>
          <ac:spMkLst>
            <pc:docMk/>
            <pc:sldMk cId="4217288977" sldId="278"/>
            <ac:spMk id="12" creationId="{04727B71-B4B6-4823-80A1-68C40B475118}"/>
          </ac:spMkLst>
        </pc:spChg>
        <pc:spChg chg="add">
          <ac:chgData name="Katie HARRISON" userId="S::kfharrison@wisc.edu::f5e22dcb-aa54-4825-b422-a6b74624f705" providerId="AD" clId="Web-{A8280BD8-41D7-CD6A-274D-ACD47CF39A45}" dt="2022-08-09T13:46:36.836" v="256"/>
          <ac:spMkLst>
            <pc:docMk/>
            <pc:sldMk cId="4217288977" sldId="278"/>
            <ac:spMk id="14" creationId="{79A6DB05-9FB5-4B07-8675-74C23D4FD89D}"/>
          </ac:spMkLst>
        </pc:spChg>
        <pc:spChg chg="add">
          <ac:chgData name="Katie HARRISON" userId="S::kfharrison@wisc.edu::f5e22dcb-aa54-4825-b422-a6b74624f705" providerId="AD" clId="Web-{A8280BD8-41D7-CD6A-274D-ACD47CF39A45}" dt="2022-08-09T13:46:36.836" v="256"/>
          <ac:spMkLst>
            <pc:docMk/>
            <pc:sldMk cId="4217288977" sldId="278"/>
            <ac:spMk id="16" creationId="{CBB2B1F0-0DD6-4744-9A46-7A344FB48E40}"/>
          </ac:spMkLst>
        </pc:spChg>
        <pc:spChg chg="add">
          <ac:chgData name="Katie HARRISON" userId="S::kfharrison@wisc.edu::f5e22dcb-aa54-4825-b422-a6b74624f705" providerId="AD" clId="Web-{A8280BD8-41D7-CD6A-274D-ACD47CF39A45}" dt="2022-08-09T13:46:36.836" v="256"/>
          <ac:spMkLst>
            <pc:docMk/>
            <pc:sldMk cId="4217288977" sldId="278"/>
            <ac:spMk id="18" creationId="{7A0B5DEA-ADF6-4BA5-9307-147F0A4685A0}"/>
          </ac:spMkLst>
        </pc:spChg>
        <pc:spChg chg="add">
          <ac:chgData name="Katie HARRISON" userId="S::kfharrison@wisc.edu::f5e22dcb-aa54-4825-b422-a6b74624f705" providerId="AD" clId="Web-{A8280BD8-41D7-CD6A-274D-ACD47CF39A45}" dt="2022-08-09T13:46:36.836" v="256"/>
          <ac:spMkLst>
            <pc:docMk/>
            <pc:sldMk cId="4217288977" sldId="278"/>
            <ac:spMk id="20" creationId="{9DECDBF4-02B6-4BB4-B65B-B8107AD6A9E8}"/>
          </ac:spMkLst>
        </pc:spChg>
      </pc:sldChg>
      <pc:sldMasterChg chg="mod modSldLayout">
        <pc:chgData name="Katie HARRISON" userId="S::kfharrison@wisc.edu::f5e22dcb-aa54-4825-b422-a6b74624f705" providerId="AD" clId="Web-{A8280BD8-41D7-CD6A-274D-ACD47CF39A45}" dt="2022-08-09T13:37:16.803" v="189"/>
        <pc:sldMasterMkLst>
          <pc:docMk/>
          <pc:sldMasterMk cId="2545246819" sldId="2147483711"/>
        </pc:sldMasterMkLst>
        <pc:sldLayoutChg chg="mod">
          <pc:chgData name="Katie HARRISON" userId="S::kfharrison@wisc.edu::f5e22dcb-aa54-4825-b422-a6b74624f705" providerId="AD" clId="Web-{A8280BD8-41D7-CD6A-274D-ACD47CF39A45}" dt="2022-08-09T13:37:16.803" v="189"/>
          <pc:sldLayoutMkLst>
            <pc:docMk/>
            <pc:sldMasterMk cId="2545246819" sldId="2147483711"/>
            <pc:sldLayoutMk cId="1270311202" sldId="2147483700"/>
          </pc:sldLayoutMkLst>
        </pc:sldLayoutChg>
        <pc:sldLayoutChg chg="mod">
          <pc:chgData name="Katie HARRISON" userId="S::kfharrison@wisc.edu::f5e22dcb-aa54-4825-b422-a6b74624f705" providerId="AD" clId="Web-{A8280BD8-41D7-CD6A-274D-ACD47CF39A45}" dt="2022-08-09T13:37:16.803" v="189"/>
          <pc:sldLayoutMkLst>
            <pc:docMk/>
            <pc:sldMasterMk cId="2545246819" sldId="2147483711"/>
            <pc:sldLayoutMk cId="2544601085" sldId="2147483701"/>
          </pc:sldLayoutMkLst>
        </pc:sldLayoutChg>
        <pc:sldLayoutChg chg="mod">
          <pc:chgData name="Katie HARRISON" userId="S::kfharrison@wisc.edu::f5e22dcb-aa54-4825-b422-a6b74624f705" providerId="AD" clId="Web-{A8280BD8-41D7-CD6A-274D-ACD47CF39A45}" dt="2022-08-09T13:37:16.803" v="189"/>
          <pc:sldLayoutMkLst>
            <pc:docMk/>
            <pc:sldMasterMk cId="2545246819" sldId="2147483711"/>
            <pc:sldLayoutMk cId="1595662154" sldId="2147483702"/>
          </pc:sldLayoutMkLst>
        </pc:sldLayoutChg>
        <pc:sldLayoutChg chg="mod">
          <pc:chgData name="Katie HARRISON" userId="S::kfharrison@wisc.edu::f5e22dcb-aa54-4825-b422-a6b74624f705" providerId="AD" clId="Web-{A8280BD8-41D7-CD6A-274D-ACD47CF39A45}" dt="2022-08-09T13:37:16.803" v="189"/>
          <pc:sldLayoutMkLst>
            <pc:docMk/>
            <pc:sldMasterMk cId="2545246819" sldId="2147483711"/>
            <pc:sldLayoutMk cId="3876635383" sldId="2147483703"/>
          </pc:sldLayoutMkLst>
        </pc:sldLayoutChg>
        <pc:sldLayoutChg chg="mod">
          <pc:chgData name="Katie HARRISON" userId="S::kfharrison@wisc.edu::f5e22dcb-aa54-4825-b422-a6b74624f705" providerId="AD" clId="Web-{A8280BD8-41D7-CD6A-274D-ACD47CF39A45}" dt="2022-08-09T13:37:16.803" v="189"/>
          <pc:sldLayoutMkLst>
            <pc:docMk/>
            <pc:sldMasterMk cId="2545246819" sldId="2147483711"/>
            <pc:sldLayoutMk cId="438883660" sldId="2147483704"/>
          </pc:sldLayoutMkLst>
        </pc:sldLayoutChg>
        <pc:sldLayoutChg chg="mod">
          <pc:chgData name="Katie HARRISON" userId="S::kfharrison@wisc.edu::f5e22dcb-aa54-4825-b422-a6b74624f705" providerId="AD" clId="Web-{A8280BD8-41D7-CD6A-274D-ACD47CF39A45}" dt="2022-08-09T13:37:16.803" v="189"/>
          <pc:sldLayoutMkLst>
            <pc:docMk/>
            <pc:sldMasterMk cId="2545246819" sldId="2147483711"/>
            <pc:sldLayoutMk cId="1883303484" sldId="2147483705"/>
          </pc:sldLayoutMkLst>
        </pc:sldLayoutChg>
        <pc:sldLayoutChg chg="mod">
          <pc:chgData name="Katie HARRISON" userId="S::kfharrison@wisc.edu::f5e22dcb-aa54-4825-b422-a6b74624f705" providerId="AD" clId="Web-{A8280BD8-41D7-CD6A-274D-ACD47CF39A45}" dt="2022-08-09T13:37:16.803" v="189"/>
          <pc:sldLayoutMkLst>
            <pc:docMk/>
            <pc:sldMasterMk cId="2545246819" sldId="2147483711"/>
            <pc:sldLayoutMk cId="1028550258" sldId="2147483706"/>
          </pc:sldLayoutMkLst>
        </pc:sldLayoutChg>
        <pc:sldLayoutChg chg="mod">
          <pc:chgData name="Katie HARRISON" userId="S::kfharrison@wisc.edu::f5e22dcb-aa54-4825-b422-a6b74624f705" providerId="AD" clId="Web-{A8280BD8-41D7-CD6A-274D-ACD47CF39A45}" dt="2022-08-09T13:37:16.803" v="189"/>
          <pc:sldLayoutMkLst>
            <pc:docMk/>
            <pc:sldMasterMk cId="2545246819" sldId="2147483711"/>
            <pc:sldLayoutMk cId="240046664" sldId="2147483707"/>
          </pc:sldLayoutMkLst>
        </pc:sldLayoutChg>
        <pc:sldLayoutChg chg="mod">
          <pc:chgData name="Katie HARRISON" userId="S::kfharrison@wisc.edu::f5e22dcb-aa54-4825-b422-a6b74624f705" providerId="AD" clId="Web-{A8280BD8-41D7-CD6A-274D-ACD47CF39A45}" dt="2022-08-09T13:37:16.803" v="189"/>
          <pc:sldLayoutMkLst>
            <pc:docMk/>
            <pc:sldMasterMk cId="2545246819" sldId="2147483711"/>
            <pc:sldLayoutMk cId="4017093653" sldId="2147483708"/>
          </pc:sldLayoutMkLst>
        </pc:sldLayoutChg>
        <pc:sldLayoutChg chg="mod">
          <pc:chgData name="Katie HARRISON" userId="S::kfharrison@wisc.edu::f5e22dcb-aa54-4825-b422-a6b74624f705" providerId="AD" clId="Web-{A8280BD8-41D7-CD6A-274D-ACD47CF39A45}" dt="2022-08-09T13:37:16.803" v="189"/>
          <pc:sldLayoutMkLst>
            <pc:docMk/>
            <pc:sldMasterMk cId="2545246819" sldId="2147483711"/>
            <pc:sldLayoutMk cId="121768661" sldId="2147483709"/>
          </pc:sldLayoutMkLst>
        </pc:sldLayoutChg>
        <pc:sldLayoutChg chg="mod">
          <pc:chgData name="Katie HARRISON" userId="S::kfharrison@wisc.edu::f5e22dcb-aa54-4825-b422-a6b74624f705" providerId="AD" clId="Web-{A8280BD8-41D7-CD6A-274D-ACD47CF39A45}" dt="2022-08-09T13:37:16.803" v="189"/>
          <pc:sldLayoutMkLst>
            <pc:docMk/>
            <pc:sldMasterMk cId="2545246819" sldId="2147483711"/>
            <pc:sldLayoutMk cId="3772842997" sldId="2147483710"/>
          </pc:sldLayoutMkLst>
        </pc:sldLayoutChg>
      </pc:sldMasterChg>
    </pc:docChg>
  </pc:docChgLst>
  <pc:docChgLst>
    <pc:chgData name="Katie HARRISON" userId="S::kfharrison@wisc.edu::f5e22dcb-aa54-4825-b422-a6b74624f705" providerId="AD" clId="Web-{1BA45209-CC11-F80A-2389-AC39391C7108}"/>
    <pc:docChg chg="addSld modSld">
      <pc:chgData name="Katie HARRISON" userId="S::kfharrison@wisc.edu::f5e22dcb-aa54-4825-b422-a6b74624f705" providerId="AD" clId="Web-{1BA45209-CC11-F80A-2389-AC39391C7108}" dt="2022-08-14T19:40:37.334" v="191" actId="1076"/>
      <pc:docMkLst>
        <pc:docMk/>
      </pc:docMkLst>
      <pc:sldChg chg="addSp delSp modSp">
        <pc:chgData name="Katie HARRISON" userId="S::kfharrison@wisc.edu::f5e22dcb-aa54-4825-b422-a6b74624f705" providerId="AD" clId="Web-{1BA45209-CC11-F80A-2389-AC39391C7108}" dt="2022-08-14T18:51:17.947" v="126" actId="20577"/>
        <pc:sldMkLst>
          <pc:docMk/>
          <pc:sldMk cId="1006650640" sldId="280"/>
        </pc:sldMkLst>
        <pc:spChg chg="add mod">
          <ac:chgData name="Katie HARRISON" userId="S::kfharrison@wisc.edu::f5e22dcb-aa54-4825-b422-a6b74624f705" providerId="AD" clId="Web-{1BA45209-CC11-F80A-2389-AC39391C7108}" dt="2022-08-14T18:51:17.947" v="126" actId="20577"/>
          <ac:spMkLst>
            <pc:docMk/>
            <pc:sldMk cId="1006650640" sldId="280"/>
            <ac:spMk id="4" creationId="{777D1173-2998-FCEE-C31B-D961027E54B0}"/>
          </ac:spMkLst>
        </pc:spChg>
        <pc:spChg chg="add del mod">
          <ac:chgData name="Katie HARRISON" userId="S::kfharrison@wisc.edu::f5e22dcb-aa54-4825-b422-a6b74624f705" providerId="AD" clId="Web-{1BA45209-CC11-F80A-2389-AC39391C7108}" dt="2022-08-14T18:41:37.028" v="21"/>
          <ac:spMkLst>
            <pc:docMk/>
            <pc:sldMk cId="1006650640" sldId="280"/>
            <ac:spMk id="8" creationId="{37F0425F-909D-4C19-B7FD-8DE86D8CF75C}"/>
          </ac:spMkLst>
        </pc:spChg>
      </pc:sldChg>
      <pc:sldChg chg="modSp delCm modCm">
        <pc:chgData name="Katie HARRISON" userId="S::kfharrison@wisc.edu::f5e22dcb-aa54-4825-b422-a6b74624f705" providerId="AD" clId="Web-{1BA45209-CC11-F80A-2389-AC39391C7108}" dt="2022-08-14T19:30:45.613" v="150"/>
        <pc:sldMkLst>
          <pc:docMk/>
          <pc:sldMk cId="608946128" sldId="281"/>
        </pc:sldMkLst>
        <pc:spChg chg="mod">
          <ac:chgData name="Katie HARRISON" userId="S::kfharrison@wisc.edu::f5e22dcb-aa54-4825-b422-a6b74624f705" providerId="AD" clId="Web-{1BA45209-CC11-F80A-2389-AC39391C7108}" dt="2022-08-14T19:30:37.910" v="149" actId="20577"/>
          <ac:spMkLst>
            <pc:docMk/>
            <pc:sldMk cId="608946128" sldId="281"/>
            <ac:spMk id="5" creationId="{F152EBBB-DF7A-3D9C-0CEE-2A40FBC7A427}"/>
          </ac:spMkLst>
        </pc:spChg>
      </pc:sldChg>
      <pc:sldChg chg="addSp delSp modSp">
        <pc:chgData name="Katie HARRISON" userId="S::kfharrison@wisc.edu::f5e22dcb-aa54-4825-b422-a6b74624f705" providerId="AD" clId="Web-{1BA45209-CC11-F80A-2389-AC39391C7108}" dt="2022-08-14T19:40:37.334" v="191" actId="1076"/>
        <pc:sldMkLst>
          <pc:docMk/>
          <pc:sldMk cId="1183662717" sldId="282"/>
        </pc:sldMkLst>
        <pc:spChg chg="del mod">
          <ac:chgData name="Katie HARRISON" userId="S::kfharrison@wisc.edu::f5e22dcb-aa54-4825-b422-a6b74624f705" providerId="AD" clId="Web-{1BA45209-CC11-F80A-2389-AC39391C7108}" dt="2022-08-14T19:38:39.163" v="154"/>
          <ac:spMkLst>
            <pc:docMk/>
            <pc:sldMk cId="1183662717" sldId="282"/>
            <ac:spMk id="3" creationId="{36931A9B-4271-B7F1-E87B-049306F5F5F5}"/>
          </ac:spMkLst>
        </pc:spChg>
        <pc:spChg chg="mod">
          <ac:chgData name="Katie HARRISON" userId="S::kfharrison@wisc.edu::f5e22dcb-aa54-4825-b422-a6b74624f705" providerId="AD" clId="Web-{1BA45209-CC11-F80A-2389-AC39391C7108}" dt="2022-08-14T19:39:36.287" v="176" actId="20577"/>
          <ac:spMkLst>
            <pc:docMk/>
            <pc:sldMk cId="1183662717" sldId="282"/>
            <ac:spMk id="4" creationId="{E81A02D8-BB7A-BDF1-9DB1-E97BA6501694}"/>
          </ac:spMkLst>
        </pc:spChg>
        <pc:spChg chg="add mod">
          <ac:chgData name="Katie HARRISON" userId="S::kfharrison@wisc.edu::f5e22dcb-aa54-4825-b422-a6b74624f705" providerId="AD" clId="Web-{1BA45209-CC11-F80A-2389-AC39391C7108}" dt="2022-08-14T19:40:08.334" v="187" actId="1076"/>
          <ac:spMkLst>
            <pc:docMk/>
            <pc:sldMk cId="1183662717" sldId="282"/>
            <ac:spMk id="7" creationId="{DCA512CF-41D8-E3CC-681F-717EB6D77EDE}"/>
          </ac:spMkLst>
        </pc:spChg>
        <pc:graphicFrameChg chg="add mod modGraphic">
          <ac:chgData name="Katie HARRISON" userId="S::kfharrison@wisc.edu::f5e22dcb-aa54-4825-b422-a6b74624f705" providerId="AD" clId="Web-{1BA45209-CC11-F80A-2389-AC39391C7108}" dt="2022-08-14T19:40:37.334" v="191" actId="1076"/>
          <ac:graphicFrameMkLst>
            <pc:docMk/>
            <pc:sldMk cId="1183662717" sldId="282"/>
            <ac:graphicFrameMk id="8" creationId="{56F05C0C-5189-8DED-C741-5DA17E2929F1}"/>
          </ac:graphicFrameMkLst>
        </pc:graphicFrameChg>
        <pc:picChg chg="add mod">
          <ac:chgData name="Katie HARRISON" userId="S::kfharrison@wisc.edu::f5e22dcb-aa54-4825-b422-a6b74624f705" providerId="AD" clId="Web-{1BA45209-CC11-F80A-2389-AC39391C7108}" dt="2022-08-14T19:39:12.600" v="163" actId="1076"/>
          <ac:picMkLst>
            <pc:docMk/>
            <pc:sldMk cId="1183662717" sldId="282"/>
            <ac:picMk id="2" creationId="{79424548-F976-717A-A5CA-4B3B2D534577}"/>
          </ac:picMkLst>
        </pc:picChg>
      </pc:sldChg>
      <pc:sldChg chg="modSp">
        <pc:chgData name="Katie HARRISON" userId="S::kfharrison@wisc.edu::f5e22dcb-aa54-4825-b422-a6b74624f705" providerId="AD" clId="Web-{1BA45209-CC11-F80A-2389-AC39391C7108}" dt="2022-08-14T18:46:11.339" v="124" actId="20577"/>
        <pc:sldMkLst>
          <pc:docMk/>
          <pc:sldMk cId="566026939" sldId="283"/>
        </pc:sldMkLst>
        <pc:spChg chg="mod">
          <ac:chgData name="Katie HARRISON" userId="S::kfharrison@wisc.edu::f5e22dcb-aa54-4825-b422-a6b74624f705" providerId="AD" clId="Web-{1BA45209-CC11-F80A-2389-AC39391C7108}" dt="2022-08-14T18:46:11.339" v="124" actId="20577"/>
          <ac:spMkLst>
            <pc:docMk/>
            <pc:sldMk cId="566026939" sldId="283"/>
            <ac:spMk id="4" creationId="{611A08B0-42CF-C8EF-C314-EAD4C06549BF}"/>
          </ac:spMkLst>
        </pc:spChg>
      </pc:sldChg>
      <pc:sldChg chg="addSp delSp modSp new mod setBg modClrScheme chgLayout">
        <pc:chgData name="Katie HARRISON" userId="S::kfharrison@wisc.edu::f5e22dcb-aa54-4825-b422-a6b74624f705" providerId="AD" clId="Web-{1BA45209-CC11-F80A-2389-AC39391C7108}" dt="2022-08-14T18:54:00.258" v="139"/>
        <pc:sldMkLst>
          <pc:docMk/>
          <pc:sldMk cId="2342094520" sldId="286"/>
        </pc:sldMkLst>
        <pc:spChg chg="mod ord">
          <ac:chgData name="Katie HARRISON" userId="S::kfharrison@wisc.edu::f5e22dcb-aa54-4825-b422-a6b74624f705" providerId="AD" clId="Web-{1BA45209-CC11-F80A-2389-AC39391C7108}" dt="2022-08-14T18:54:00.258" v="139"/>
          <ac:spMkLst>
            <pc:docMk/>
            <pc:sldMk cId="2342094520" sldId="286"/>
            <ac:spMk id="2" creationId="{6CB7FFEA-61A6-01C6-321A-CB16A6682963}"/>
          </ac:spMkLst>
        </pc:spChg>
        <pc:spChg chg="del">
          <ac:chgData name="Katie HARRISON" userId="S::kfharrison@wisc.edu::f5e22dcb-aa54-4825-b422-a6b74624f705" providerId="AD" clId="Web-{1BA45209-CC11-F80A-2389-AC39391C7108}" dt="2022-08-14T18:53:38.399" v="128"/>
          <ac:spMkLst>
            <pc:docMk/>
            <pc:sldMk cId="2342094520" sldId="286"/>
            <ac:spMk id="3" creationId="{70E4F7E2-19E9-DA01-029B-6E4A612E7428}"/>
          </ac:spMkLst>
        </pc:spChg>
        <pc:spChg chg="mod ord">
          <ac:chgData name="Katie HARRISON" userId="S::kfharrison@wisc.edu::f5e22dcb-aa54-4825-b422-a6b74624f705" providerId="AD" clId="Web-{1BA45209-CC11-F80A-2389-AC39391C7108}" dt="2022-08-14T18:54:00.258" v="139"/>
          <ac:spMkLst>
            <pc:docMk/>
            <pc:sldMk cId="2342094520" sldId="286"/>
            <ac:spMk id="4" creationId="{1F39FDCA-D348-E740-A57C-C34DEE417B2D}"/>
          </ac:spMkLst>
        </pc:spChg>
        <pc:spChg chg="add">
          <ac:chgData name="Katie HARRISON" userId="S::kfharrison@wisc.edu::f5e22dcb-aa54-4825-b422-a6b74624f705" providerId="AD" clId="Web-{1BA45209-CC11-F80A-2389-AC39391C7108}" dt="2022-08-14T18:54:00.258" v="139"/>
          <ac:spMkLst>
            <pc:docMk/>
            <pc:sldMk cId="2342094520" sldId="286"/>
            <ac:spMk id="9" creationId="{8D06CE56-3881-4ADA-8CEF-D18B02C242A3}"/>
          </ac:spMkLst>
        </pc:spChg>
        <pc:spChg chg="add">
          <ac:chgData name="Katie HARRISON" userId="S::kfharrison@wisc.edu::f5e22dcb-aa54-4825-b422-a6b74624f705" providerId="AD" clId="Web-{1BA45209-CC11-F80A-2389-AC39391C7108}" dt="2022-08-14T18:54:00.258" v="139"/>
          <ac:spMkLst>
            <pc:docMk/>
            <pc:sldMk cId="2342094520" sldId="286"/>
            <ac:spMk id="11" creationId="{79F3C543-62EC-4433-9C93-A2CD8764E9B4}"/>
          </ac:spMkLst>
        </pc:spChg>
        <pc:spChg chg="add">
          <ac:chgData name="Katie HARRISON" userId="S::kfharrison@wisc.edu::f5e22dcb-aa54-4825-b422-a6b74624f705" providerId="AD" clId="Web-{1BA45209-CC11-F80A-2389-AC39391C7108}" dt="2022-08-14T18:54:00.258" v="139"/>
          <ac:spMkLst>
            <pc:docMk/>
            <pc:sldMk cId="2342094520" sldId="286"/>
            <ac:spMk id="13" creationId="{FFD48BC7-DC40-47DE-87EE-9F4B6ECB9ABB}"/>
          </ac:spMkLst>
        </pc:spChg>
        <pc:spChg chg="add">
          <ac:chgData name="Katie HARRISON" userId="S::kfharrison@wisc.edu::f5e22dcb-aa54-4825-b422-a6b74624f705" providerId="AD" clId="Web-{1BA45209-CC11-F80A-2389-AC39391C7108}" dt="2022-08-14T18:54:00.258" v="139"/>
          <ac:spMkLst>
            <pc:docMk/>
            <pc:sldMk cId="2342094520" sldId="286"/>
            <ac:spMk id="15" creationId="{E502BBC7-2C76-46F3-BC24-5985BC13DB88}"/>
          </ac:spMkLst>
        </pc:spChg>
        <pc:spChg chg="add">
          <ac:chgData name="Katie HARRISON" userId="S::kfharrison@wisc.edu::f5e22dcb-aa54-4825-b422-a6b74624f705" providerId="AD" clId="Web-{1BA45209-CC11-F80A-2389-AC39391C7108}" dt="2022-08-14T18:54:00.258" v="139"/>
          <ac:spMkLst>
            <pc:docMk/>
            <pc:sldMk cId="2342094520" sldId="286"/>
            <ac:spMk id="17" creationId="{9C45F024-2468-4D8A-9E11-BB2B1E0A3B37}"/>
          </ac:spMkLst>
        </pc:spChg>
        <pc:spChg chg="add">
          <ac:chgData name="Katie HARRISON" userId="S::kfharrison@wisc.edu::f5e22dcb-aa54-4825-b422-a6b74624f705" providerId="AD" clId="Web-{1BA45209-CC11-F80A-2389-AC39391C7108}" dt="2022-08-14T18:54:00.258" v="139"/>
          <ac:spMkLst>
            <pc:docMk/>
            <pc:sldMk cId="2342094520" sldId="286"/>
            <ac:spMk id="19" creationId="{3629484E-3792-4B3D-89AD-7C8A1ED0E0D4}"/>
          </ac:spMkLst>
        </pc:spChg>
      </pc:sldChg>
    </pc:docChg>
  </pc:docChgLst>
  <pc:docChgLst>
    <pc:chgData name="Katie HARRISON" userId="S::kfharrison@wisc.edu::f5e22dcb-aa54-4825-b422-a6b74624f705" providerId="AD" clId="Web-{9CF5CA1F-3359-DC7B-11C4-109303285529}"/>
    <pc:docChg chg="addSld delSld modSld">
      <pc:chgData name="Katie HARRISON" userId="S::kfharrison@wisc.edu::f5e22dcb-aa54-4825-b422-a6b74624f705" providerId="AD" clId="Web-{9CF5CA1F-3359-DC7B-11C4-109303285529}" dt="2022-08-14T13:29:32.489" v="227" actId="20577"/>
      <pc:docMkLst>
        <pc:docMk/>
      </pc:docMkLst>
      <pc:sldChg chg="addSp delSp modSp">
        <pc:chgData name="Katie HARRISON" userId="S::kfharrison@wisc.edu::f5e22dcb-aa54-4825-b422-a6b74624f705" providerId="AD" clId="Web-{9CF5CA1F-3359-DC7B-11C4-109303285529}" dt="2022-08-14T13:21:14.863" v="53" actId="20577"/>
        <pc:sldMkLst>
          <pc:docMk/>
          <pc:sldMk cId="2509158788" sldId="259"/>
        </pc:sldMkLst>
        <pc:spChg chg="ord">
          <ac:chgData name="Katie HARRISON" userId="S::kfharrison@wisc.edu::f5e22dcb-aa54-4825-b422-a6b74624f705" providerId="AD" clId="Web-{9CF5CA1F-3359-DC7B-11C4-109303285529}" dt="2022-08-14T13:18:16.222" v="35"/>
          <ac:spMkLst>
            <pc:docMk/>
            <pc:sldMk cId="2509158788" sldId="259"/>
            <ac:spMk id="2" creationId="{6334FFBF-4AE8-1EA1-F780-D6603094931D}"/>
          </ac:spMkLst>
        </pc:spChg>
        <pc:spChg chg="mod">
          <ac:chgData name="Katie HARRISON" userId="S::kfharrison@wisc.edu::f5e22dcb-aa54-4825-b422-a6b74624f705" providerId="AD" clId="Web-{9CF5CA1F-3359-DC7B-11C4-109303285529}" dt="2022-08-14T13:18:30.831" v="38" actId="20577"/>
          <ac:spMkLst>
            <pc:docMk/>
            <pc:sldMk cId="2509158788" sldId="259"/>
            <ac:spMk id="3" creationId="{15E21F0B-0442-2631-044F-733244555DA4}"/>
          </ac:spMkLst>
        </pc:spChg>
        <pc:spChg chg="mod ord">
          <ac:chgData name="Katie HARRISON" userId="S::kfharrison@wisc.edu::f5e22dcb-aa54-4825-b422-a6b74624f705" providerId="AD" clId="Web-{9CF5CA1F-3359-DC7B-11C4-109303285529}" dt="2022-08-14T13:18:16.222" v="35"/>
          <ac:spMkLst>
            <pc:docMk/>
            <pc:sldMk cId="2509158788" sldId="259"/>
            <ac:spMk id="4" creationId="{05DB6340-162A-4892-7705-8487110AA7DD}"/>
          </ac:spMkLst>
        </pc:spChg>
        <pc:spChg chg="mod">
          <ac:chgData name="Katie HARRISON" userId="S::kfharrison@wisc.edu::f5e22dcb-aa54-4825-b422-a6b74624f705" providerId="AD" clId="Web-{9CF5CA1F-3359-DC7B-11C4-109303285529}" dt="2022-08-14T13:21:14.863" v="53" actId="20577"/>
          <ac:spMkLst>
            <pc:docMk/>
            <pc:sldMk cId="2509158788" sldId="259"/>
            <ac:spMk id="6" creationId="{26E627B6-E347-D3BC-C8F1-679C9298787D}"/>
          </ac:spMkLst>
        </pc:spChg>
        <pc:spChg chg="del">
          <ac:chgData name="Katie HARRISON" userId="S::kfharrison@wisc.edu::f5e22dcb-aa54-4825-b422-a6b74624f705" providerId="AD" clId="Web-{9CF5CA1F-3359-DC7B-11C4-109303285529}" dt="2022-08-14T13:18:16.222" v="35"/>
          <ac:spMkLst>
            <pc:docMk/>
            <pc:sldMk cId="2509158788" sldId="259"/>
            <ac:spMk id="25" creationId="{84ECDE7A-6944-466D-8FFE-149A29BA6BAE}"/>
          </ac:spMkLst>
        </pc:spChg>
        <pc:spChg chg="del">
          <ac:chgData name="Katie HARRISON" userId="S::kfharrison@wisc.edu::f5e22dcb-aa54-4825-b422-a6b74624f705" providerId="AD" clId="Web-{9CF5CA1F-3359-DC7B-11C4-109303285529}" dt="2022-08-14T13:18:16.222" v="35"/>
          <ac:spMkLst>
            <pc:docMk/>
            <pc:sldMk cId="2509158788" sldId="259"/>
            <ac:spMk id="34" creationId="{768EB4DD-3704-43AD-92B3-C4E0C6EA92CB}"/>
          </ac:spMkLst>
        </pc:spChg>
        <pc:spChg chg="del">
          <ac:chgData name="Katie HARRISON" userId="S::kfharrison@wisc.edu::f5e22dcb-aa54-4825-b422-a6b74624f705" providerId="AD" clId="Web-{9CF5CA1F-3359-DC7B-11C4-109303285529}" dt="2022-08-14T13:18:16.222" v="35"/>
          <ac:spMkLst>
            <pc:docMk/>
            <pc:sldMk cId="2509158788" sldId="259"/>
            <ac:spMk id="42" creationId="{B3420082-9415-44EC-802E-C77D71D59C57}"/>
          </ac:spMkLst>
        </pc:spChg>
        <pc:spChg chg="del">
          <ac:chgData name="Katie HARRISON" userId="S::kfharrison@wisc.edu::f5e22dcb-aa54-4825-b422-a6b74624f705" providerId="AD" clId="Web-{9CF5CA1F-3359-DC7B-11C4-109303285529}" dt="2022-08-14T13:18:16.222" v="35"/>
          <ac:spMkLst>
            <pc:docMk/>
            <pc:sldMk cId="2509158788" sldId="259"/>
            <ac:spMk id="43" creationId="{55A52C45-1FCB-4636-A80F-2849B8226C01}"/>
          </ac:spMkLst>
        </pc:spChg>
        <pc:spChg chg="add">
          <ac:chgData name="Katie HARRISON" userId="S::kfharrison@wisc.edu::f5e22dcb-aa54-4825-b422-a6b74624f705" providerId="AD" clId="Web-{9CF5CA1F-3359-DC7B-11C4-109303285529}" dt="2022-08-14T13:18:16.222" v="35"/>
          <ac:spMkLst>
            <pc:docMk/>
            <pc:sldMk cId="2509158788" sldId="259"/>
            <ac:spMk id="45" creationId="{385E1BDC-A9B0-4A87-82E3-F3187F69A802}"/>
          </ac:spMkLst>
        </pc:spChg>
        <pc:spChg chg="add">
          <ac:chgData name="Katie HARRISON" userId="S::kfharrison@wisc.edu::f5e22dcb-aa54-4825-b422-a6b74624f705" providerId="AD" clId="Web-{9CF5CA1F-3359-DC7B-11C4-109303285529}" dt="2022-08-14T13:18:16.222" v="35"/>
          <ac:spMkLst>
            <pc:docMk/>
            <pc:sldMk cId="2509158788" sldId="259"/>
            <ac:spMk id="47" creationId="{0990C621-3B8B-4820-8328-D47EF7CE823C}"/>
          </ac:spMkLst>
        </pc:spChg>
        <pc:spChg chg="add">
          <ac:chgData name="Katie HARRISON" userId="S::kfharrison@wisc.edu::f5e22dcb-aa54-4825-b422-a6b74624f705" providerId="AD" clId="Web-{9CF5CA1F-3359-DC7B-11C4-109303285529}" dt="2022-08-14T13:18:16.222" v="35"/>
          <ac:spMkLst>
            <pc:docMk/>
            <pc:sldMk cId="2509158788" sldId="259"/>
            <ac:spMk id="49" creationId="{C1A2385B-1D2A-4E17-84FA-6CB7F0AAE473}"/>
          </ac:spMkLst>
        </pc:spChg>
        <pc:spChg chg="add">
          <ac:chgData name="Katie HARRISON" userId="S::kfharrison@wisc.edu::f5e22dcb-aa54-4825-b422-a6b74624f705" providerId="AD" clId="Web-{9CF5CA1F-3359-DC7B-11C4-109303285529}" dt="2022-08-14T13:18:16.222" v="35"/>
          <ac:spMkLst>
            <pc:docMk/>
            <pc:sldMk cId="2509158788" sldId="259"/>
            <ac:spMk id="51" creationId="{5E791F2F-79DB-4CC0-9FA1-001E3E91E8B7}"/>
          </ac:spMkLst>
        </pc:spChg>
        <pc:picChg chg="del">
          <ac:chgData name="Katie HARRISON" userId="S::kfharrison@wisc.edu::f5e22dcb-aa54-4825-b422-a6b74624f705" providerId="AD" clId="Web-{9CF5CA1F-3359-DC7B-11C4-109303285529}" dt="2022-08-14T13:14:35.815" v="6"/>
          <ac:picMkLst>
            <pc:docMk/>
            <pc:sldMk cId="2509158788" sldId="259"/>
            <ac:picMk id="5" creationId="{F64732B0-743E-0C1A-7EC9-89857311D657}"/>
          </ac:picMkLst>
        </pc:picChg>
        <pc:picChg chg="add del mod">
          <ac:chgData name="Katie HARRISON" userId="S::kfharrison@wisc.edu::f5e22dcb-aa54-4825-b422-a6b74624f705" providerId="AD" clId="Web-{9CF5CA1F-3359-DC7B-11C4-109303285529}" dt="2022-08-14T13:14:59.018" v="15"/>
          <ac:picMkLst>
            <pc:docMk/>
            <pc:sldMk cId="2509158788" sldId="259"/>
            <ac:picMk id="7" creationId="{159DD81B-1E62-339F-6844-5984B2FBB3E1}"/>
          </ac:picMkLst>
        </pc:picChg>
        <pc:picChg chg="add del mod">
          <ac:chgData name="Katie HARRISON" userId="S::kfharrison@wisc.edu::f5e22dcb-aa54-4825-b422-a6b74624f705" providerId="AD" clId="Web-{9CF5CA1F-3359-DC7B-11C4-109303285529}" dt="2022-08-14T13:15:09.925" v="17"/>
          <ac:picMkLst>
            <pc:docMk/>
            <pc:sldMk cId="2509158788" sldId="259"/>
            <ac:picMk id="8" creationId="{B7C2982E-F88F-66EF-3B64-FE43C3FF991F}"/>
          </ac:picMkLst>
        </pc:picChg>
        <pc:picChg chg="add del mod">
          <ac:chgData name="Katie HARRISON" userId="S::kfharrison@wisc.edu::f5e22dcb-aa54-4825-b422-a6b74624f705" providerId="AD" clId="Web-{9CF5CA1F-3359-DC7B-11C4-109303285529}" dt="2022-08-14T13:15:08.097" v="16"/>
          <ac:picMkLst>
            <pc:docMk/>
            <pc:sldMk cId="2509158788" sldId="259"/>
            <ac:picMk id="9" creationId="{B4A0FAE3-1FA0-D074-EC25-659A7D07F219}"/>
          </ac:picMkLst>
        </pc:picChg>
        <pc:picChg chg="add mod ord">
          <ac:chgData name="Katie HARRISON" userId="S::kfharrison@wisc.edu::f5e22dcb-aa54-4825-b422-a6b74624f705" providerId="AD" clId="Web-{9CF5CA1F-3359-DC7B-11C4-109303285529}" dt="2022-08-14T13:18:16.222" v="35"/>
          <ac:picMkLst>
            <pc:docMk/>
            <pc:sldMk cId="2509158788" sldId="259"/>
            <ac:picMk id="10" creationId="{3B256BFE-7D55-383C-3D5D-EA0B538E8689}"/>
          </ac:picMkLst>
        </pc:picChg>
        <pc:picChg chg="add del mod">
          <ac:chgData name="Katie HARRISON" userId="S::kfharrison@wisc.edu::f5e22dcb-aa54-4825-b422-a6b74624f705" providerId="AD" clId="Web-{9CF5CA1F-3359-DC7B-11C4-109303285529}" dt="2022-08-14T13:20:07.394" v="43"/>
          <ac:picMkLst>
            <pc:docMk/>
            <pc:sldMk cId="2509158788" sldId="259"/>
            <ac:picMk id="11" creationId="{C9AEA2B8-5BDD-8556-B725-C5738DDFD82F}"/>
          </ac:picMkLst>
        </pc:picChg>
        <pc:picChg chg="add mod">
          <ac:chgData name="Katie HARRISON" userId="S::kfharrison@wisc.edu::f5e22dcb-aa54-4825-b422-a6b74624f705" providerId="AD" clId="Web-{9CF5CA1F-3359-DC7B-11C4-109303285529}" dt="2022-08-14T13:20:25.660" v="50" actId="1076"/>
          <ac:picMkLst>
            <pc:docMk/>
            <pc:sldMk cId="2509158788" sldId="259"/>
            <ac:picMk id="12" creationId="{E91B0DAB-AB5F-9C2E-8EC0-0AAEB3866CBC}"/>
          </ac:picMkLst>
        </pc:picChg>
      </pc:sldChg>
      <pc:sldChg chg="del">
        <pc:chgData name="Katie HARRISON" userId="S::kfharrison@wisc.edu::f5e22dcb-aa54-4825-b422-a6b74624f705" providerId="AD" clId="Web-{9CF5CA1F-3359-DC7B-11C4-109303285529}" dt="2022-08-14T13:26:58.739" v="199"/>
        <pc:sldMkLst>
          <pc:docMk/>
          <pc:sldMk cId="408668825" sldId="260"/>
        </pc:sldMkLst>
      </pc:sldChg>
      <pc:sldChg chg="addSp modSp">
        <pc:chgData name="Katie HARRISON" userId="S::kfharrison@wisc.edu::f5e22dcb-aa54-4825-b422-a6b74624f705" providerId="AD" clId="Web-{9CF5CA1F-3359-DC7B-11C4-109303285529}" dt="2022-08-14T13:26:41.285" v="198" actId="20577"/>
        <pc:sldMkLst>
          <pc:docMk/>
          <pc:sldMk cId="1686000644" sldId="263"/>
        </pc:sldMkLst>
        <pc:spChg chg="add mod">
          <ac:chgData name="Katie HARRISON" userId="S::kfharrison@wisc.edu::f5e22dcb-aa54-4825-b422-a6b74624f705" providerId="AD" clId="Web-{9CF5CA1F-3359-DC7B-11C4-109303285529}" dt="2022-08-14T13:26:41.285" v="198" actId="20577"/>
          <ac:spMkLst>
            <pc:docMk/>
            <pc:sldMk cId="1686000644" sldId="263"/>
            <ac:spMk id="4" creationId="{BFDBE472-4393-B38D-586D-6E23726B91CA}"/>
          </ac:spMkLst>
        </pc:spChg>
      </pc:sldChg>
      <pc:sldChg chg="del">
        <pc:chgData name="Katie HARRISON" userId="S::kfharrison@wisc.edu::f5e22dcb-aa54-4825-b422-a6b74624f705" providerId="AD" clId="Web-{9CF5CA1F-3359-DC7B-11C4-109303285529}" dt="2022-08-14T13:27:05.207" v="201"/>
        <pc:sldMkLst>
          <pc:docMk/>
          <pc:sldMk cId="469208456" sldId="268"/>
        </pc:sldMkLst>
      </pc:sldChg>
      <pc:sldChg chg="del">
        <pc:chgData name="Katie HARRISON" userId="S::kfharrison@wisc.edu::f5e22dcb-aa54-4825-b422-a6b74624f705" providerId="AD" clId="Web-{9CF5CA1F-3359-DC7B-11C4-109303285529}" dt="2022-08-14T13:27:17.848" v="202"/>
        <pc:sldMkLst>
          <pc:docMk/>
          <pc:sldMk cId="2213231620" sldId="270"/>
        </pc:sldMkLst>
      </pc:sldChg>
      <pc:sldChg chg="addSp delSp modSp modCm">
        <pc:chgData name="Katie HARRISON" userId="S::kfharrison@wisc.edu::f5e22dcb-aa54-4825-b422-a6b74624f705" providerId="AD" clId="Web-{9CF5CA1F-3359-DC7B-11C4-109303285529}" dt="2022-08-14T13:28:44.270" v="224" actId="20577"/>
        <pc:sldMkLst>
          <pc:docMk/>
          <pc:sldMk cId="4217288977" sldId="278"/>
        </pc:sldMkLst>
        <pc:spChg chg="mod">
          <ac:chgData name="Katie HARRISON" userId="S::kfharrison@wisc.edu::f5e22dcb-aa54-4825-b422-a6b74624f705" providerId="AD" clId="Web-{9CF5CA1F-3359-DC7B-11C4-109303285529}" dt="2022-08-14T13:27:44.911" v="208"/>
          <ac:spMkLst>
            <pc:docMk/>
            <pc:sldMk cId="4217288977" sldId="278"/>
            <ac:spMk id="2" creationId="{51755DE1-86FC-18CD-79B3-173C74686B2C}"/>
          </ac:spMkLst>
        </pc:spChg>
        <pc:spChg chg="del mod">
          <ac:chgData name="Katie HARRISON" userId="S::kfharrison@wisc.edu::f5e22dcb-aa54-4825-b422-a6b74624f705" providerId="AD" clId="Web-{9CF5CA1F-3359-DC7B-11C4-109303285529}" dt="2022-08-14T13:27:44.911" v="208"/>
          <ac:spMkLst>
            <pc:docMk/>
            <pc:sldMk cId="4217288977" sldId="278"/>
            <ac:spMk id="4" creationId="{0865B941-E813-E6E3-B976-F5304E3CB369}"/>
          </ac:spMkLst>
        </pc:spChg>
        <pc:spChg chg="mod">
          <ac:chgData name="Katie HARRISON" userId="S::kfharrison@wisc.edu::f5e22dcb-aa54-4825-b422-a6b74624f705" providerId="AD" clId="Web-{9CF5CA1F-3359-DC7B-11C4-109303285529}" dt="2022-08-14T13:27:44.911" v="208"/>
          <ac:spMkLst>
            <pc:docMk/>
            <pc:sldMk cId="4217288977" sldId="278"/>
            <ac:spMk id="5" creationId="{8DCB5333-F9BC-EDD2-321D-177A38F6556E}"/>
          </ac:spMkLst>
        </pc:spChg>
        <pc:spChg chg="del">
          <ac:chgData name="Katie HARRISON" userId="S::kfharrison@wisc.edu::f5e22dcb-aa54-4825-b422-a6b74624f705" providerId="AD" clId="Web-{9CF5CA1F-3359-DC7B-11C4-109303285529}" dt="2022-08-14T13:27:44.911" v="208"/>
          <ac:spMkLst>
            <pc:docMk/>
            <pc:sldMk cId="4217288977" sldId="278"/>
            <ac:spMk id="10" creationId="{2D6FBB9D-1CAA-4D05-AB33-BABDFE17B843}"/>
          </ac:spMkLst>
        </pc:spChg>
        <pc:spChg chg="del">
          <ac:chgData name="Katie HARRISON" userId="S::kfharrison@wisc.edu::f5e22dcb-aa54-4825-b422-a6b74624f705" providerId="AD" clId="Web-{9CF5CA1F-3359-DC7B-11C4-109303285529}" dt="2022-08-14T13:27:44.911" v="208"/>
          <ac:spMkLst>
            <pc:docMk/>
            <pc:sldMk cId="4217288977" sldId="278"/>
            <ac:spMk id="12" creationId="{04727B71-B4B6-4823-80A1-68C40B475118}"/>
          </ac:spMkLst>
        </pc:spChg>
        <pc:spChg chg="del">
          <ac:chgData name="Katie HARRISON" userId="S::kfharrison@wisc.edu::f5e22dcb-aa54-4825-b422-a6b74624f705" providerId="AD" clId="Web-{9CF5CA1F-3359-DC7B-11C4-109303285529}" dt="2022-08-14T13:27:44.911" v="208"/>
          <ac:spMkLst>
            <pc:docMk/>
            <pc:sldMk cId="4217288977" sldId="278"/>
            <ac:spMk id="14" creationId="{79A6DB05-9FB5-4B07-8675-74C23D4FD89D}"/>
          </ac:spMkLst>
        </pc:spChg>
        <pc:spChg chg="del">
          <ac:chgData name="Katie HARRISON" userId="S::kfharrison@wisc.edu::f5e22dcb-aa54-4825-b422-a6b74624f705" providerId="AD" clId="Web-{9CF5CA1F-3359-DC7B-11C4-109303285529}" dt="2022-08-14T13:27:44.911" v="208"/>
          <ac:spMkLst>
            <pc:docMk/>
            <pc:sldMk cId="4217288977" sldId="278"/>
            <ac:spMk id="16" creationId="{CBB2B1F0-0DD6-4744-9A46-7A344FB48E40}"/>
          </ac:spMkLst>
        </pc:spChg>
        <pc:spChg chg="del">
          <ac:chgData name="Katie HARRISON" userId="S::kfharrison@wisc.edu::f5e22dcb-aa54-4825-b422-a6b74624f705" providerId="AD" clId="Web-{9CF5CA1F-3359-DC7B-11C4-109303285529}" dt="2022-08-14T13:27:44.911" v="208"/>
          <ac:spMkLst>
            <pc:docMk/>
            <pc:sldMk cId="4217288977" sldId="278"/>
            <ac:spMk id="18" creationId="{7A0B5DEA-ADF6-4BA5-9307-147F0A4685A0}"/>
          </ac:spMkLst>
        </pc:spChg>
        <pc:spChg chg="del">
          <ac:chgData name="Katie HARRISON" userId="S::kfharrison@wisc.edu::f5e22dcb-aa54-4825-b422-a6b74624f705" providerId="AD" clId="Web-{9CF5CA1F-3359-DC7B-11C4-109303285529}" dt="2022-08-14T13:27:44.911" v="208"/>
          <ac:spMkLst>
            <pc:docMk/>
            <pc:sldMk cId="4217288977" sldId="278"/>
            <ac:spMk id="20" creationId="{9DECDBF4-02B6-4BB4-B65B-B8107AD6A9E8}"/>
          </ac:spMkLst>
        </pc:spChg>
        <pc:spChg chg="add">
          <ac:chgData name="Katie HARRISON" userId="S::kfharrison@wisc.edu::f5e22dcb-aa54-4825-b422-a6b74624f705" providerId="AD" clId="Web-{9CF5CA1F-3359-DC7B-11C4-109303285529}" dt="2022-08-14T13:27:44.911" v="208"/>
          <ac:spMkLst>
            <pc:docMk/>
            <pc:sldMk cId="4217288977" sldId="278"/>
            <ac:spMk id="26" creationId="{2D6FBB9D-1CAA-4D05-AB33-BABDFE17B843}"/>
          </ac:spMkLst>
        </pc:spChg>
        <pc:spChg chg="add">
          <ac:chgData name="Katie HARRISON" userId="S::kfharrison@wisc.edu::f5e22dcb-aa54-4825-b422-a6b74624f705" providerId="AD" clId="Web-{9CF5CA1F-3359-DC7B-11C4-109303285529}" dt="2022-08-14T13:27:44.911" v="208"/>
          <ac:spMkLst>
            <pc:docMk/>
            <pc:sldMk cId="4217288977" sldId="278"/>
            <ac:spMk id="28" creationId="{04727B71-B4B6-4823-80A1-68C40B475118}"/>
          </ac:spMkLst>
        </pc:spChg>
        <pc:spChg chg="add">
          <ac:chgData name="Katie HARRISON" userId="S::kfharrison@wisc.edu::f5e22dcb-aa54-4825-b422-a6b74624f705" providerId="AD" clId="Web-{9CF5CA1F-3359-DC7B-11C4-109303285529}" dt="2022-08-14T13:27:44.911" v="208"/>
          <ac:spMkLst>
            <pc:docMk/>
            <pc:sldMk cId="4217288977" sldId="278"/>
            <ac:spMk id="30" creationId="{79A6DB05-9FB5-4B07-8675-74C23D4FD89D}"/>
          </ac:spMkLst>
        </pc:spChg>
        <pc:spChg chg="add">
          <ac:chgData name="Katie HARRISON" userId="S::kfharrison@wisc.edu::f5e22dcb-aa54-4825-b422-a6b74624f705" providerId="AD" clId="Web-{9CF5CA1F-3359-DC7B-11C4-109303285529}" dt="2022-08-14T13:27:44.911" v="208"/>
          <ac:spMkLst>
            <pc:docMk/>
            <pc:sldMk cId="4217288977" sldId="278"/>
            <ac:spMk id="32" creationId="{AFF8D2E5-2C4E-47B1-930B-6C82B7C31331}"/>
          </ac:spMkLst>
        </pc:spChg>
        <pc:spChg chg="add">
          <ac:chgData name="Katie HARRISON" userId="S::kfharrison@wisc.edu::f5e22dcb-aa54-4825-b422-a6b74624f705" providerId="AD" clId="Web-{9CF5CA1F-3359-DC7B-11C4-109303285529}" dt="2022-08-14T13:27:44.911" v="208"/>
          <ac:spMkLst>
            <pc:docMk/>
            <pc:sldMk cId="4217288977" sldId="278"/>
            <ac:spMk id="34" creationId="{801E4ADA-0EA9-4930-846E-3C11E8BED6DD}"/>
          </ac:spMkLst>
        </pc:spChg>
        <pc:spChg chg="add">
          <ac:chgData name="Katie HARRISON" userId="S::kfharrison@wisc.edu::f5e22dcb-aa54-4825-b422-a6b74624f705" providerId="AD" clId="Web-{9CF5CA1F-3359-DC7B-11C4-109303285529}" dt="2022-08-14T13:27:44.911" v="208"/>
          <ac:spMkLst>
            <pc:docMk/>
            <pc:sldMk cId="4217288977" sldId="278"/>
            <ac:spMk id="36" creationId="{FB92FFCE-0C90-454E-AA25-D4EE9A6C39C5}"/>
          </ac:spMkLst>
        </pc:spChg>
        <pc:graphicFrameChg chg="add modGraphic">
          <ac:chgData name="Katie HARRISON" userId="S::kfharrison@wisc.edu::f5e22dcb-aa54-4825-b422-a6b74624f705" providerId="AD" clId="Web-{9CF5CA1F-3359-DC7B-11C4-109303285529}" dt="2022-08-14T13:28:44.270" v="224" actId="20577"/>
          <ac:graphicFrameMkLst>
            <pc:docMk/>
            <pc:sldMk cId="4217288977" sldId="278"/>
            <ac:graphicFrameMk id="22" creationId="{742337BF-A611-C6AE-9142-2B6E801135DB}"/>
          </ac:graphicFrameMkLst>
        </pc:graphicFrameChg>
      </pc:sldChg>
      <pc:sldChg chg="del">
        <pc:chgData name="Katie HARRISON" userId="S::kfharrison@wisc.edu::f5e22dcb-aa54-4825-b422-a6b74624f705" providerId="AD" clId="Web-{9CF5CA1F-3359-DC7B-11C4-109303285529}" dt="2022-08-14T13:26:59.973" v="200"/>
        <pc:sldMkLst>
          <pc:docMk/>
          <pc:sldMk cId="4225631922" sldId="279"/>
        </pc:sldMkLst>
      </pc:sldChg>
      <pc:sldChg chg="modSp">
        <pc:chgData name="Katie HARRISON" userId="S::kfharrison@wisc.edu::f5e22dcb-aa54-4825-b422-a6b74624f705" providerId="AD" clId="Web-{9CF5CA1F-3359-DC7B-11C4-109303285529}" dt="2022-08-14T13:29:32.489" v="227" actId="20577"/>
        <pc:sldMkLst>
          <pc:docMk/>
          <pc:sldMk cId="608946128" sldId="281"/>
        </pc:sldMkLst>
        <pc:spChg chg="mod">
          <ac:chgData name="Katie HARRISON" userId="S::kfharrison@wisc.edu::f5e22dcb-aa54-4825-b422-a6b74624f705" providerId="AD" clId="Web-{9CF5CA1F-3359-DC7B-11C4-109303285529}" dt="2022-08-14T13:29:32.489" v="227" actId="20577"/>
          <ac:spMkLst>
            <pc:docMk/>
            <pc:sldMk cId="608946128" sldId="281"/>
            <ac:spMk id="5" creationId="{F152EBBB-DF7A-3D9C-0CEE-2A40FBC7A427}"/>
          </ac:spMkLst>
        </pc:spChg>
      </pc:sldChg>
      <pc:sldChg chg="modSp new">
        <pc:chgData name="Katie HARRISON" userId="S::kfharrison@wisc.edu::f5e22dcb-aa54-4825-b422-a6b74624f705" providerId="AD" clId="Web-{9CF5CA1F-3359-DC7B-11C4-109303285529}" dt="2022-08-14T12:47:26.352" v="5" actId="20577"/>
        <pc:sldMkLst>
          <pc:docMk/>
          <pc:sldMk cId="1762672277" sldId="285"/>
        </pc:sldMkLst>
        <pc:spChg chg="mod">
          <ac:chgData name="Katie HARRISON" userId="S::kfharrison@wisc.edu::f5e22dcb-aa54-4825-b422-a6b74624f705" providerId="AD" clId="Web-{9CF5CA1F-3359-DC7B-11C4-109303285529}" dt="2022-08-14T12:47:26.352" v="5" actId="20577"/>
          <ac:spMkLst>
            <pc:docMk/>
            <pc:sldMk cId="1762672277" sldId="285"/>
            <ac:spMk id="2" creationId="{3097835E-2C50-1DE4-654A-87D6274FBBC1}"/>
          </ac:spMkLst>
        </pc:spChg>
      </pc:sldChg>
    </pc:docChg>
  </pc:docChgLst>
  <pc:docChgLst>
    <pc:chgData name="Katie HARRISON" userId="S::kfharrison@wisc.edu::f5e22dcb-aa54-4825-b422-a6b74624f705" providerId="AD" clId="Web-{E636B4CE-121E-7EE7-F437-609CC4CD5B80}"/>
    <pc:docChg chg="addSld delSld modSld sldOrd">
      <pc:chgData name="Katie HARRISON" userId="S::kfharrison@wisc.edu::f5e22dcb-aa54-4825-b422-a6b74624f705" providerId="AD" clId="Web-{E636B4CE-121E-7EE7-F437-609CC4CD5B80}" dt="2022-08-09T06:14:49.532" v="401" actId="14100"/>
      <pc:docMkLst>
        <pc:docMk/>
      </pc:docMkLst>
      <pc:sldChg chg="modSp">
        <pc:chgData name="Katie HARRISON" userId="S::kfharrison@wisc.edu::f5e22dcb-aa54-4825-b422-a6b74624f705" providerId="AD" clId="Web-{E636B4CE-121E-7EE7-F437-609CC4CD5B80}" dt="2022-08-09T05:13:38.740" v="196" actId="20577"/>
        <pc:sldMkLst>
          <pc:docMk/>
          <pc:sldMk cId="308295134" sldId="258"/>
        </pc:sldMkLst>
        <pc:graphicFrameChg chg="modGraphic">
          <ac:chgData name="Katie HARRISON" userId="S::kfharrison@wisc.edu::f5e22dcb-aa54-4825-b422-a6b74624f705" providerId="AD" clId="Web-{E636B4CE-121E-7EE7-F437-609CC4CD5B80}" dt="2022-08-09T05:13:38.740" v="196" actId="20577"/>
          <ac:graphicFrameMkLst>
            <pc:docMk/>
            <pc:sldMk cId="308295134" sldId="258"/>
            <ac:graphicFrameMk id="16" creationId="{4DC6BF4F-0FB1-8903-B2A6-5EFF54729AAF}"/>
          </ac:graphicFrameMkLst>
        </pc:graphicFrameChg>
      </pc:sldChg>
      <pc:sldChg chg="modSp">
        <pc:chgData name="Katie HARRISON" userId="S::kfharrison@wisc.edu::f5e22dcb-aa54-4825-b422-a6b74624f705" providerId="AD" clId="Web-{E636B4CE-121E-7EE7-F437-609CC4CD5B80}" dt="2022-08-09T06:11:09.577" v="379" actId="20577"/>
        <pc:sldMkLst>
          <pc:docMk/>
          <pc:sldMk cId="408668825" sldId="260"/>
        </pc:sldMkLst>
        <pc:graphicFrameChg chg="modGraphic">
          <ac:chgData name="Katie HARRISON" userId="S::kfharrison@wisc.edu::f5e22dcb-aa54-4825-b422-a6b74624f705" providerId="AD" clId="Web-{E636B4CE-121E-7EE7-F437-609CC4CD5B80}" dt="2022-08-09T06:11:09.577" v="379" actId="20577"/>
          <ac:graphicFrameMkLst>
            <pc:docMk/>
            <pc:sldMk cId="408668825" sldId="260"/>
            <ac:graphicFrameMk id="16" creationId="{4DC6BF4F-0FB1-8903-B2A6-5EFF54729AAF}"/>
          </ac:graphicFrameMkLst>
        </pc:graphicFrameChg>
      </pc:sldChg>
      <pc:sldChg chg="addSp modSp">
        <pc:chgData name="Katie HARRISON" userId="S::kfharrison@wisc.edu::f5e22dcb-aa54-4825-b422-a6b74624f705" providerId="AD" clId="Web-{E636B4CE-121E-7EE7-F437-609CC4CD5B80}" dt="2022-08-09T04:00:01.978" v="16" actId="14100"/>
        <pc:sldMkLst>
          <pc:docMk/>
          <pc:sldMk cId="469208456" sldId="268"/>
        </pc:sldMkLst>
        <pc:spChg chg="add mod">
          <ac:chgData name="Katie HARRISON" userId="S::kfharrison@wisc.edu::f5e22dcb-aa54-4825-b422-a6b74624f705" providerId="AD" clId="Web-{E636B4CE-121E-7EE7-F437-609CC4CD5B80}" dt="2022-08-09T04:00:01.978" v="16" actId="14100"/>
          <ac:spMkLst>
            <pc:docMk/>
            <pc:sldMk cId="469208456" sldId="268"/>
            <ac:spMk id="3" creationId="{C7C39E8A-843A-DB6D-B034-E4025478CDF0}"/>
          </ac:spMkLst>
        </pc:spChg>
        <pc:picChg chg="mod">
          <ac:chgData name="Katie HARRISON" userId="S::kfharrison@wisc.edu::f5e22dcb-aa54-4825-b422-a6b74624f705" providerId="AD" clId="Web-{E636B4CE-121E-7EE7-F437-609CC4CD5B80}" dt="2022-08-09T03:59:55.227" v="15" actId="1076"/>
          <ac:picMkLst>
            <pc:docMk/>
            <pc:sldMk cId="469208456" sldId="268"/>
            <ac:picMk id="9" creationId="{FE7BD2DB-16D0-4DE9-EF76-BCE1FEDF629A}"/>
          </ac:picMkLst>
        </pc:picChg>
      </pc:sldChg>
      <pc:sldChg chg="delSp del">
        <pc:chgData name="Katie HARRISON" userId="S::kfharrison@wisc.edu::f5e22dcb-aa54-4825-b422-a6b74624f705" providerId="AD" clId="Web-{E636B4CE-121E-7EE7-F437-609CC4CD5B80}" dt="2022-08-09T04:51:55.915" v="144"/>
        <pc:sldMkLst>
          <pc:docMk/>
          <pc:sldMk cId="1464427894" sldId="269"/>
        </pc:sldMkLst>
        <pc:spChg chg="del">
          <ac:chgData name="Katie HARRISON" userId="S::kfharrison@wisc.edu::f5e22dcb-aa54-4825-b422-a6b74624f705" providerId="AD" clId="Web-{E636B4CE-121E-7EE7-F437-609CC4CD5B80}" dt="2022-08-09T04:03:58.749" v="17"/>
          <ac:spMkLst>
            <pc:docMk/>
            <pc:sldMk cId="1464427894" sldId="269"/>
            <ac:spMk id="3" creationId="{D23637C3-2E5F-B90E-CE61-6D6E86AF85AE}"/>
          </ac:spMkLst>
        </pc:spChg>
      </pc:sldChg>
      <pc:sldChg chg="addSp delSp modSp new ord">
        <pc:chgData name="Katie HARRISON" userId="S::kfharrison@wisc.edu::f5e22dcb-aa54-4825-b422-a6b74624f705" providerId="AD" clId="Web-{E636B4CE-121E-7EE7-F437-609CC4CD5B80}" dt="2022-08-09T04:27:40.722" v="125" actId="1076"/>
        <pc:sldMkLst>
          <pc:docMk/>
          <pc:sldMk cId="2213231620" sldId="270"/>
        </pc:sldMkLst>
        <pc:spChg chg="add del mod">
          <ac:chgData name="Katie HARRISON" userId="S::kfharrison@wisc.edu::f5e22dcb-aa54-4825-b422-a6b74624f705" providerId="AD" clId="Web-{E636B4CE-121E-7EE7-F437-609CC4CD5B80}" dt="2022-08-09T04:14:44.649" v="45"/>
          <ac:spMkLst>
            <pc:docMk/>
            <pc:sldMk cId="2213231620" sldId="270"/>
            <ac:spMk id="5" creationId="{457002BE-FCF9-4368-FDEE-24241D5EC572}"/>
          </ac:spMkLst>
        </pc:spChg>
        <pc:spChg chg="add del mod">
          <ac:chgData name="Katie HARRISON" userId="S::kfharrison@wisc.edu::f5e22dcb-aa54-4825-b422-a6b74624f705" providerId="AD" clId="Web-{E636B4CE-121E-7EE7-F437-609CC4CD5B80}" dt="2022-08-09T04:17:01.354" v="83"/>
          <ac:spMkLst>
            <pc:docMk/>
            <pc:sldMk cId="2213231620" sldId="270"/>
            <ac:spMk id="6" creationId="{7A2C56E0-72A2-C53D-A37F-39739B7A3036}"/>
          </ac:spMkLst>
        </pc:spChg>
        <pc:spChg chg="add del">
          <ac:chgData name="Katie HARRISON" userId="S::kfharrison@wisc.edu::f5e22dcb-aa54-4825-b422-a6b74624f705" providerId="AD" clId="Web-{E636B4CE-121E-7EE7-F437-609CC4CD5B80}" dt="2022-08-09T04:16:11.697" v="66"/>
          <ac:spMkLst>
            <pc:docMk/>
            <pc:sldMk cId="2213231620" sldId="270"/>
            <ac:spMk id="8" creationId="{904DEA89-C913-FBDC-B82A-7521297F78C4}"/>
          </ac:spMkLst>
        </pc:spChg>
        <pc:spChg chg="add mod">
          <ac:chgData name="Katie HARRISON" userId="S::kfharrison@wisc.edu::f5e22dcb-aa54-4825-b422-a6b74624f705" providerId="AD" clId="Web-{E636B4CE-121E-7EE7-F437-609CC4CD5B80}" dt="2022-08-09T04:18:35.512" v="113" actId="1076"/>
          <ac:spMkLst>
            <pc:docMk/>
            <pc:sldMk cId="2213231620" sldId="270"/>
            <ac:spMk id="9" creationId="{D85DEDD2-7599-684E-CC50-2AC9A1DBA178}"/>
          </ac:spMkLst>
        </pc:spChg>
        <pc:spChg chg="add mod">
          <ac:chgData name="Katie HARRISON" userId="S::kfharrison@wisc.edu::f5e22dcb-aa54-4825-b422-a6b74624f705" providerId="AD" clId="Web-{E636B4CE-121E-7EE7-F437-609CC4CD5B80}" dt="2022-08-09T04:27:40.722" v="125" actId="1076"/>
          <ac:spMkLst>
            <pc:docMk/>
            <pc:sldMk cId="2213231620" sldId="270"/>
            <ac:spMk id="10" creationId="{52E5272C-2C84-038C-6F9F-406D5F6AA903}"/>
          </ac:spMkLst>
        </pc:spChg>
        <pc:spChg chg="add mod">
          <ac:chgData name="Katie HARRISON" userId="S::kfharrison@wisc.edu::f5e22dcb-aa54-4825-b422-a6b74624f705" providerId="AD" clId="Web-{E636B4CE-121E-7EE7-F437-609CC4CD5B80}" dt="2022-08-09T04:18:43.903" v="115" actId="1076"/>
          <ac:spMkLst>
            <pc:docMk/>
            <pc:sldMk cId="2213231620" sldId="270"/>
            <ac:spMk id="11" creationId="{A5BA4DA7-7FBB-FC94-F8EC-0353BD854B1B}"/>
          </ac:spMkLst>
        </pc:spChg>
        <pc:picChg chg="add mod">
          <ac:chgData name="Katie HARRISON" userId="S::kfharrison@wisc.edu::f5e22dcb-aa54-4825-b422-a6b74624f705" providerId="AD" clId="Web-{E636B4CE-121E-7EE7-F437-609CC4CD5B80}" dt="2022-08-09T04:18:30.902" v="112" actId="1076"/>
          <ac:picMkLst>
            <pc:docMk/>
            <pc:sldMk cId="2213231620" sldId="270"/>
            <ac:picMk id="2" creationId="{CB5FF385-4F4F-CA4D-2117-6C8BC19971F2}"/>
          </ac:picMkLst>
        </pc:picChg>
        <pc:picChg chg="add mod">
          <ac:chgData name="Katie HARRISON" userId="S::kfharrison@wisc.edu::f5e22dcb-aa54-4825-b422-a6b74624f705" providerId="AD" clId="Web-{E636B4CE-121E-7EE7-F437-609CC4CD5B80}" dt="2022-08-09T04:27:38.066" v="124" actId="1076"/>
          <ac:picMkLst>
            <pc:docMk/>
            <pc:sldMk cId="2213231620" sldId="270"/>
            <ac:picMk id="3" creationId="{85821868-DB31-82AA-7C7F-D7CC5415552F}"/>
          </ac:picMkLst>
        </pc:picChg>
        <pc:picChg chg="add mod">
          <ac:chgData name="Katie HARRISON" userId="S::kfharrison@wisc.edu::f5e22dcb-aa54-4825-b422-a6b74624f705" providerId="AD" clId="Web-{E636B4CE-121E-7EE7-F437-609CC4CD5B80}" dt="2022-08-09T04:13:39.930" v="32" actId="14100"/>
          <ac:picMkLst>
            <pc:docMk/>
            <pc:sldMk cId="2213231620" sldId="270"/>
            <ac:picMk id="4" creationId="{EE558F67-7CA9-9128-BB58-496788C000F1}"/>
          </ac:picMkLst>
        </pc:picChg>
        <pc:picChg chg="add del mod">
          <ac:chgData name="Katie HARRISON" userId="S::kfharrison@wisc.edu::f5e22dcb-aa54-4825-b422-a6b74624f705" providerId="AD" clId="Web-{E636B4CE-121E-7EE7-F437-609CC4CD5B80}" dt="2022-08-09T04:15:53.291" v="64"/>
          <ac:picMkLst>
            <pc:docMk/>
            <pc:sldMk cId="2213231620" sldId="270"/>
            <ac:picMk id="7" creationId="{3F1C7631-4A42-6B0B-DBF8-0FC39DAAB8FB}"/>
          </ac:picMkLst>
        </pc:picChg>
        <pc:picChg chg="add mod">
          <ac:chgData name="Katie HARRISON" userId="S::kfharrison@wisc.edu::f5e22dcb-aa54-4825-b422-a6b74624f705" providerId="AD" clId="Web-{E636B4CE-121E-7EE7-F437-609CC4CD5B80}" dt="2022-08-09T04:27:33.784" v="123" actId="1076"/>
          <ac:picMkLst>
            <pc:docMk/>
            <pc:sldMk cId="2213231620" sldId="270"/>
            <ac:picMk id="12" creationId="{84621624-9844-F131-4F74-A71F40494D20}"/>
          </ac:picMkLst>
        </pc:picChg>
      </pc:sldChg>
      <pc:sldChg chg="addSp modSp add mod setClrOvrMap modCm">
        <pc:chgData name="Katie HARRISON" userId="S::kfharrison@wisc.edu::f5e22dcb-aa54-4825-b422-a6b74624f705" providerId="AD" clId="Web-{E636B4CE-121E-7EE7-F437-609CC4CD5B80}" dt="2022-08-09T04:49:57.493" v="142"/>
        <pc:sldMkLst>
          <pc:docMk/>
          <pc:sldMk cId="3090163766" sldId="271"/>
        </pc:sldMkLst>
        <pc:spChg chg="mod">
          <ac:chgData name="Katie HARRISON" userId="S::kfharrison@wisc.edu::f5e22dcb-aa54-4825-b422-a6b74624f705" providerId="AD" clId="Web-{E636B4CE-121E-7EE7-F437-609CC4CD5B80}" dt="2022-08-09T04:49:57.493" v="142"/>
          <ac:spMkLst>
            <pc:docMk/>
            <pc:sldMk cId="3090163766" sldId="271"/>
            <ac:spMk id="2" creationId="{00000000-0000-0000-0000-000000000000}"/>
          </ac:spMkLst>
        </pc:spChg>
        <pc:spChg chg="mod">
          <ac:chgData name="Katie HARRISON" userId="S::kfharrison@wisc.edu::f5e22dcb-aa54-4825-b422-a6b74624f705" providerId="AD" clId="Web-{E636B4CE-121E-7EE7-F437-609CC4CD5B80}" dt="2022-08-09T04:49:57.493" v="142"/>
          <ac:spMkLst>
            <pc:docMk/>
            <pc:sldMk cId="3090163766" sldId="271"/>
            <ac:spMk id="3" creationId="{00000000-0000-0000-0000-000000000000}"/>
          </ac:spMkLst>
        </pc:spChg>
        <pc:spChg chg="add">
          <ac:chgData name="Katie HARRISON" userId="S::kfharrison@wisc.edu::f5e22dcb-aa54-4825-b422-a6b74624f705" providerId="AD" clId="Web-{E636B4CE-121E-7EE7-F437-609CC4CD5B80}" dt="2022-08-09T04:49:57.493" v="142"/>
          <ac:spMkLst>
            <pc:docMk/>
            <pc:sldMk cId="3090163766" sldId="271"/>
            <ac:spMk id="9" creationId="{5A59F003-E00A-43F9-91DC-CC54E3B87466}"/>
          </ac:spMkLst>
        </pc:spChg>
        <pc:spChg chg="add">
          <ac:chgData name="Katie HARRISON" userId="S::kfharrison@wisc.edu::f5e22dcb-aa54-4825-b422-a6b74624f705" providerId="AD" clId="Web-{E636B4CE-121E-7EE7-F437-609CC4CD5B80}" dt="2022-08-09T04:49:57.493" v="142"/>
          <ac:spMkLst>
            <pc:docMk/>
            <pc:sldMk cId="3090163766" sldId="271"/>
            <ac:spMk id="11" creationId="{D74A4382-E3AD-430A-9A1F-DFA3E0E77A7D}"/>
          </ac:spMkLst>
        </pc:spChg>
        <pc:spChg chg="add">
          <ac:chgData name="Katie HARRISON" userId="S::kfharrison@wisc.edu::f5e22dcb-aa54-4825-b422-a6b74624f705" providerId="AD" clId="Web-{E636B4CE-121E-7EE7-F437-609CC4CD5B80}" dt="2022-08-09T04:49:57.493" v="142"/>
          <ac:spMkLst>
            <pc:docMk/>
            <pc:sldMk cId="3090163766" sldId="271"/>
            <ac:spMk id="13" creationId="{79F40191-0F44-4FD1-82CC-ACB507C14BE6}"/>
          </ac:spMkLst>
        </pc:spChg>
        <pc:picChg chg="mod">
          <ac:chgData name="Katie HARRISON" userId="S::kfharrison@wisc.edu::f5e22dcb-aa54-4825-b422-a6b74624f705" providerId="AD" clId="Web-{E636B4CE-121E-7EE7-F437-609CC4CD5B80}" dt="2022-08-09T04:49:57.493" v="142"/>
          <ac:picMkLst>
            <pc:docMk/>
            <pc:sldMk cId="3090163766" sldId="271"/>
            <ac:picMk id="4" creationId="{42D044D1-661B-D323-2970-AD0AF3924360}"/>
          </ac:picMkLst>
        </pc:picChg>
      </pc:sldChg>
      <pc:sldChg chg="addSp delSp modSp new mod setBg">
        <pc:chgData name="Katie HARRISON" userId="S::kfharrison@wisc.edu::f5e22dcb-aa54-4825-b422-a6b74624f705" providerId="AD" clId="Web-{E636B4CE-121E-7EE7-F437-609CC4CD5B80}" dt="2022-08-09T04:52:45.634" v="156"/>
        <pc:sldMkLst>
          <pc:docMk/>
          <pc:sldMk cId="1925280894" sldId="272"/>
        </pc:sldMkLst>
        <pc:spChg chg="mod">
          <ac:chgData name="Katie HARRISON" userId="S::kfharrison@wisc.edu::f5e22dcb-aa54-4825-b422-a6b74624f705" providerId="AD" clId="Web-{E636B4CE-121E-7EE7-F437-609CC4CD5B80}" dt="2022-08-09T04:52:45.634" v="156"/>
          <ac:spMkLst>
            <pc:docMk/>
            <pc:sldMk cId="1925280894" sldId="272"/>
            <ac:spMk id="2" creationId="{9F3EBABD-087A-C6D6-0D92-DB068CCC45AF}"/>
          </ac:spMkLst>
        </pc:spChg>
        <pc:spChg chg="del">
          <ac:chgData name="Katie HARRISON" userId="S::kfharrison@wisc.edu::f5e22dcb-aa54-4825-b422-a6b74624f705" providerId="AD" clId="Web-{E636B4CE-121E-7EE7-F437-609CC4CD5B80}" dt="2022-08-09T04:52:29.197" v="151"/>
          <ac:spMkLst>
            <pc:docMk/>
            <pc:sldMk cId="1925280894" sldId="272"/>
            <ac:spMk id="3" creationId="{E44F890E-6601-2F1B-2271-6A5C3C1C8D9C}"/>
          </ac:spMkLst>
        </pc:spChg>
        <pc:spChg chg="add del">
          <ac:chgData name="Katie HARRISON" userId="S::kfharrison@wisc.edu::f5e22dcb-aa54-4825-b422-a6b74624f705" providerId="AD" clId="Web-{E636B4CE-121E-7EE7-F437-609CC4CD5B80}" dt="2022-08-09T04:52:45.634" v="156"/>
          <ac:spMkLst>
            <pc:docMk/>
            <pc:sldMk cId="1925280894" sldId="272"/>
            <ac:spMk id="8" creationId="{8D06CE56-3881-4ADA-8CEF-D18B02C242A3}"/>
          </ac:spMkLst>
        </pc:spChg>
        <pc:spChg chg="add del">
          <ac:chgData name="Katie HARRISON" userId="S::kfharrison@wisc.edu::f5e22dcb-aa54-4825-b422-a6b74624f705" providerId="AD" clId="Web-{E636B4CE-121E-7EE7-F437-609CC4CD5B80}" dt="2022-08-09T04:52:45.634" v="156"/>
          <ac:spMkLst>
            <pc:docMk/>
            <pc:sldMk cId="1925280894" sldId="272"/>
            <ac:spMk id="10" creationId="{79F3C543-62EC-4433-9C93-A2CD8764E9B4}"/>
          </ac:spMkLst>
        </pc:spChg>
        <pc:spChg chg="add del">
          <ac:chgData name="Katie HARRISON" userId="S::kfharrison@wisc.edu::f5e22dcb-aa54-4825-b422-a6b74624f705" providerId="AD" clId="Web-{E636B4CE-121E-7EE7-F437-609CC4CD5B80}" dt="2022-08-09T04:52:45.634" v="156"/>
          <ac:spMkLst>
            <pc:docMk/>
            <pc:sldMk cId="1925280894" sldId="272"/>
            <ac:spMk id="12" creationId="{1ACA2EA0-FFD3-42EC-9406-B595015ED96E}"/>
          </ac:spMkLst>
        </pc:spChg>
        <pc:spChg chg="add del">
          <ac:chgData name="Katie HARRISON" userId="S::kfharrison@wisc.edu::f5e22dcb-aa54-4825-b422-a6b74624f705" providerId="AD" clId="Web-{E636B4CE-121E-7EE7-F437-609CC4CD5B80}" dt="2022-08-09T04:52:45.634" v="156"/>
          <ac:spMkLst>
            <pc:docMk/>
            <pc:sldMk cId="1925280894" sldId="272"/>
            <ac:spMk id="14" creationId="{D5288BCE-665C-472A-8C43-664BCFA31E43}"/>
          </ac:spMkLst>
        </pc:spChg>
        <pc:spChg chg="add del">
          <ac:chgData name="Katie HARRISON" userId="S::kfharrison@wisc.edu::f5e22dcb-aa54-4825-b422-a6b74624f705" providerId="AD" clId="Web-{E636B4CE-121E-7EE7-F437-609CC4CD5B80}" dt="2022-08-09T04:52:45.634" v="156"/>
          <ac:spMkLst>
            <pc:docMk/>
            <pc:sldMk cId="1925280894" sldId="272"/>
            <ac:spMk id="16" creationId="{46C57131-53A7-4C1A-BEA8-25F06A06AD29}"/>
          </ac:spMkLst>
        </pc:spChg>
        <pc:spChg chg="add">
          <ac:chgData name="Katie HARRISON" userId="S::kfharrison@wisc.edu::f5e22dcb-aa54-4825-b422-a6b74624f705" providerId="AD" clId="Web-{E636B4CE-121E-7EE7-F437-609CC4CD5B80}" dt="2022-08-09T04:52:45.634" v="156"/>
          <ac:spMkLst>
            <pc:docMk/>
            <pc:sldMk cId="1925280894" sldId="272"/>
            <ac:spMk id="21" creationId="{8D06CE56-3881-4ADA-8CEF-D18B02C242A3}"/>
          </ac:spMkLst>
        </pc:spChg>
        <pc:spChg chg="add">
          <ac:chgData name="Katie HARRISON" userId="S::kfharrison@wisc.edu::f5e22dcb-aa54-4825-b422-a6b74624f705" providerId="AD" clId="Web-{E636B4CE-121E-7EE7-F437-609CC4CD5B80}" dt="2022-08-09T04:52:45.634" v="156"/>
          <ac:spMkLst>
            <pc:docMk/>
            <pc:sldMk cId="1925280894" sldId="272"/>
            <ac:spMk id="23" creationId="{79F3C543-62EC-4433-9C93-A2CD8764E9B4}"/>
          </ac:spMkLst>
        </pc:spChg>
        <pc:spChg chg="add">
          <ac:chgData name="Katie HARRISON" userId="S::kfharrison@wisc.edu::f5e22dcb-aa54-4825-b422-a6b74624f705" providerId="AD" clId="Web-{E636B4CE-121E-7EE7-F437-609CC4CD5B80}" dt="2022-08-09T04:52:45.634" v="156"/>
          <ac:spMkLst>
            <pc:docMk/>
            <pc:sldMk cId="1925280894" sldId="272"/>
            <ac:spMk id="25" creationId="{FFD48BC7-DC40-47DE-87EE-9F4B6ECB9ABB}"/>
          </ac:spMkLst>
        </pc:spChg>
        <pc:spChg chg="add">
          <ac:chgData name="Katie HARRISON" userId="S::kfharrison@wisc.edu::f5e22dcb-aa54-4825-b422-a6b74624f705" providerId="AD" clId="Web-{E636B4CE-121E-7EE7-F437-609CC4CD5B80}" dt="2022-08-09T04:52:45.634" v="156"/>
          <ac:spMkLst>
            <pc:docMk/>
            <pc:sldMk cId="1925280894" sldId="272"/>
            <ac:spMk id="27" creationId="{E502BBC7-2C76-46F3-BC24-5985BC13DB88}"/>
          </ac:spMkLst>
        </pc:spChg>
        <pc:spChg chg="add">
          <ac:chgData name="Katie HARRISON" userId="S::kfharrison@wisc.edu::f5e22dcb-aa54-4825-b422-a6b74624f705" providerId="AD" clId="Web-{E636B4CE-121E-7EE7-F437-609CC4CD5B80}" dt="2022-08-09T04:52:45.634" v="156"/>
          <ac:spMkLst>
            <pc:docMk/>
            <pc:sldMk cId="1925280894" sldId="272"/>
            <ac:spMk id="29" creationId="{9C45F024-2468-4D8A-9E11-BB2B1E0A3B37}"/>
          </ac:spMkLst>
        </pc:spChg>
        <pc:spChg chg="add">
          <ac:chgData name="Katie HARRISON" userId="S::kfharrison@wisc.edu::f5e22dcb-aa54-4825-b422-a6b74624f705" providerId="AD" clId="Web-{E636B4CE-121E-7EE7-F437-609CC4CD5B80}" dt="2022-08-09T04:52:45.634" v="156"/>
          <ac:spMkLst>
            <pc:docMk/>
            <pc:sldMk cId="1925280894" sldId="272"/>
            <ac:spMk id="31" creationId="{3629484E-3792-4B3D-89AD-7C8A1ED0E0D4}"/>
          </ac:spMkLst>
        </pc:spChg>
      </pc:sldChg>
      <pc:sldChg chg="addSp delSp modSp new mod setBg modClrScheme chgLayout">
        <pc:chgData name="Katie HARRISON" userId="S::kfharrison@wisc.edu::f5e22dcb-aa54-4825-b422-a6b74624f705" providerId="AD" clId="Web-{E636B4CE-121E-7EE7-F437-609CC4CD5B80}" dt="2022-08-09T06:05:08.951" v="341" actId="1076"/>
        <pc:sldMkLst>
          <pc:docMk/>
          <pc:sldMk cId="1975411790" sldId="273"/>
        </pc:sldMkLst>
        <pc:spChg chg="del mod">
          <ac:chgData name="Katie HARRISON" userId="S::kfharrison@wisc.edu::f5e22dcb-aa54-4825-b422-a6b74624f705" providerId="AD" clId="Web-{E636B4CE-121E-7EE7-F437-609CC4CD5B80}" dt="2022-08-09T05:16:20.663" v="206"/>
          <ac:spMkLst>
            <pc:docMk/>
            <pc:sldMk cId="1975411790" sldId="273"/>
            <ac:spMk id="2" creationId="{90E2B1E9-9945-7EC0-55E4-41AD46A27D26}"/>
          </ac:spMkLst>
        </pc:spChg>
        <pc:spChg chg="add del">
          <ac:chgData name="Katie HARRISON" userId="S::kfharrison@wisc.edu::f5e22dcb-aa54-4825-b422-a6b74624f705" providerId="AD" clId="Web-{E636B4CE-121E-7EE7-F437-609CC4CD5B80}" dt="2022-08-09T05:16:14.147" v="200"/>
          <ac:spMkLst>
            <pc:docMk/>
            <pc:sldMk cId="1975411790" sldId="273"/>
            <ac:spMk id="3" creationId="{DAC91CCD-5AB0-D492-FFE7-F140A6689B99}"/>
          </ac:spMkLst>
        </pc:spChg>
        <pc:spChg chg="del mod">
          <ac:chgData name="Katie HARRISON" userId="S::kfharrison@wisc.edu::f5e22dcb-aa54-4825-b422-a6b74624f705" providerId="AD" clId="Web-{E636B4CE-121E-7EE7-F437-609CC4CD5B80}" dt="2022-08-09T05:16:20.616" v="204"/>
          <ac:spMkLst>
            <pc:docMk/>
            <pc:sldMk cId="1975411790" sldId="273"/>
            <ac:spMk id="4" creationId="{1D2E0864-8F88-4521-A558-2578E2ABF530}"/>
          </ac:spMkLst>
        </pc:spChg>
        <pc:spChg chg="add del mod">
          <ac:chgData name="Katie HARRISON" userId="S::kfharrison@wisc.edu::f5e22dcb-aa54-4825-b422-a6b74624f705" providerId="AD" clId="Web-{E636B4CE-121E-7EE7-F437-609CC4CD5B80}" dt="2022-08-09T05:16:43.772" v="207"/>
          <ac:spMkLst>
            <pc:docMk/>
            <pc:sldMk cId="1975411790" sldId="273"/>
            <ac:spMk id="8" creationId="{BE2D7AD9-2BE6-2B89-6331-5DB84CB031EE}"/>
          </ac:spMkLst>
        </pc:spChg>
        <pc:spChg chg="add del mod">
          <ac:chgData name="Katie HARRISON" userId="S::kfharrison@wisc.edu::f5e22dcb-aa54-4825-b422-a6b74624f705" providerId="AD" clId="Web-{E636B4CE-121E-7EE7-F437-609CC4CD5B80}" dt="2022-08-09T05:16:55.257" v="210"/>
          <ac:spMkLst>
            <pc:docMk/>
            <pc:sldMk cId="1975411790" sldId="273"/>
            <ac:spMk id="11" creationId="{F5EC8A7A-2C96-ECD7-3270-FB344FF1FCA9}"/>
          </ac:spMkLst>
        </pc:spChg>
        <pc:spChg chg="add ord">
          <ac:chgData name="Katie HARRISON" userId="S::kfharrison@wisc.edu::f5e22dcb-aa54-4825-b422-a6b74624f705" providerId="AD" clId="Web-{E636B4CE-121E-7EE7-F437-609CC4CD5B80}" dt="2022-08-09T05:57:38.183" v="247"/>
          <ac:spMkLst>
            <pc:docMk/>
            <pc:sldMk cId="1975411790" sldId="273"/>
            <ac:spMk id="13" creationId="{5731B98C-94F8-4A1E-D09A-D65EA9CB76B5}"/>
          </ac:spMkLst>
        </pc:spChg>
        <pc:spChg chg="add del mod">
          <ac:chgData name="Katie HARRISON" userId="S::kfharrison@wisc.edu::f5e22dcb-aa54-4825-b422-a6b74624f705" providerId="AD" clId="Web-{E636B4CE-121E-7EE7-F437-609CC4CD5B80}" dt="2022-08-09T05:17:15.101" v="216"/>
          <ac:spMkLst>
            <pc:docMk/>
            <pc:sldMk cId="1975411790" sldId="273"/>
            <ac:spMk id="16" creationId="{D55985AF-4735-D108-EBF3-E5DB5BE3B517}"/>
          </ac:spMkLst>
        </pc:spChg>
        <pc:spChg chg="add mod">
          <ac:chgData name="Katie HARRISON" userId="S::kfharrison@wisc.edu::f5e22dcb-aa54-4825-b422-a6b74624f705" providerId="AD" clId="Web-{E636B4CE-121E-7EE7-F437-609CC4CD5B80}" dt="2022-08-09T06:02:34.997" v="296" actId="1076"/>
          <ac:spMkLst>
            <pc:docMk/>
            <pc:sldMk cId="1975411790" sldId="273"/>
            <ac:spMk id="22" creationId="{394547CE-74CB-B8C7-7F92-DB48DB54659D}"/>
          </ac:spMkLst>
        </pc:spChg>
        <pc:spChg chg="add mod">
          <ac:chgData name="Katie HARRISON" userId="S::kfharrison@wisc.edu::f5e22dcb-aa54-4825-b422-a6b74624f705" providerId="AD" clId="Web-{E636B4CE-121E-7EE7-F437-609CC4CD5B80}" dt="2022-08-09T06:02:25.700" v="294" actId="1076"/>
          <ac:spMkLst>
            <pc:docMk/>
            <pc:sldMk cId="1975411790" sldId="273"/>
            <ac:spMk id="23" creationId="{9B087DFF-AF27-87AA-9D60-7F0E2D215818}"/>
          </ac:spMkLst>
        </pc:spChg>
        <pc:spChg chg="add mod">
          <ac:chgData name="Katie HARRISON" userId="S::kfharrison@wisc.edu::f5e22dcb-aa54-4825-b422-a6b74624f705" providerId="AD" clId="Web-{E636B4CE-121E-7EE7-F437-609CC4CD5B80}" dt="2022-08-09T06:03:14.216" v="308" actId="1076"/>
          <ac:spMkLst>
            <pc:docMk/>
            <pc:sldMk cId="1975411790" sldId="273"/>
            <ac:spMk id="24" creationId="{85B6BA99-F7B4-FDF7-FB6F-6502A48A40EC}"/>
          </ac:spMkLst>
        </pc:spChg>
        <pc:spChg chg="add del mod">
          <ac:chgData name="Katie HARRISON" userId="S::kfharrison@wisc.edu::f5e22dcb-aa54-4825-b422-a6b74624f705" providerId="AD" clId="Web-{E636B4CE-121E-7EE7-F437-609CC4CD5B80}" dt="2022-08-09T06:04:25.419" v="328"/>
          <ac:spMkLst>
            <pc:docMk/>
            <pc:sldMk cId="1975411790" sldId="273"/>
            <ac:spMk id="25" creationId="{BCF36739-1D93-7EE9-F29C-5AC59DEA6278}"/>
          </ac:spMkLst>
        </pc:spChg>
        <pc:spChg chg="add del">
          <ac:chgData name="Katie HARRISON" userId="S::kfharrison@wisc.edu::f5e22dcb-aa54-4825-b422-a6b74624f705" providerId="AD" clId="Web-{E636B4CE-121E-7EE7-F437-609CC4CD5B80}" dt="2022-08-09T05:57:38.183" v="247"/>
          <ac:spMkLst>
            <pc:docMk/>
            <pc:sldMk cId="1975411790" sldId="273"/>
            <ac:spMk id="26" creationId="{6F79B0DD-2C63-4EE5-804F-B8E391FC1E45}"/>
          </ac:spMkLst>
        </pc:spChg>
        <pc:spChg chg="add mod">
          <ac:chgData name="Katie HARRISON" userId="S::kfharrison@wisc.edu::f5e22dcb-aa54-4825-b422-a6b74624f705" providerId="AD" clId="Web-{E636B4CE-121E-7EE7-F437-609CC4CD5B80}" dt="2022-08-09T06:05:00.888" v="340" actId="20577"/>
          <ac:spMkLst>
            <pc:docMk/>
            <pc:sldMk cId="1975411790" sldId="273"/>
            <ac:spMk id="27" creationId="{B1881359-7A2C-5FD2-B9C7-827C34BF4EFC}"/>
          </ac:spMkLst>
        </pc:spChg>
        <pc:spChg chg="add del">
          <ac:chgData name="Katie HARRISON" userId="S::kfharrison@wisc.edu::f5e22dcb-aa54-4825-b422-a6b74624f705" providerId="AD" clId="Web-{E636B4CE-121E-7EE7-F437-609CC4CD5B80}" dt="2022-08-09T05:57:38.183" v="247"/>
          <ac:spMkLst>
            <pc:docMk/>
            <pc:sldMk cId="1975411790" sldId="273"/>
            <ac:spMk id="28" creationId="{627DB8AB-CD55-4C8F-9043-52652B89231A}"/>
          </ac:spMkLst>
        </pc:spChg>
        <pc:spChg chg="add del">
          <ac:chgData name="Katie HARRISON" userId="S::kfharrison@wisc.edu::f5e22dcb-aa54-4825-b422-a6b74624f705" providerId="AD" clId="Web-{E636B4CE-121E-7EE7-F437-609CC4CD5B80}" dt="2022-08-09T05:57:38.183" v="247"/>
          <ac:spMkLst>
            <pc:docMk/>
            <pc:sldMk cId="1975411790" sldId="273"/>
            <ac:spMk id="30" creationId="{53059C5A-91CB-4024-9B4E-20082E25C70B}"/>
          </ac:spMkLst>
        </pc:spChg>
        <pc:spChg chg="add del">
          <ac:chgData name="Katie HARRISON" userId="S::kfharrison@wisc.edu::f5e22dcb-aa54-4825-b422-a6b74624f705" providerId="AD" clId="Web-{E636B4CE-121E-7EE7-F437-609CC4CD5B80}" dt="2022-08-09T05:57:38.183" v="247"/>
          <ac:spMkLst>
            <pc:docMk/>
            <pc:sldMk cId="1975411790" sldId="273"/>
            <ac:spMk id="32" creationId="{184884BF-A898-4EFF-9504-E13EBE3FF62E}"/>
          </ac:spMkLst>
        </pc:spChg>
        <pc:spChg chg="add del">
          <ac:chgData name="Katie HARRISON" userId="S::kfharrison@wisc.edu::f5e22dcb-aa54-4825-b422-a6b74624f705" providerId="AD" clId="Web-{E636B4CE-121E-7EE7-F437-609CC4CD5B80}" dt="2022-08-09T05:57:38.183" v="247"/>
          <ac:spMkLst>
            <pc:docMk/>
            <pc:sldMk cId="1975411790" sldId="273"/>
            <ac:spMk id="34" creationId="{7B32D337-FDA6-4468-ADB1-7038E5FC0BA9}"/>
          </ac:spMkLst>
        </pc:spChg>
        <pc:picChg chg="add del mod ord modCrop">
          <ac:chgData name="Katie HARRISON" userId="S::kfharrison@wisc.edu::f5e22dcb-aa54-4825-b422-a6b74624f705" providerId="AD" clId="Web-{E636B4CE-121E-7EE7-F437-609CC4CD5B80}" dt="2022-08-09T05:16:11.710" v="199"/>
          <ac:picMkLst>
            <pc:docMk/>
            <pc:sldMk cId="1975411790" sldId="273"/>
            <ac:picMk id="5" creationId="{A4F26590-710A-A529-D67E-8BFF3F243D50}"/>
          </ac:picMkLst>
        </pc:picChg>
        <pc:picChg chg="add del mod ord modCrop">
          <ac:chgData name="Katie HARRISON" userId="S::kfharrison@wisc.edu::f5e22dcb-aa54-4825-b422-a6b74624f705" providerId="AD" clId="Web-{E636B4CE-121E-7EE7-F437-609CC4CD5B80}" dt="2022-08-09T05:16:20.663" v="205"/>
          <ac:picMkLst>
            <pc:docMk/>
            <pc:sldMk cId="1975411790" sldId="273"/>
            <ac:picMk id="6" creationId="{448F3AAC-2849-50D9-2252-2A91F7F341E2}"/>
          </ac:picMkLst>
        </pc:picChg>
        <pc:picChg chg="add del mod ord modCrop">
          <ac:chgData name="Katie HARRISON" userId="S::kfharrison@wisc.edu::f5e22dcb-aa54-4825-b422-a6b74624f705" providerId="AD" clId="Web-{E636B4CE-121E-7EE7-F437-609CC4CD5B80}" dt="2022-08-09T05:16:52.851" v="209"/>
          <ac:picMkLst>
            <pc:docMk/>
            <pc:sldMk cId="1975411790" sldId="273"/>
            <ac:picMk id="9" creationId="{3BE3C38A-CECF-5DEF-426B-64E08D583E01}"/>
          </ac:picMkLst>
        </pc:picChg>
        <pc:picChg chg="add del mod ord modCrop">
          <ac:chgData name="Katie HARRISON" userId="S::kfharrison@wisc.edu::f5e22dcb-aa54-4825-b422-a6b74624f705" providerId="AD" clId="Web-{E636B4CE-121E-7EE7-F437-609CC4CD5B80}" dt="2022-08-09T05:17:06.429" v="213"/>
          <ac:picMkLst>
            <pc:docMk/>
            <pc:sldMk cId="1975411790" sldId="273"/>
            <ac:picMk id="12" creationId="{38AC7B9F-860E-BC64-024A-04DC76EB1B8D}"/>
          </ac:picMkLst>
        </pc:picChg>
        <pc:picChg chg="add mod">
          <ac:chgData name="Katie HARRISON" userId="S::kfharrison@wisc.edu::f5e22dcb-aa54-4825-b422-a6b74624f705" providerId="AD" clId="Web-{E636B4CE-121E-7EE7-F437-609CC4CD5B80}" dt="2022-08-09T06:03:19.856" v="310" actId="1076"/>
          <ac:picMkLst>
            <pc:docMk/>
            <pc:sldMk cId="1975411790" sldId="273"/>
            <ac:picMk id="14" creationId="{F141AA6C-8E28-5A03-0A71-E59D301D4FE0}"/>
          </ac:picMkLst>
        </pc:picChg>
        <pc:picChg chg="add mod">
          <ac:chgData name="Katie HARRISON" userId="S::kfharrison@wisc.edu::f5e22dcb-aa54-4825-b422-a6b74624f705" providerId="AD" clId="Web-{E636B4CE-121E-7EE7-F437-609CC4CD5B80}" dt="2022-08-09T06:03:17.388" v="309" actId="1076"/>
          <ac:picMkLst>
            <pc:docMk/>
            <pc:sldMk cId="1975411790" sldId="273"/>
            <ac:picMk id="18" creationId="{FADCD578-09D8-989E-188A-67E908A16A44}"/>
          </ac:picMkLst>
        </pc:picChg>
        <pc:picChg chg="add mod">
          <ac:chgData name="Katie HARRISON" userId="S::kfharrison@wisc.edu::f5e22dcb-aa54-4825-b422-a6b74624f705" providerId="AD" clId="Web-{E636B4CE-121E-7EE7-F437-609CC4CD5B80}" dt="2022-08-09T06:03:26.466" v="311" actId="14100"/>
          <ac:picMkLst>
            <pc:docMk/>
            <pc:sldMk cId="1975411790" sldId="273"/>
            <ac:picMk id="19" creationId="{076B7D7C-1C33-9057-1019-B1B55E3B7D97}"/>
          </ac:picMkLst>
        </pc:picChg>
        <pc:picChg chg="add del mod">
          <ac:chgData name="Katie HARRISON" userId="S::kfharrison@wisc.edu::f5e22dcb-aa54-4825-b422-a6b74624f705" providerId="AD" clId="Web-{E636B4CE-121E-7EE7-F437-609CC4CD5B80}" dt="2022-08-09T05:37:05.015" v="234"/>
          <ac:picMkLst>
            <pc:docMk/>
            <pc:sldMk cId="1975411790" sldId="273"/>
            <ac:picMk id="20" creationId="{C10FDE9D-E6A0-531E-FB5A-BF6C57ADDD48}"/>
          </ac:picMkLst>
        </pc:picChg>
        <pc:picChg chg="add mod ord">
          <ac:chgData name="Katie HARRISON" userId="S::kfharrison@wisc.edu::f5e22dcb-aa54-4825-b422-a6b74624f705" providerId="AD" clId="Web-{E636B4CE-121E-7EE7-F437-609CC4CD5B80}" dt="2022-08-09T06:05:08.951" v="341" actId="1076"/>
          <ac:picMkLst>
            <pc:docMk/>
            <pc:sldMk cId="1975411790" sldId="273"/>
            <ac:picMk id="21" creationId="{D7A79E28-3F0A-784B-182B-A7FCE8A88AB7}"/>
          </ac:picMkLst>
        </pc:picChg>
      </pc:sldChg>
      <pc:sldChg chg="new del">
        <pc:chgData name="Katie HARRISON" userId="S::kfharrison@wisc.edu::f5e22dcb-aa54-4825-b422-a6b74624f705" providerId="AD" clId="Web-{E636B4CE-121E-7EE7-F437-609CC4CD5B80}" dt="2022-08-09T06:05:42.373" v="342"/>
        <pc:sldMkLst>
          <pc:docMk/>
          <pc:sldMk cId="930277542" sldId="274"/>
        </pc:sldMkLst>
      </pc:sldChg>
      <pc:sldChg chg="addSp delSp modSp new mod setBg modClrScheme setClrOvrMap delDesignElem chgLayout">
        <pc:chgData name="Katie HARRISON" userId="S::kfharrison@wisc.edu::f5e22dcb-aa54-4825-b422-a6b74624f705" providerId="AD" clId="Web-{E636B4CE-121E-7EE7-F437-609CC4CD5B80}" dt="2022-08-09T06:14:08.141" v="388" actId="20577"/>
        <pc:sldMkLst>
          <pc:docMk/>
          <pc:sldMk cId="3430250974" sldId="274"/>
        </pc:sldMkLst>
        <pc:spChg chg="add del mod ord">
          <ac:chgData name="Katie HARRISON" userId="S::kfharrison@wisc.edu::f5e22dcb-aa54-4825-b422-a6b74624f705" providerId="AD" clId="Web-{E636B4CE-121E-7EE7-F437-609CC4CD5B80}" dt="2022-08-09T06:07:59.295" v="349"/>
          <ac:spMkLst>
            <pc:docMk/>
            <pc:sldMk cId="3430250974" sldId="274"/>
            <ac:spMk id="2" creationId="{8C0D8CCD-DCD7-953C-FDA6-5695902792FC}"/>
          </ac:spMkLst>
        </pc:spChg>
        <pc:spChg chg="add del mod ord">
          <ac:chgData name="Katie HARRISON" userId="S::kfharrison@wisc.edu::f5e22dcb-aa54-4825-b422-a6b74624f705" providerId="AD" clId="Web-{E636B4CE-121E-7EE7-F437-609CC4CD5B80}" dt="2022-08-09T06:07:59.295" v="349"/>
          <ac:spMkLst>
            <pc:docMk/>
            <pc:sldMk cId="3430250974" sldId="274"/>
            <ac:spMk id="3" creationId="{D3FAB34F-411A-744C-97CC-A1A5DF65EC23}"/>
          </ac:spMkLst>
        </pc:spChg>
        <pc:spChg chg="add del mod ord">
          <ac:chgData name="Katie HARRISON" userId="S::kfharrison@wisc.edu::f5e22dcb-aa54-4825-b422-a6b74624f705" providerId="AD" clId="Web-{E636B4CE-121E-7EE7-F437-609CC4CD5B80}" dt="2022-08-09T06:07:53.155" v="346"/>
          <ac:spMkLst>
            <pc:docMk/>
            <pc:sldMk cId="3430250974" sldId="274"/>
            <ac:spMk id="4" creationId="{2572B7D9-A647-DBC2-53BA-FFD5D8AA81A8}"/>
          </ac:spMkLst>
        </pc:spChg>
        <pc:spChg chg="add del">
          <ac:chgData name="Katie HARRISON" userId="S::kfharrison@wisc.edu::f5e22dcb-aa54-4825-b422-a6b74624f705" providerId="AD" clId="Web-{E636B4CE-121E-7EE7-F437-609CC4CD5B80}" dt="2022-08-09T06:07:59.280" v="348"/>
          <ac:spMkLst>
            <pc:docMk/>
            <pc:sldMk cId="3430250974" sldId="274"/>
            <ac:spMk id="10" creationId="{726908CC-6AC4-4222-8250-B90B6072E8AC}"/>
          </ac:spMkLst>
        </pc:spChg>
        <pc:spChg chg="add del">
          <ac:chgData name="Katie HARRISON" userId="S::kfharrison@wisc.edu::f5e22dcb-aa54-4825-b422-a6b74624f705" providerId="AD" clId="Web-{E636B4CE-121E-7EE7-F437-609CC4CD5B80}" dt="2022-08-09T06:07:59.280" v="348"/>
          <ac:spMkLst>
            <pc:docMk/>
            <pc:sldMk cId="3430250974" sldId="274"/>
            <ac:spMk id="12" creationId="{F2F606D8-696E-4B76-BB10-43672AA1475A}"/>
          </ac:spMkLst>
        </pc:spChg>
        <pc:spChg chg="add del">
          <ac:chgData name="Katie HARRISON" userId="S::kfharrison@wisc.edu::f5e22dcb-aa54-4825-b422-a6b74624f705" providerId="AD" clId="Web-{E636B4CE-121E-7EE7-F437-609CC4CD5B80}" dt="2022-08-09T06:07:59.280" v="348"/>
          <ac:spMkLst>
            <pc:docMk/>
            <pc:sldMk cId="3430250974" sldId="274"/>
            <ac:spMk id="14" creationId="{3ABF1881-5AFD-48F9-979A-19EE2FE30A33}"/>
          </ac:spMkLst>
        </pc:spChg>
        <pc:spChg chg="add del">
          <ac:chgData name="Katie HARRISON" userId="S::kfharrison@wisc.edu::f5e22dcb-aa54-4825-b422-a6b74624f705" providerId="AD" clId="Web-{E636B4CE-121E-7EE7-F437-609CC4CD5B80}" dt="2022-08-09T06:08:06.936" v="351"/>
          <ac:spMkLst>
            <pc:docMk/>
            <pc:sldMk cId="3430250974" sldId="274"/>
            <ac:spMk id="16" creationId="{0288C6B4-AFC3-407F-A595-EFFD38D4CCAF}"/>
          </ac:spMkLst>
        </pc:spChg>
        <pc:spChg chg="add del">
          <ac:chgData name="Katie HARRISON" userId="S::kfharrison@wisc.edu::f5e22dcb-aa54-4825-b422-a6b74624f705" providerId="AD" clId="Web-{E636B4CE-121E-7EE7-F437-609CC4CD5B80}" dt="2022-08-09T06:08:06.936" v="351"/>
          <ac:spMkLst>
            <pc:docMk/>
            <pc:sldMk cId="3430250974" sldId="274"/>
            <ac:spMk id="17" creationId="{2D6FBB9D-1CAA-4D05-AB33-BABDFE17B843}"/>
          </ac:spMkLst>
        </pc:spChg>
        <pc:spChg chg="add del">
          <ac:chgData name="Katie HARRISON" userId="S::kfharrison@wisc.edu::f5e22dcb-aa54-4825-b422-a6b74624f705" providerId="AD" clId="Web-{E636B4CE-121E-7EE7-F437-609CC4CD5B80}" dt="2022-08-09T06:08:06.936" v="351"/>
          <ac:spMkLst>
            <pc:docMk/>
            <pc:sldMk cId="3430250974" sldId="274"/>
            <ac:spMk id="18" creationId="{CF236821-17FE-429B-8D2C-08E13A64EA40}"/>
          </ac:spMkLst>
        </pc:spChg>
        <pc:spChg chg="add del">
          <ac:chgData name="Katie HARRISON" userId="S::kfharrison@wisc.edu::f5e22dcb-aa54-4825-b422-a6b74624f705" providerId="AD" clId="Web-{E636B4CE-121E-7EE7-F437-609CC4CD5B80}" dt="2022-08-09T06:08:06.936" v="351"/>
          <ac:spMkLst>
            <pc:docMk/>
            <pc:sldMk cId="3430250974" sldId="274"/>
            <ac:spMk id="19" creationId="{04727B71-B4B6-4823-80A1-68C40B475118}"/>
          </ac:spMkLst>
        </pc:spChg>
        <pc:spChg chg="add del">
          <ac:chgData name="Katie HARRISON" userId="S::kfharrison@wisc.edu::f5e22dcb-aa54-4825-b422-a6b74624f705" providerId="AD" clId="Web-{E636B4CE-121E-7EE7-F437-609CC4CD5B80}" dt="2022-08-09T06:08:06.936" v="351"/>
          <ac:spMkLst>
            <pc:docMk/>
            <pc:sldMk cId="3430250974" sldId="274"/>
            <ac:spMk id="20" creationId="{C0BDBCD2-E081-43AB-9119-C55465E59757}"/>
          </ac:spMkLst>
        </pc:spChg>
        <pc:spChg chg="add del">
          <ac:chgData name="Katie HARRISON" userId="S::kfharrison@wisc.edu::f5e22dcb-aa54-4825-b422-a6b74624f705" providerId="AD" clId="Web-{E636B4CE-121E-7EE7-F437-609CC4CD5B80}" dt="2022-08-09T06:08:06.936" v="351"/>
          <ac:spMkLst>
            <pc:docMk/>
            <pc:sldMk cId="3430250974" sldId="274"/>
            <ac:spMk id="21" creationId="{79A6DB05-9FB5-4B07-8675-74C23D4FD89D}"/>
          </ac:spMkLst>
        </pc:spChg>
        <pc:spChg chg="add del">
          <ac:chgData name="Katie HARRISON" userId="S::kfharrison@wisc.edu::f5e22dcb-aa54-4825-b422-a6b74624f705" providerId="AD" clId="Web-{E636B4CE-121E-7EE7-F437-609CC4CD5B80}" dt="2022-08-09T06:08:06.936" v="351"/>
          <ac:spMkLst>
            <pc:docMk/>
            <pc:sldMk cId="3430250974" sldId="274"/>
            <ac:spMk id="22" creationId="{98E79BE4-34FE-485A-98A5-92CE8F7C4743}"/>
          </ac:spMkLst>
        </pc:spChg>
        <pc:spChg chg="add mod ord">
          <ac:chgData name="Katie HARRISON" userId="S::kfharrison@wisc.edu::f5e22dcb-aa54-4825-b422-a6b74624f705" providerId="AD" clId="Web-{E636B4CE-121E-7EE7-F437-609CC4CD5B80}" dt="2022-08-09T06:10:01.202" v="374" actId="20577"/>
          <ac:spMkLst>
            <pc:docMk/>
            <pc:sldMk cId="3430250974" sldId="274"/>
            <ac:spMk id="23" creationId="{8C0D8CCD-DCD7-953C-FDA6-5695902792FC}"/>
          </ac:spMkLst>
        </pc:spChg>
        <pc:spChg chg="add del">
          <ac:chgData name="Katie HARRISON" userId="S::kfharrison@wisc.edu::f5e22dcb-aa54-4825-b422-a6b74624f705" providerId="AD" clId="Web-{E636B4CE-121E-7EE7-F437-609CC4CD5B80}" dt="2022-08-09T06:08:06.936" v="351"/>
          <ac:spMkLst>
            <pc:docMk/>
            <pc:sldMk cId="3430250974" sldId="274"/>
            <ac:spMk id="24" creationId="{7A5F0580-5EE9-419F-96EE-B6529EF6E7D0}"/>
          </ac:spMkLst>
        </pc:spChg>
        <pc:spChg chg="add mod ord">
          <ac:chgData name="Katie HARRISON" userId="S::kfharrison@wisc.edu::f5e22dcb-aa54-4825-b422-a6b74624f705" providerId="AD" clId="Web-{E636B4CE-121E-7EE7-F437-609CC4CD5B80}" dt="2022-08-09T06:14:08.141" v="388" actId="20577"/>
          <ac:spMkLst>
            <pc:docMk/>
            <pc:sldMk cId="3430250974" sldId="274"/>
            <ac:spMk id="25" creationId="{D3FAB34F-411A-744C-97CC-A1A5DF65EC23}"/>
          </ac:spMkLst>
        </pc:spChg>
        <pc:spChg chg="add del">
          <ac:chgData name="Katie HARRISON" userId="S::kfharrison@wisc.edu::f5e22dcb-aa54-4825-b422-a6b74624f705" providerId="AD" clId="Web-{E636B4CE-121E-7EE7-F437-609CC4CD5B80}" dt="2022-08-09T06:08:44.764" v="354"/>
          <ac:spMkLst>
            <pc:docMk/>
            <pc:sldMk cId="3430250974" sldId="274"/>
            <ac:spMk id="27" creationId="{8D06CE56-3881-4ADA-8CEF-D18B02C242A3}"/>
          </ac:spMkLst>
        </pc:spChg>
        <pc:spChg chg="add del">
          <ac:chgData name="Katie HARRISON" userId="S::kfharrison@wisc.edu::f5e22dcb-aa54-4825-b422-a6b74624f705" providerId="AD" clId="Web-{E636B4CE-121E-7EE7-F437-609CC4CD5B80}" dt="2022-08-09T06:08:44.764" v="354"/>
          <ac:spMkLst>
            <pc:docMk/>
            <pc:sldMk cId="3430250974" sldId="274"/>
            <ac:spMk id="28" creationId="{79F3C543-62EC-4433-9C93-A2CD8764E9B4}"/>
          </ac:spMkLst>
        </pc:spChg>
        <pc:spChg chg="add del">
          <ac:chgData name="Katie HARRISON" userId="S::kfharrison@wisc.edu::f5e22dcb-aa54-4825-b422-a6b74624f705" providerId="AD" clId="Web-{E636B4CE-121E-7EE7-F437-609CC4CD5B80}" dt="2022-08-09T06:08:44.764" v="354"/>
          <ac:spMkLst>
            <pc:docMk/>
            <pc:sldMk cId="3430250974" sldId="274"/>
            <ac:spMk id="29" creationId="{5A59F003-E00A-43F9-91DC-CC54E3B87466}"/>
          </ac:spMkLst>
        </pc:spChg>
        <pc:spChg chg="add del">
          <ac:chgData name="Katie HARRISON" userId="S::kfharrison@wisc.edu::f5e22dcb-aa54-4825-b422-a6b74624f705" providerId="AD" clId="Web-{E636B4CE-121E-7EE7-F437-609CC4CD5B80}" dt="2022-08-09T06:08:36.764" v="352"/>
          <ac:spMkLst>
            <pc:docMk/>
            <pc:sldMk cId="3430250974" sldId="274"/>
            <ac:spMk id="30" creationId="{2D6FBB9D-1CAA-4D05-AB33-BABDFE17B843}"/>
          </ac:spMkLst>
        </pc:spChg>
        <pc:spChg chg="add del">
          <ac:chgData name="Katie HARRISON" userId="S::kfharrison@wisc.edu::f5e22dcb-aa54-4825-b422-a6b74624f705" providerId="AD" clId="Web-{E636B4CE-121E-7EE7-F437-609CC4CD5B80}" dt="2022-08-09T06:08:44.764" v="354"/>
          <ac:spMkLst>
            <pc:docMk/>
            <pc:sldMk cId="3430250974" sldId="274"/>
            <ac:spMk id="31" creationId="{D74A4382-E3AD-430A-9A1F-DFA3E0E77A7D}"/>
          </ac:spMkLst>
        </pc:spChg>
        <pc:spChg chg="add del">
          <ac:chgData name="Katie HARRISON" userId="S::kfharrison@wisc.edu::f5e22dcb-aa54-4825-b422-a6b74624f705" providerId="AD" clId="Web-{E636B4CE-121E-7EE7-F437-609CC4CD5B80}" dt="2022-08-09T06:08:36.764" v="352"/>
          <ac:spMkLst>
            <pc:docMk/>
            <pc:sldMk cId="3430250974" sldId="274"/>
            <ac:spMk id="32" creationId="{04727B71-B4B6-4823-80A1-68C40B475118}"/>
          </ac:spMkLst>
        </pc:spChg>
        <pc:spChg chg="add del">
          <ac:chgData name="Katie HARRISON" userId="S::kfharrison@wisc.edu::f5e22dcb-aa54-4825-b422-a6b74624f705" providerId="AD" clId="Web-{E636B4CE-121E-7EE7-F437-609CC4CD5B80}" dt="2022-08-09T06:08:44.764" v="354"/>
          <ac:spMkLst>
            <pc:docMk/>
            <pc:sldMk cId="3430250974" sldId="274"/>
            <ac:spMk id="33" creationId="{79F40191-0F44-4FD1-82CC-ACB507C14BE6}"/>
          </ac:spMkLst>
        </pc:spChg>
        <pc:spChg chg="add del">
          <ac:chgData name="Katie HARRISON" userId="S::kfharrison@wisc.edu::f5e22dcb-aa54-4825-b422-a6b74624f705" providerId="AD" clId="Web-{E636B4CE-121E-7EE7-F437-609CC4CD5B80}" dt="2022-08-09T06:08:36.764" v="352"/>
          <ac:spMkLst>
            <pc:docMk/>
            <pc:sldMk cId="3430250974" sldId="274"/>
            <ac:spMk id="34" creationId="{79A6DB05-9FB5-4B07-8675-74C23D4FD89D}"/>
          </ac:spMkLst>
        </pc:spChg>
        <pc:spChg chg="add del">
          <ac:chgData name="Katie HARRISON" userId="S::kfharrison@wisc.edu::f5e22dcb-aa54-4825-b422-a6b74624f705" providerId="AD" clId="Web-{E636B4CE-121E-7EE7-F437-609CC4CD5B80}" dt="2022-08-09T06:08:47.155" v="356"/>
          <ac:spMkLst>
            <pc:docMk/>
            <pc:sldMk cId="3430250974" sldId="274"/>
            <ac:spMk id="35" creationId="{8D06CE56-3881-4ADA-8CEF-D18B02C242A3}"/>
          </ac:spMkLst>
        </pc:spChg>
        <pc:spChg chg="add del">
          <ac:chgData name="Katie HARRISON" userId="S::kfharrison@wisc.edu::f5e22dcb-aa54-4825-b422-a6b74624f705" providerId="AD" clId="Web-{E636B4CE-121E-7EE7-F437-609CC4CD5B80}" dt="2022-08-09T06:08:36.764" v="352"/>
          <ac:spMkLst>
            <pc:docMk/>
            <pc:sldMk cId="3430250974" sldId="274"/>
            <ac:spMk id="36" creationId="{84ECDE7A-6944-466D-8FFE-149A29BA6BAE}"/>
          </ac:spMkLst>
        </pc:spChg>
        <pc:spChg chg="add del">
          <ac:chgData name="Katie HARRISON" userId="S::kfharrison@wisc.edu::f5e22dcb-aa54-4825-b422-a6b74624f705" providerId="AD" clId="Web-{E636B4CE-121E-7EE7-F437-609CC4CD5B80}" dt="2022-08-09T06:08:47.155" v="356"/>
          <ac:spMkLst>
            <pc:docMk/>
            <pc:sldMk cId="3430250974" sldId="274"/>
            <ac:spMk id="37" creationId="{79F3C543-62EC-4433-9C93-A2CD8764E9B4}"/>
          </ac:spMkLst>
        </pc:spChg>
        <pc:spChg chg="add del">
          <ac:chgData name="Katie HARRISON" userId="S::kfharrison@wisc.edu::f5e22dcb-aa54-4825-b422-a6b74624f705" providerId="AD" clId="Web-{E636B4CE-121E-7EE7-F437-609CC4CD5B80}" dt="2022-08-09T06:08:36.764" v="352"/>
          <ac:spMkLst>
            <pc:docMk/>
            <pc:sldMk cId="3430250974" sldId="274"/>
            <ac:spMk id="38" creationId="{B3420082-9415-44EC-802E-C77D71D59C57}"/>
          </ac:spMkLst>
        </pc:spChg>
        <pc:spChg chg="add del">
          <ac:chgData name="Katie HARRISON" userId="S::kfharrison@wisc.edu::f5e22dcb-aa54-4825-b422-a6b74624f705" providerId="AD" clId="Web-{E636B4CE-121E-7EE7-F437-609CC4CD5B80}" dt="2022-08-09T06:08:47.155" v="356"/>
          <ac:spMkLst>
            <pc:docMk/>
            <pc:sldMk cId="3430250974" sldId="274"/>
            <ac:spMk id="39" creationId="{8EE94D8D-BC47-413E-91AB-A2FCCE172B57}"/>
          </ac:spMkLst>
        </pc:spChg>
        <pc:spChg chg="add del">
          <ac:chgData name="Katie HARRISON" userId="S::kfharrison@wisc.edu::f5e22dcb-aa54-4825-b422-a6b74624f705" providerId="AD" clId="Web-{E636B4CE-121E-7EE7-F437-609CC4CD5B80}" dt="2022-08-09T06:08:36.764" v="352"/>
          <ac:spMkLst>
            <pc:docMk/>
            <pc:sldMk cId="3430250974" sldId="274"/>
            <ac:spMk id="40" creationId="{55A52C45-1FCB-4636-A80F-2849B8226C01}"/>
          </ac:spMkLst>
        </pc:spChg>
        <pc:spChg chg="add del">
          <ac:chgData name="Katie HARRISON" userId="S::kfharrison@wisc.edu::f5e22dcb-aa54-4825-b422-a6b74624f705" providerId="AD" clId="Web-{E636B4CE-121E-7EE7-F437-609CC4CD5B80}" dt="2022-08-09T06:08:47.155" v="356"/>
          <ac:spMkLst>
            <pc:docMk/>
            <pc:sldMk cId="3430250974" sldId="274"/>
            <ac:spMk id="41" creationId="{284A8429-F65A-490D-96E4-1158D3E8A026}"/>
          </ac:spMkLst>
        </pc:spChg>
        <pc:spChg chg="add del">
          <ac:chgData name="Katie HARRISON" userId="S::kfharrison@wisc.edu::f5e22dcb-aa54-4825-b422-a6b74624f705" providerId="AD" clId="Web-{E636B4CE-121E-7EE7-F437-609CC4CD5B80}" dt="2022-08-09T06:08:36.764" v="352"/>
          <ac:spMkLst>
            <pc:docMk/>
            <pc:sldMk cId="3430250974" sldId="274"/>
            <ac:spMk id="42" creationId="{768EB4DD-3704-43AD-92B3-C4E0C6EA92CB}"/>
          </ac:spMkLst>
        </pc:spChg>
        <pc:spChg chg="add del">
          <ac:chgData name="Katie HARRISON" userId="S::kfharrison@wisc.edu::f5e22dcb-aa54-4825-b422-a6b74624f705" providerId="AD" clId="Web-{E636B4CE-121E-7EE7-F437-609CC4CD5B80}" dt="2022-08-09T06:08:47.155" v="356"/>
          <ac:spMkLst>
            <pc:docMk/>
            <pc:sldMk cId="3430250974" sldId="274"/>
            <ac:spMk id="43" creationId="{0F022291-A82B-4D23-A1E0-5F9BD684669E}"/>
          </ac:spMkLst>
        </pc:spChg>
        <pc:spChg chg="add del">
          <ac:chgData name="Katie HARRISON" userId="S::kfharrison@wisc.edu::f5e22dcb-aa54-4825-b422-a6b74624f705" providerId="AD" clId="Web-{E636B4CE-121E-7EE7-F437-609CC4CD5B80}" dt="2022-08-09T06:09:09.327" v="363"/>
          <ac:spMkLst>
            <pc:docMk/>
            <pc:sldMk cId="3430250974" sldId="274"/>
            <ac:spMk id="45" creationId="{8D06CE56-3881-4ADA-8CEF-D18B02C242A3}"/>
          </ac:spMkLst>
        </pc:spChg>
        <pc:spChg chg="add del">
          <ac:chgData name="Katie HARRISON" userId="S::kfharrison@wisc.edu::f5e22dcb-aa54-4825-b422-a6b74624f705" providerId="AD" clId="Web-{E636B4CE-121E-7EE7-F437-609CC4CD5B80}" dt="2022-08-09T06:09:09.327" v="363"/>
          <ac:spMkLst>
            <pc:docMk/>
            <pc:sldMk cId="3430250974" sldId="274"/>
            <ac:spMk id="46" creationId="{79F3C543-62EC-4433-9C93-A2CD8764E9B4}"/>
          </ac:spMkLst>
        </pc:spChg>
        <pc:spChg chg="add del">
          <ac:chgData name="Katie HARRISON" userId="S::kfharrison@wisc.edu::f5e22dcb-aa54-4825-b422-a6b74624f705" providerId="AD" clId="Web-{E636B4CE-121E-7EE7-F437-609CC4CD5B80}" dt="2022-08-09T06:09:09.327" v="363"/>
          <ac:spMkLst>
            <pc:docMk/>
            <pc:sldMk cId="3430250974" sldId="274"/>
            <ac:spMk id="47" creationId="{5DCB5928-DC7D-4612-9922-441966E15627}"/>
          </ac:spMkLst>
        </pc:spChg>
        <pc:spChg chg="add del">
          <ac:chgData name="Katie HARRISON" userId="S::kfharrison@wisc.edu::f5e22dcb-aa54-4825-b422-a6b74624f705" providerId="AD" clId="Web-{E636B4CE-121E-7EE7-F437-609CC4CD5B80}" dt="2022-08-09T06:09:09.327" v="363"/>
          <ac:spMkLst>
            <pc:docMk/>
            <pc:sldMk cId="3430250974" sldId="274"/>
            <ac:spMk id="48" creationId="{682C1161-1736-45EC-99B7-33F3CAE9D517}"/>
          </ac:spMkLst>
        </pc:spChg>
        <pc:spChg chg="add del">
          <ac:chgData name="Katie HARRISON" userId="S::kfharrison@wisc.edu::f5e22dcb-aa54-4825-b422-a6b74624f705" providerId="AD" clId="Web-{E636B4CE-121E-7EE7-F437-609CC4CD5B80}" dt="2022-08-09T06:09:09.327" v="363"/>
          <ac:spMkLst>
            <pc:docMk/>
            <pc:sldMk cId="3430250974" sldId="274"/>
            <ac:spMk id="49" creationId="{84D4DDB8-B68F-45B0-9F62-C4279996F672}"/>
          </ac:spMkLst>
        </pc:spChg>
        <pc:spChg chg="add del">
          <ac:chgData name="Katie HARRISON" userId="S::kfharrison@wisc.edu::f5e22dcb-aa54-4825-b422-a6b74624f705" providerId="AD" clId="Web-{E636B4CE-121E-7EE7-F437-609CC4CD5B80}" dt="2022-08-09T06:09:09.327" v="363"/>
          <ac:spMkLst>
            <pc:docMk/>
            <pc:sldMk cId="3430250974" sldId="274"/>
            <ac:spMk id="50" creationId="{AF2F604E-43BE-4DC3-B983-E071523364F8}"/>
          </ac:spMkLst>
        </pc:spChg>
        <pc:spChg chg="add del">
          <ac:chgData name="Katie HARRISON" userId="S::kfharrison@wisc.edu::f5e22dcb-aa54-4825-b422-a6b74624f705" providerId="AD" clId="Web-{E636B4CE-121E-7EE7-F437-609CC4CD5B80}" dt="2022-08-09T06:09:09.327" v="363"/>
          <ac:spMkLst>
            <pc:docMk/>
            <pc:sldMk cId="3430250974" sldId="274"/>
            <ac:spMk id="51" creationId="{08C9B587-E65E-4B52-B37C-ABEBB6E87928}"/>
          </ac:spMkLst>
        </pc:spChg>
        <pc:spChg chg="add del">
          <ac:chgData name="Katie HARRISON" userId="S::kfharrison@wisc.edu::f5e22dcb-aa54-4825-b422-a6b74624f705" providerId="AD" clId="Web-{E636B4CE-121E-7EE7-F437-609CC4CD5B80}" dt="2022-08-09T06:09:26.499" v="367"/>
          <ac:spMkLst>
            <pc:docMk/>
            <pc:sldMk cId="3430250974" sldId="274"/>
            <ac:spMk id="56" creationId="{8D06CE56-3881-4ADA-8CEF-D18B02C242A3}"/>
          </ac:spMkLst>
        </pc:spChg>
        <pc:spChg chg="add del">
          <ac:chgData name="Katie HARRISON" userId="S::kfharrison@wisc.edu::f5e22dcb-aa54-4825-b422-a6b74624f705" providerId="AD" clId="Web-{E636B4CE-121E-7EE7-F437-609CC4CD5B80}" dt="2022-08-09T06:09:26.499" v="367"/>
          <ac:spMkLst>
            <pc:docMk/>
            <pc:sldMk cId="3430250974" sldId="274"/>
            <ac:spMk id="58" creationId="{79F3C543-62EC-4433-9C93-A2CD8764E9B4}"/>
          </ac:spMkLst>
        </pc:spChg>
        <pc:spChg chg="add del">
          <ac:chgData name="Katie HARRISON" userId="S::kfharrison@wisc.edu::f5e22dcb-aa54-4825-b422-a6b74624f705" providerId="AD" clId="Web-{E636B4CE-121E-7EE7-F437-609CC4CD5B80}" dt="2022-08-09T06:09:26.499" v="367"/>
          <ac:spMkLst>
            <pc:docMk/>
            <pc:sldMk cId="3430250974" sldId="274"/>
            <ac:spMk id="60" creationId="{5DCB5928-DC7D-4612-9922-441966E15627}"/>
          </ac:spMkLst>
        </pc:spChg>
        <pc:spChg chg="add del">
          <ac:chgData name="Katie HARRISON" userId="S::kfharrison@wisc.edu::f5e22dcb-aa54-4825-b422-a6b74624f705" providerId="AD" clId="Web-{E636B4CE-121E-7EE7-F437-609CC4CD5B80}" dt="2022-08-09T06:09:26.499" v="367"/>
          <ac:spMkLst>
            <pc:docMk/>
            <pc:sldMk cId="3430250974" sldId="274"/>
            <ac:spMk id="62" creationId="{682C1161-1736-45EC-99B7-33F3CAE9D517}"/>
          </ac:spMkLst>
        </pc:spChg>
        <pc:spChg chg="add del">
          <ac:chgData name="Katie HARRISON" userId="S::kfharrison@wisc.edu::f5e22dcb-aa54-4825-b422-a6b74624f705" providerId="AD" clId="Web-{E636B4CE-121E-7EE7-F437-609CC4CD5B80}" dt="2022-08-09T06:09:26.499" v="367"/>
          <ac:spMkLst>
            <pc:docMk/>
            <pc:sldMk cId="3430250974" sldId="274"/>
            <ac:spMk id="64" creationId="{84D4DDB8-B68F-45B0-9F62-C4279996F672}"/>
          </ac:spMkLst>
        </pc:spChg>
        <pc:spChg chg="add del">
          <ac:chgData name="Katie HARRISON" userId="S::kfharrison@wisc.edu::f5e22dcb-aa54-4825-b422-a6b74624f705" providerId="AD" clId="Web-{E636B4CE-121E-7EE7-F437-609CC4CD5B80}" dt="2022-08-09T06:09:26.499" v="367"/>
          <ac:spMkLst>
            <pc:docMk/>
            <pc:sldMk cId="3430250974" sldId="274"/>
            <ac:spMk id="66" creationId="{AF2F604E-43BE-4DC3-B983-E071523364F8}"/>
          </ac:spMkLst>
        </pc:spChg>
        <pc:spChg chg="add del">
          <ac:chgData name="Katie HARRISON" userId="S::kfharrison@wisc.edu::f5e22dcb-aa54-4825-b422-a6b74624f705" providerId="AD" clId="Web-{E636B4CE-121E-7EE7-F437-609CC4CD5B80}" dt="2022-08-09T06:09:26.499" v="367"/>
          <ac:spMkLst>
            <pc:docMk/>
            <pc:sldMk cId="3430250974" sldId="274"/>
            <ac:spMk id="68" creationId="{08C9B587-E65E-4B52-B37C-ABEBB6E87928}"/>
          </ac:spMkLst>
        </pc:spChg>
        <pc:spChg chg="add del">
          <ac:chgData name="Katie HARRISON" userId="S::kfharrison@wisc.edu::f5e22dcb-aa54-4825-b422-a6b74624f705" providerId="AD" clId="Web-{E636B4CE-121E-7EE7-F437-609CC4CD5B80}" dt="2022-08-09T06:10:18.327" v="375"/>
          <ac:spMkLst>
            <pc:docMk/>
            <pc:sldMk cId="3430250974" sldId="274"/>
            <ac:spMk id="73" creationId="{8D06CE56-3881-4ADA-8CEF-D18B02C242A3}"/>
          </ac:spMkLst>
        </pc:spChg>
        <pc:spChg chg="add del">
          <ac:chgData name="Katie HARRISON" userId="S::kfharrison@wisc.edu::f5e22dcb-aa54-4825-b422-a6b74624f705" providerId="AD" clId="Web-{E636B4CE-121E-7EE7-F437-609CC4CD5B80}" dt="2022-08-09T06:10:18.327" v="375"/>
          <ac:spMkLst>
            <pc:docMk/>
            <pc:sldMk cId="3430250974" sldId="274"/>
            <ac:spMk id="75" creationId="{79F3C543-62EC-4433-9C93-A2CD8764E9B4}"/>
          </ac:spMkLst>
        </pc:spChg>
        <pc:spChg chg="add del">
          <ac:chgData name="Katie HARRISON" userId="S::kfharrison@wisc.edu::f5e22dcb-aa54-4825-b422-a6b74624f705" providerId="AD" clId="Web-{E636B4CE-121E-7EE7-F437-609CC4CD5B80}" dt="2022-08-09T06:10:18.327" v="375"/>
          <ac:spMkLst>
            <pc:docMk/>
            <pc:sldMk cId="3430250974" sldId="274"/>
            <ac:spMk id="77" creationId="{017517EF-BD4D-4055-BDB4-A322C53568AD}"/>
          </ac:spMkLst>
        </pc:spChg>
        <pc:spChg chg="add del">
          <ac:chgData name="Katie HARRISON" userId="S::kfharrison@wisc.edu::f5e22dcb-aa54-4825-b422-a6b74624f705" providerId="AD" clId="Web-{E636B4CE-121E-7EE7-F437-609CC4CD5B80}" dt="2022-08-09T06:10:18.327" v="375"/>
          <ac:spMkLst>
            <pc:docMk/>
            <pc:sldMk cId="3430250974" sldId="274"/>
            <ac:spMk id="79" creationId="{0ADDB668-2CA4-4D2B-9C34-3487CA330BA8}"/>
          </ac:spMkLst>
        </pc:spChg>
        <pc:spChg chg="add del">
          <ac:chgData name="Katie HARRISON" userId="S::kfharrison@wisc.edu::f5e22dcb-aa54-4825-b422-a6b74624f705" providerId="AD" clId="Web-{E636B4CE-121E-7EE7-F437-609CC4CD5B80}" dt="2022-08-09T06:10:18.327" v="375"/>
          <ac:spMkLst>
            <pc:docMk/>
            <pc:sldMk cId="3430250974" sldId="274"/>
            <ac:spMk id="81" creationId="{2568BC19-F052-4108-93E1-6A3D1DEC072F}"/>
          </ac:spMkLst>
        </pc:spChg>
        <pc:spChg chg="add del">
          <ac:chgData name="Katie HARRISON" userId="S::kfharrison@wisc.edu::f5e22dcb-aa54-4825-b422-a6b74624f705" providerId="AD" clId="Web-{E636B4CE-121E-7EE7-F437-609CC4CD5B80}" dt="2022-08-09T06:10:18.327" v="375"/>
          <ac:spMkLst>
            <pc:docMk/>
            <pc:sldMk cId="3430250974" sldId="274"/>
            <ac:spMk id="83" creationId="{D5FD337D-4D6B-4C8B-B6F5-121097E09881}"/>
          </ac:spMkLst>
        </pc:spChg>
        <pc:spChg chg="add">
          <ac:chgData name="Katie HARRISON" userId="S::kfharrison@wisc.edu::f5e22dcb-aa54-4825-b422-a6b74624f705" providerId="AD" clId="Web-{E636B4CE-121E-7EE7-F437-609CC4CD5B80}" dt="2022-08-09T06:10:18.327" v="375"/>
          <ac:spMkLst>
            <pc:docMk/>
            <pc:sldMk cId="3430250974" sldId="274"/>
            <ac:spMk id="88" creationId="{8D06CE56-3881-4ADA-8CEF-D18B02C242A3}"/>
          </ac:spMkLst>
        </pc:spChg>
        <pc:spChg chg="add">
          <ac:chgData name="Katie HARRISON" userId="S::kfharrison@wisc.edu::f5e22dcb-aa54-4825-b422-a6b74624f705" providerId="AD" clId="Web-{E636B4CE-121E-7EE7-F437-609CC4CD5B80}" dt="2022-08-09T06:10:18.327" v="375"/>
          <ac:spMkLst>
            <pc:docMk/>
            <pc:sldMk cId="3430250974" sldId="274"/>
            <ac:spMk id="90" creationId="{79F3C543-62EC-4433-9C93-A2CD8764E9B4}"/>
          </ac:spMkLst>
        </pc:spChg>
        <pc:spChg chg="add">
          <ac:chgData name="Katie HARRISON" userId="S::kfharrison@wisc.edu::f5e22dcb-aa54-4825-b422-a6b74624f705" providerId="AD" clId="Web-{E636B4CE-121E-7EE7-F437-609CC4CD5B80}" dt="2022-08-09T06:10:18.327" v="375"/>
          <ac:spMkLst>
            <pc:docMk/>
            <pc:sldMk cId="3430250974" sldId="274"/>
            <ac:spMk id="92" creationId="{017517EF-BD4D-4055-BDB4-A322C53568AD}"/>
          </ac:spMkLst>
        </pc:spChg>
        <pc:spChg chg="add">
          <ac:chgData name="Katie HARRISON" userId="S::kfharrison@wisc.edu::f5e22dcb-aa54-4825-b422-a6b74624f705" providerId="AD" clId="Web-{E636B4CE-121E-7EE7-F437-609CC4CD5B80}" dt="2022-08-09T06:10:18.327" v="375"/>
          <ac:spMkLst>
            <pc:docMk/>
            <pc:sldMk cId="3430250974" sldId="274"/>
            <ac:spMk id="94" creationId="{0ADDB668-2CA4-4D2B-9C34-3487CA330BA8}"/>
          </ac:spMkLst>
        </pc:spChg>
        <pc:spChg chg="add">
          <ac:chgData name="Katie HARRISON" userId="S::kfharrison@wisc.edu::f5e22dcb-aa54-4825-b422-a6b74624f705" providerId="AD" clId="Web-{E636B4CE-121E-7EE7-F437-609CC4CD5B80}" dt="2022-08-09T06:10:18.327" v="375"/>
          <ac:spMkLst>
            <pc:docMk/>
            <pc:sldMk cId="3430250974" sldId="274"/>
            <ac:spMk id="96" creationId="{2568BC19-F052-4108-93E1-6A3D1DEC072F}"/>
          </ac:spMkLst>
        </pc:spChg>
        <pc:spChg chg="add">
          <ac:chgData name="Katie HARRISON" userId="S::kfharrison@wisc.edu::f5e22dcb-aa54-4825-b422-a6b74624f705" providerId="AD" clId="Web-{E636B4CE-121E-7EE7-F437-609CC4CD5B80}" dt="2022-08-09T06:10:18.327" v="375"/>
          <ac:spMkLst>
            <pc:docMk/>
            <pc:sldMk cId="3430250974" sldId="274"/>
            <ac:spMk id="98" creationId="{D5FD337D-4D6B-4C8B-B6F5-121097E09881}"/>
          </ac:spMkLst>
        </pc:spChg>
        <pc:picChg chg="add del mod ord modCrop">
          <ac:chgData name="Katie HARRISON" userId="S::kfharrison@wisc.edu::f5e22dcb-aa54-4825-b422-a6b74624f705" providerId="AD" clId="Web-{E636B4CE-121E-7EE7-F437-609CC4CD5B80}" dt="2022-08-09T06:08:57.171" v="360"/>
          <ac:picMkLst>
            <pc:docMk/>
            <pc:sldMk cId="3430250974" sldId="274"/>
            <ac:picMk id="5" creationId="{5DD2D9A6-6C62-3670-0DFA-2EDCAB83E6A2}"/>
          </ac:picMkLst>
        </pc:picChg>
        <pc:picChg chg="add mod">
          <ac:chgData name="Katie HARRISON" userId="S::kfharrison@wisc.edu::f5e22dcb-aa54-4825-b422-a6b74624f705" providerId="AD" clId="Web-{E636B4CE-121E-7EE7-F437-609CC4CD5B80}" dt="2022-08-09T06:09:26.499" v="367"/>
          <ac:picMkLst>
            <pc:docMk/>
            <pc:sldMk cId="3430250974" sldId="274"/>
            <ac:picMk id="6" creationId="{53833785-C567-9A78-881C-3793E434F661}"/>
          </ac:picMkLst>
        </pc:picChg>
      </pc:sldChg>
      <pc:sldChg chg="addSp delSp modSp add">
        <pc:chgData name="Katie HARRISON" userId="S::kfharrison@wisc.edu::f5e22dcb-aa54-4825-b422-a6b74624f705" providerId="AD" clId="Web-{E636B4CE-121E-7EE7-F437-609CC4CD5B80}" dt="2022-08-09T06:14:49.532" v="401" actId="14100"/>
        <pc:sldMkLst>
          <pc:docMk/>
          <pc:sldMk cId="1253204765" sldId="275"/>
        </pc:sldMkLst>
        <pc:spChg chg="mod">
          <ac:chgData name="Katie HARRISON" userId="S::kfharrison@wisc.edu::f5e22dcb-aa54-4825-b422-a6b74624f705" providerId="AD" clId="Web-{E636B4CE-121E-7EE7-F437-609CC4CD5B80}" dt="2022-08-09T06:14:22.469" v="392"/>
          <ac:spMkLst>
            <pc:docMk/>
            <pc:sldMk cId="1253204765" sldId="275"/>
            <ac:spMk id="23" creationId="{8C0D8CCD-DCD7-953C-FDA6-5695902792FC}"/>
          </ac:spMkLst>
        </pc:spChg>
        <pc:spChg chg="mod">
          <ac:chgData name="Katie HARRISON" userId="S::kfharrison@wisc.edu::f5e22dcb-aa54-4825-b422-a6b74624f705" providerId="AD" clId="Web-{E636B4CE-121E-7EE7-F437-609CC4CD5B80}" dt="2022-08-09T06:14:41.266" v="399" actId="20577"/>
          <ac:spMkLst>
            <pc:docMk/>
            <pc:sldMk cId="1253204765" sldId="275"/>
            <ac:spMk id="25" creationId="{D3FAB34F-411A-744C-97CC-A1A5DF65EC23}"/>
          </ac:spMkLst>
        </pc:spChg>
        <pc:spChg chg="add">
          <ac:chgData name="Katie HARRISON" userId="S::kfharrison@wisc.edu::f5e22dcb-aa54-4825-b422-a6b74624f705" providerId="AD" clId="Web-{E636B4CE-121E-7EE7-F437-609CC4CD5B80}" dt="2022-08-09T06:14:22.469" v="392"/>
          <ac:spMkLst>
            <pc:docMk/>
            <pc:sldMk cId="1253204765" sldId="275"/>
            <ac:spMk id="30" creationId="{8D06CE56-3881-4ADA-8CEF-D18B02C242A3}"/>
          </ac:spMkLst>
        </pc:spChg>
        <pc:spChg chg="add">
          <ac:chgData name="Katie HARRISON" userId="S::kfharrison@wisc.edu::f5e22dcb-aa54-4825-b422-a6b74624f705" providerId="AD" clId="Web-{E636B4CE-121E-7EE7-F437-609CC4CD5B80}" dt="2022-08-09T06:14:22.469" v="392"/>
          <ac:spMkLst>
            <pc:docMk/>
            <pc:sldMk cId="1253204765" sldId="275"/>
            <ac:spMk id="32" creationId="{79F3C543-62EC-4433-9C93-A2CD8764E9B4}"/>
          </ac:spMkLst>
        </pc:spChg>
        <pc:spChg chg="add">
          <ac:chgData name="Katie HARRISON" userId="S::kfharrison@wisc.edu::f5e22dcb-aa54-4825-b422-a6b74624f705" providerId="AD" clId="Web-{E636B4CE-121E-7EE7-F437-609CC4CD5B80}" dt="2022-08-09T06:14:22.469" v="392"/>
          <ac:spMkLst>
            <pc:docMk/>
            <pc:sldMk cId="1253204765" sldId="275"/>
            <ac:spMk id="34" creationId="{68AF5748-FED8-45BA-8631-26D1D10F3246}"/>
          </ac:spMkLst>
        </pc:spChg>
        <pc:spChg chg="add">
          <ac:chgData name="Katie HARRISON" userId="S::kfharrison@wisc.edu::f5e22dcb-aa54-4825-b422-a6b74624f705" providerId="AD" clId="Web-{E636B4CE-121E-7EE7-F437-609CC4CD5B80}" dt="2022-08-09T06:14:22.469" v="392"/>
          <ac:spMkLst>
            <pc:docMk/>
            <pc:sldMk cId="1253204765" sldId="275"/>
            <ac:spMk id="36" creationId="{AF2F604E-43BE-4DC3-B983-E071523364F8}"/>
          </ac:spMkLst>
        </pc:spChg>
        <pc:spChg chg="add">
          <ac:chgData name="Katie HARRISON" userId="S::kfharrison@wisc.edu::f5e22dcb-aa54-4825-b422-a6b74624f705" providerId="AD" clId="Web-{E636B4CE-121E-7EE7-F437-609CC4CD5B80}" dt="2022-08-09T06:14:22.469" v="392"/>
          <ac:spMkLst>
            <pc:docMk/>
            <pc:sldMk cId="1253204765" sldId="275"/>
            <ac:spMk id="38" creationId="{08C9B587-E65E-4B52-B37C-ABEBB6E87928}"/>
          </ac:spMkLst>
        </pc:spChg>
        <pc:picChg chg="add mod">
          <ac:chgData name="Katie HARRISON" userId="S::kfharrison@wisc.edu::f5e22dcb-aa54-4825-b422-a6b74624f705" providerId="AD" clId="Web-{E636B4CE-121E-7EE7-F437-609CC4CD5B80}" dt="2022-08-09T06:14:49.532" v="401" actId="14100"/>
          <ac:picMkLst>
            <pc:docMk/>
            <pc:sldMk cId="1253204765" sldId="275"/>
            <ac:picMk id="2" creationId="{8BC3543E-0667-2E3E-9619-9CE867A95346}"/>
          </ac:picMkLst>
        </pc:picChg>
        <pc:picChg chg="del">
          <ac:chgData name="Katie HARRISON" userId="S::kfharrison@wisc.edu::f5e22dcb-aa54-4825-b422-a6b74624f705" providerId="AD" clId="Web-{E636B4CE-121E-7EE7-F437-609CC4CD5B80}" dt="2022-08-09T06:14:15.797" v="390"/>
          <ac:picMkLst>
            <pc:docMk/>
            <pc:sldMk cId="1253204765" sldId="275"/>
            <ac:picMk id="6" creationId="{53833785-C567-9A78-881C-3793E434F661}"/>
          </ac:picMkLst>
        </pc:picChg>
      </pc:sldChg>
    </pc:docChg>
  </pc:docChgLst>
  <pc:docChgLst>
    <pc:chgData name="Katie HARRISON" userId="S::kfharrison@wisc.edu::f5e22dcb-aa54-4825-b422-a6b74624f705" providerId="AD" clId="Web-{7A089944-C11D-0201-47DE-3347B635BF9C}"/>
    <pc:docChg chg="modSld">
      <pc:chgData name="Katie HARRISON" userId="S::kfharrison@wisc.edu::f5e22dcb-aa54-4825-b422-a6b74624f705" providerId="AD" clId="Web-{7A089944-C11D-0201-47DE-3347B635BF9C}" dt="2022-08-16T05:26:53.914" v="53" actId="1076"/>
      <pc:docMkLst>
        <pc:docMk/>
      </pc:docMkLst>
      <pc:sldChg chg="addSp delSp modSp modCm">
        <pc:chgData name="Katie HARRISON" userId="S::kfharrison@wisc.edu::f5e22dcb-aa54-4825-b422-a6b74624f705" providerId="AD" clId="Web-{7A089944-C11D-0201-47DE-3347B635BF9C}" dt="2022-08-16T05:26:36.961" v="50" actId="20577"/>
        <pc:sldMkLst>
          <pc:docMk/>
          <pc:sldMk cId="566026939" sldId="283"/>
        </pc:sldMkLst>
        <pc:spChg chg="mod">
          <ac:chgData name="Katie HARRISON" userId="S::kfharrison@wisc.edu::f5e22dcb-aa54-4825-b422-a6b74624f705" providerId="AD" clId="Web-{7A089944-C11D-0201-47DE-3347B635BF9C}" dt="2022-08-16T05:26:36.961" v="50" actId="20577"/>
          <ac:spMkLst>
            <pc:docMk/>
            <pc:sldMk cId="566026939" sldId="283"/>
            <ac:spMk id="2" creationId="{9810F596-A256-2973-B5BC-0AB1C2B186AC}"/>
          </ac:spMkLst>
        </pc:spChg>
        <pc:spChg chg="add del mod ord">
          <ac:chgData name="Katie HARRISON" userId="S::kfharrison@wisc.edu::f5e22dcb-aa54-4825-b422-a6b74624f705" providerId="AD" clId="Web-{7A089944-C11D-0201-47DE-3347B635BF9C}" dt="2022-08-16T05:22:43.302" v="27"/>
          <ac:spMkLst>
            <pc:docMk/>
            <pc:sldMk cId="566026939" sldId="283"/>
            <ac:spMk id="4" creationId="{65651A0E-1BB2-F0B1-B89D-A1B43FEACEDD}"/>
          </ac:spMkLst>
        </pc:spChg>
        <pc:spChg chg="mod">
          <ac:chgData name="Katie HARRISON" userId="S::kfharrison@wisc.edu::f5e22dcb-aa54-4825-b422-a6b74624f705" providerId="AD" clId="Web-{7A089944-C11D-0201-47DE-3347B635BF9C}" dt="2022-08-16T05:26:21.882" v="47" actId="20577"/>
          <ac:spMkLst>
            <pc:docMk/>
            <pc:sldMk cId="566026939" sldId="283"/>
            <ac:spMk id="5" creationId="{2AA5E35D-4EF1-A68E-702B-F2098B3BC0BF}"/>
          </ac:spMkLst>
        </pc:spChg>
        <pc:spChg chg="del">
          <ac:chgData name="Katie HARRISON" userId="S::kfharrison@wisc.edu::f5e22dcb-aa54-4825-b422-a6b74624f705" providerId="AD" clId="Web-{7A089944-C11D-0201-47DE-3347B635BF9C}" dt="2022-08-16T05:20:57.958" v="1"/>
          <ac:spMkLst>
            <pc:docMk/>
            <pc:sldMk cId="566026939" sldId="283"/>
            <ac:spMk id="49" creationId="{8D06CE56-3881-4ADA-8CEF-D18B02C242A3}"/>
          </ac:spMkLst>
        </pc:spChg>
        <pc:spChg chg="del">
          <ac:chgData name="Katie HARRISON" userId="S::kfharrison@wisc.edu::f5e22dcb-aa54-4825-b422-a6b74624f705" providerId="AD" clId="Web-{7A089944-C11D-0201-47DE-3347B635BF9C}" dt="2022-08-16T05:20:57.958" v="1"/>
          <ac:spMkLst>
            <pc:docMk/>
            <pc:sldMk cId="566026939" sldId="283"/>
            <ac:spMk id="51" creationId="{79F3C543-62EC-4433-9C93-A2CD8764E9B4}"/>
          </ac:spMkLst>
        </pc:spChg>
        <pc:spChg chg="del">
          <ac:chgData name="Katie HARRISON" userId="S::kfharrison@wisc.edu::f5e22dcb-aa54-4825-b422-a6b74624f705" providerId="AD" clId="Web-{7A089944-C11D-0201-47DE-3347B635BF9C}" dt="2022-08-16T05:20:57.958" v="1"/>
          <ac:spMkLst>
            <pc:docMk/>
            <pc:sldMk cId="566026939" sldId="283"/>
            <ac:spMk id="53" creationId="{88263A24-0C1F-4677-B43C-4AE14E276B27}"/>
          </ac:spMkLst>
        </pc:spChg>
        <pc:spChg chg="del">
          <ac:chgData name="Katie HARRISON" userId="S::kfharrison@wisc.edu::f5e22dcb-aa54-4825-b422-a6b74624f705" providerId="AD" clId="Web-{7A089944-C11D-0201-47DE-3347B635BF9C}" dt="2022-08-16T05:20:57.958" v="1"/>
          <ac:spMkLst>
            <pc:docMk/>
            <pc:sldMk cId="566026939" sldId="283"/>
            <ac:spMk id="55" creationId="{0ADDB668-2CA4-4D2B-9C34-3487CA330BA8}"/>
          </ac:spMkLst>
        </pc:spChg>
        <pc:spChg chg="del">
          <ac:chgData name="Katie HARRISON" userId="S::kfharrison@wisc.edu::f5e22dcb-aa54-4825-b422-a6b74624f705" providerId="AD" clId="Web-{7A089944-C11D-0201-47DE-3347B635BF9C}" dt="2022-08-16T05:20:57.958" v="1"/>
          <ac:spMkLst>
            <pc:docMk/>
            <pc:sldMk cId="566026939" sldId="283"/>
            <ac:spMk id="57" creationId="{2568BC19-F052-4108-93E1-6A3D1DEC072F}"/>
          </ac:spMkLst>
        </pc:spChg>
        <pc:spChg chg="del">
          <ac:chgData name="Katie HARRISON" userId="S::kfharrison@wisc.edu::f5e22dcb-aa54-4825-b422-a6b74624f705" providerId="AD" clId="Web-{7A089944-C11D-0201-47DE-3347B635BF9C}" dt="2022-08-16T05:20:57.958" v="1"/>
          <ac:spMkLst>
            <pc:docMk/>
            <pc:sldMk cId="566026939" sldId="283"/>
            <ac:spMk id="59" creationId="{D5FD337D-4D6B-4C8B-B6F5-121097E09881}"/>
          </ac:spMkLst>
        </pc:spChg>
        <pc:spChg chg="add del">
          <ac:chgData name="Katie HARRISON" userId="S::kfharrison@wisc.edu::f5e22dcb-aa54-4825-b422-a6b74624f705" providerId="AD" clId="Web-{7A089944-C11D-0201-47DE-3347B635BF9C}" dt="2022-08-16T05:22:43.302" v="27"/>
          <ac:spMkLst>
            <pc:docMk/>
            <pc:sldMk cId="566026939" sldId="283"/>
            <ac:spMk id="65" creationId="{2D6FBB9D-1CAA-4D05-AB33-BABDFE17B843}"/>
          </ac:spMkLst>
        </pc:spChg>
        <pc:spChg chg="add del">
          <ac:chgData name="Katie HARRISON" userId="S::kfharrison@wisc.edu::f5e22dcb-aa54-4825-b422-a6b74624f705" providerId="AD" clId="Web-{7A089944-C11D-0201-47DE-3347B635BF9C}" dt="2022-08-16T05:22:43.302" v="27"/>
          <ac:spMkLst>
            <pc:docMk/>
            <pc:sldMk cId="566026939" sldId="283"/>
            <ac:spMk id="67" creationId="{04727B71-B4B6-4823-80A1-68C40B475118}"/>
          </ac:spMkLst>
        </pc:spChg>
        <pc:spChg chg="add del">
          <ac:chgData name="Katie HARRISON" userId="S::kfharrison@wisc.edu::f5e22dcb-aa54-4825-b422-a6b74624f705" providerId="AD" clId="Web-{7A089944-C11D-0201-47DE-3347B635BF9C}" dt="2022-08-16T05:22:43.302" v="27"/>
          <ac:spMkLst>
            <pc:docMk/>
            <pc:sldMk cId="566026939" sldId="283"/>
            <ac:spMk id="69" creationId="{79A6DB05-9FB5-4B07-8675-74C23D4FD89D}"/>
          </ac:spMkLst>
        </pc:spChg>
        <pc:spChg chg="add del">
          <ac:chgData name="Katie HARRISON" userId="S::kfharrison@wisc.edu::f5e22dcb-aa54-4825-b422-a6b74624f705" providerId="AD" clId="Web-{7A089944-C11D-0201-47DE-3347B635BF9C}" dt="2022-08-16T05:22:43.302" v="27"/>
          <ac:spMkLst>
            <pc:docMk/>
            <pc:sldMk cId="566026939" sldId="283"/>
            <ac:spMk id="71" creationId="{8380AD67-C5CA-4918-B4BB-C359BB03EEDD}"/>
          </ac:spMkLst>
        </pc:spChg>
        <pc:spChg chg="add del">
          <ac:chgData name="Katie HARRISON" userId="S::kfharrison@wisc.edu::f5e22dcb-aa54-4825-b422-a6b74624f705" providerId="AD" clId="Web-{7A089944-C11D-0201-47DE-3347B635BF9C}" dt="2022-08-16T05:22:43.302" v="27"/>
          <ac:spMkLst>
            <pc:docMk/>
            <pc:sldMk cId="566026939" sldId="283"/>
            <ac:spMk id="73" creationId="{EABAD4DA-87BA-4F70-9EF0-45C6BCF17823}"/>
          </ac:spMkLst>
        </pc:spChg>
        <pc:spChg chg="add del">
          <ac:chgData name="Katie HARRISON" userId="S::kfharrison@wisc.edu::f5e22dcb-aa54-4825-b422-a6b74624f705" providerId="AD" clId="Web-{7A089944-C11D-0201-47DE-3347B635BF9C}" dt="2022-08-16T05:22:43.302" v="27"/>
          <ac:spMkLst>
            <pc:docMk/>
            <pc:sldMk cId="566026939" sldId="283"/>
            <ac:spMk id="75" creationId="{915128D9-2797-47FA-B6FE-EC24E6B8437A}"/>
          </ac:spMkLst>
        </pc:spChg>
        <pc:spChg chg="add del">
          <ac:chgData name="Katie HARRISON" userId="S::kfharrison@wisc.edu::f5e22dcb-aa54-4825-b422-a6b74624f705" providerId="AD" clId="Web-{7A089944-C11D-0201-47DE-3347B635BF9C}" dt="2022-08-16T05:23:26.506" v="31"/>
          <ac:spMkLst>
            <pc:docMk/>
            <pc:sldMk cId="566026939" sldId="283"/>
            <ac:spMk id="78" creationId="{2D6FBB9D-1CAA-4D05-AB33-BABDFE17B843}"/>
          </ac:spMkLst>
        </pc:spChg>
        <pc:spChg chg="add del">
          <ac:chgData name="Katie HARRISON" userId="S::kfharrison@wisc.edu::f5e22dcb-aa54-4825-b422-a6b74624f705" providerId="AD" clId="Web-{7A089944-C11D-0201-47DE-3347B635BF9C}" dt="2022-08-16T05:23:26.506" v="31"/>
          <ac:spMkLst>
            <pc:docMk/>
            <pc:sldMk cId="566026939" sldId="283"/>
            <ac:spMk id="79" creationId="{04727B71-B4B6-4823-80A1-68C40B475118}"/>
          </ac:spMkLst>
        </pc:spChg>
        <pc:spChg chg="add del">
          <ac:chgData name="Katie HARRISON" userId="S::kfharrison@wisc.edu::f5e22dcb-aa54-4825-b422-a6b74624f705" providerId="AD" clId="Web-{7A089944-C11D-0201-47DE-3347B635BF9C}" dt="2022-08-16T05:23:26.506" v="31"/>
          <ac:spMkLst>
            <pc:docMk/>
            <pc:sldMk cId="566026939" sldId="283"/>
            <ac:spMk id="80" creationId="{79A6DB05-9FB5-4B07-8675-74C23D4FD89D}"/>
          </ac:spMkLst>
        </pc:spChg>
        <pc:spChg chg="add del">
          <ac:chgData name="Katie HARRISON" userId="S::kfharrison@wisc.edu::f5e22dcb-aa54-4825-b422-a6b74624f705" providerId="AD" clId="Web-{7A089944-C11D-0201-47DE-3347B635BF9C}" dt="2022-08-16T05:21:52.849" v="18"/>
          <ac:spMkLst>
            <pc:docMk/>
            <pc:sldMk cId="566026939" sldId="283"/>
            <ac:spMk id="81" creationId="{2D6FBB9D-1CAA-4D05-AB33-BABDFE17B843}"/>
          </ac:spMkLst>
        </pc:spChg>
        <pc:spChg chg="add del">
          <ac:chgData name="Katie HARRISON" userId="S::kfharrison@wisc.edu::f5e22dcb-aa54-4825-b422-a6b74624f705" providerId="AD" clId="Web-{7A089944-C11D-0201-47DE-3347B635BF9C}" dt="2022-08-16T05:23:26.506" v="31"/>
          <ac:spMkLst>
            <pc:docMk/>
            <pc:sldMk cId="566026939" sldId="283"/>
            <ac:spMk id="82" creationId="{7517A47C-B2E5-4B79-8061-D74B1311AF6E}"/>
          </ac:spMkLst>
        </pc:spChg>
        <pc:spChg chg="add del">
          <ac:chgData name="Katie HARRISON" userId="S::kfharrison@wisc.edu::f5e22dcb-aa54-4825-b422-a6b74624f705" providerId="AD" clId="Web-{7A089944-C11D-0201-47DE-3347B635BF9C}" dt="2022-08-16T05:21:52.849" v="18"/>
          <ac:spMkLst>
            <pc:docMk/>
            <pc:sldMk cId="566026939" sldId="283"/>
            <ac:spMk id="83" creationId="{04727B71-B4B6-4823-80A1-68C40B475118}"/>
          </ac:spMkLst>
        </pc:spChg>
        <pc:spChg chg="add del">
          <ac:chgData name="Katie HARRISON" userId="S::kfharrison@wisc.edu::f5e22dcb-aa54-4825-b422-a6b74624f705" providerId="AD" clId="Web-{7A089944-C11D-0201-47DE-3347B635BF9C}" dt="2022-08-16T05:23:26.506" v="31"/>
          <ac:spMkLst>
            <pc:docMk/>
            <pc:sldMk cId="566026939" sldId="283"/>
            <ac:spMk id="84" creationId="{C505E780-2083-4CB5-A42A-5E0E2908ECC3}"/>
          </ac:spMkLst>
        </pc:spChg>
        <pc:spChg chg="add del">
          <ac:chgData name="Katie HARRISON" userId="S::kfharrison@wisc.edu::f5e22dcb-aa54-4825-b422-a6b74624f705" providerId="AD" clId="Web-{7A089944-C11D-0201-47DE-3347B635BF9C}" dt="2022-08-16T05:21:52.849" v="18"/>
          <ac:spMkLst>
            <pc:docMk/>
            <pc:sldMk cId="566026939" sldId="283"/>
            <ac:spMk id="85" creationId="{79A6DB05-9FB5-4B07-8675-74C23D4FD89D}"/>
          </ac:spMkLst>
        </pc:spChg>
        <pc:spChg chg="add del">
          <ac:chgData name="Katie HARRISON" userId="S::kfharrison@wisc.edu::f5e22dcb-aa54-4825-b422-a6b74624f705" providerId="AD" clId="Web-{7A089944-C11D-0201-47DE-3347B635BF9C}" dt="2022-08-16T05:23:26.506" v="31"/>
          <ac:spMkLst>
            <pc:docMk/>
            <pc:sldMk cId="566026939" sldId="283"/>
            <ac:spMk id="86" creationId="{D2C0AE1C-0118-41AE-8A10-7CDCBF10E96F}"/>
          </ac:spMkLst>
        </pc:spChg>
        <pc:spChg chg="add del">
          <ac:chgData name="Katie HARRISON" userId="S::kfharrison@wisc.edu::f5e22dcb-aa54-4825-b422-a6b74624f705" providerId="AD" clId="Web-{7A089944-C11D-0201-47DE-3347B635BF9C}" dt="2022-08-16T05:21:52.849" v="18"/>
          <ac:spMkLst>
            <pc:docMk/>
            <pc:sldMk cId="566026939" sldId="283"/>
            <ac:spMk id="87" creationId="{7517A47C-B2E5-4B79-8061-D74B1311AF6E}"/>
          </ac:spMkLst>
        </pc:spChg>
        <pc:spChg chg="add del">
          <ac:chgData name="Katie HARRISON" userId="S::kfharrison@wisc.edu::f5e22dcb-aa54-4825-b422-a6b74624f705" providerId="AD" clId="Web-{7A089944-C11D-0201-47DE-3347B635BF9C}" dt="2022-08-16T05:23:26.506" v="31"/>
          <ac:spMkLst>
            <pc:docMk/>
            <pc:sldMk cId="566026939" sldId="283"/>
            <ac:spMk id="88" creationId="{463EEC44-1BA3-44ED-81FC-A644B04B2A44}"/>
          </ac:spMkLst>
        </pc:spChg>
        <pc:spChg chg="add del">
          <ac:chgData name="Katie HARRISON" userId="S::kfharrison@wisc.edu::f5e22dcb-aa54-4825-b422-a6b74624f705" providerId="AD" clId="Web-{7A089944-C11D-0201-47DE-3347B635BF9C}" dt="2022-08-16T05:21:52.849" v="18"/>
          <ac:spMkLst>
            <pc:docMk/>
            <pc:sldMk cId="566026939" sldId="283"/>
            <ac:spMk id="89" creationId="{C505E780-2083-4CB5-A42A-5E0E2908ECC3}"/>
          </ac:spMkLst>
        </pc:spChg>
        <pc:spChg chg="add del">
          <ac:chgData name="Katie HARRISON" userId="S::kfharrison@wisc.edu::f5e22dcb-aa54-4825-b422-a6b74624f705" providerId="AD" clId="Web-{7A089944-C11D-0201-47DE-3347B635BF9C}" dt="2022-08-16T05:21:52.849" v="18"/>
          <ac:spMkLst>
            <pc:docMk/>
            <pc:sldMk cId="566026939" sldId="283"/>
            <ac:spMk id="91" creationId="{D2C0AE1C-0118-41AE-8A10-7CDCBF10E96F}"/>
          </ac:spMkLst>
        </pc:spChg>
        <pc:spChg chg="add del">
          <ac:chgData name="Katie HARRISON" userId="S::kfharrison@wisc.edu::f5e22dcb-aa54-4825-b422-a6b74624f705" providerId="AD" clId="Web-{7A089944-C11D-0201-47DE-3347B635BF9C}" dt="2022-08-16T05:23:26.412" v="30"/>
          <ac:spMkLst>
            <pc:docMk/>
            <pc:sldMk cId="566026939" sldId="283"/>
            <ac:spMk id="92" creationId="{2D6FBB9D-1CAA-4D05-AB33-BABDFE17B843}"/>
          </ac:spMkLst>
        </pc:spChg>
        <pc:spChg chg="add del">
          <ac:chgData name="Katie HARRISON" userId="S::kfharrison@wisc.edu::f5e22dcb-aa54-4825-b422-a6b74624f705" providerId="AD" clId="Web-{7A089944-C11D-0201-47DE-3347B635BF9C}" dt="2022-08-16T05:21:52.849" v="18"/>
          <ac:spMkLst>
            <pc:docMk/>
            <pc:sldMk cId="566026939" sldId="283"/>
            <ac:spMk id="93" creationId="{463EEC44-1BA3-44ED-81FC-A644B04B2A44}"/>
          </ac:spMkLst>
        </pc:spChg>
        <pc:spChg chg="add del">
          <ac:chgData name="Katie HARRISON" userId="S::kfharrison@wisc.edu::f5e22dcb-aa54-4825-b422-a6b74624f705" providerId="AD" clId="Web-{7A089944-C11D-0201-47DE-3347B635BF9C}" dt="2022-08-16T05:23:26.412" v="30"/>
          <ac:spMkLst>
            <pc:docMk/>
            <pc:sldMk cId="566026939" sldId="283"/>
            <ac:spMk id="94" creationId="{04727B71-B4B6-4823-80A1-68C40B475118}"/>
          </ac:spMkLst>
        </pc:spChg>
        <pc:spChg chg="add del">
          <ac:chgData name="Katie HARRISON" userId="S::kfharrison@wisc.edu::f5e22dcb-aa54-4825-b422-a6b74624f705" providerId="AD" clId="Web-{7A089944-C11D-0201-47DE-3347B635BF9C}" dt="2022-08-16T05:21:57.068" v="20"/>
          <ac:spMkLst>
            <pc:docMk/>
            <pc:sldMk cId="566026939" sldId="283"/>
            <ac:spMk id="95" creationId="{2D6FBB9D-1CAA-4D05-AB33-BABDFE17B843}"/>
          </ac:spMkLst>
        </pc:spChg>
        <pc:spChg chg="add del">
          <ac:chgData name="Katie HARRISON" userId="S::kfharrison@wisc.edu::f5e22dcb-aa54-4825-b422-a6b74624f705" providerId="AD" clId="Web-{7A089944-C11D-0201-47DE-3347B635BF9C}" dt="2022-08-16T05:21:57.068" v="20"/>
          <ac:spMkLst>
            <pc:docMk/>
            <pc:sldMk cId="566026939" sldId="283"/>
            <ac:spMk id="96" creationId="{04727B71-B4B6-4823-80A1-68C40B475118}"/>
          </ac:spMkLst>
        </pc:spChg>
        <pc:spChg chg="add del">
          <ac:chgData name="Katie HARRISON" userId="S::kfharrison@wisc.edu::f5e22dcb-aa54-4825-b422-a6b74624f705" providerId="AD" clId="Web-{7A089944-C11D-0201-47DE-3347B635BF9C}" dt="2022-08-16T05:21:57.068" v="20"/>
          <ac:spMkLst>
            <pc:docMk/>
            <pc:sldMk cId="566026939" sldId="283"/>
            <ac:spMk id="97" creationId="{79A6DB05-9FB5-4B07-8675-74C23D4FD89D}"/>
          </ac:spMkLst>
        </pc:spChg>
        <pc:spChg chg="add del">
          <ac:chgData name="Katie HARRISON" userId="S::kfharrison@wisc.edu::f5e22dcb-aa54-4825-b422-a6b74624f705" providerId="AD" clId="Web-{7A089944-C11D-0201-47DE-3347B635BF9C}" dt="2022-08-16T05:21:57.068" v="20"/>
          <ac:spMkLst>
            <pc:docMk/>
            <pc:sldMk cId="566026939" sldId="283"/>
            <ac:spMk id="98" creationId="{AFF8D2E5-2C4E-47B1-930B-6C82B7C31331}"/>
          </ac:spMkLst>
        </pc:spChg>
        <pc:spChg chg="add del">
          <ac:chgData name="Katie HARRISON" userId="S::kfharrison@wisc.edu::f5e22dcb-aa54-4825-b422-a6b74624f705" providerId="AD" clId="Web-{7A089944-C11D-0201-47DE-3347B635BF9C}" dt="2022-08-16T05:21:57.068" v="20"/>
          <ac:spMkLst>
            <pc:docMk/>
            <pc:sldMk cId="566026939" sldId="283"/>
            <ac:spMk id="99" creationId="{801E4ADA-0EA9-4930-846E-3C11E8BED6DD}"/>
          </ac:spMkLst>
        </pc:spChg>
        <pc:spChg chg="add del">
          <ac:chgData name="Katie HARRISON" userId="S::kfharrison@wisc.edu::f5e22dcb-aa54-4825-b422-a6b74624f705" providerId="AD" clId="Web-{7A089944-C11D-0201-47DE-3347B635BF9C}" dt="2022-08-16T05:21:57.068" v="20"/>
          <ac:spMkLst>
            <pc:docMk/>
            <pc:sldMk cId="566026939" sldId="283"/>
            <ac:spMk id="100" creationId="{FB92FFCE-0C90-454E-AA25-D4EE9A6C39C5}"/>
          </ac:spMkLst>
        </pc:spChg>
        <pc:spChg chg="add del">
          <ac:chgData name="Katie HARRISON" userId="S::kfharrison@wisc.edu::f5e22dcb-aa54-4825-b422-a6b74624f705" providerId="AD" clId="Web-{7A089944-C11D-0201-47DE-3347B635BF9C}" dt="2022-08-16T05:23:26.412" v="30"/>
          <ac:spMkLst>
            <pc:docMk/>
            <pc:sldMk cId="566026939" sldId="283"/>
            <ac:spMk id="102" creationId="{79A6DB05-9FB5-4B07-8675-74C23D4FD89D}"/>
          </ac:spMkLst>
        </pc:spChg>
        <pc:spChg chg="add del">
          <ac:chgData name="Katie HARRISON" userId="S::kfharrison@wisc.edu::f5e22dcb-aa54-4825-b422-a6b74624f705" providerId="AD" clId="Web-{7A089944-C11D-0201-47DE-3347B635BF9C}" dt="2022-08-16T05:22:29.521" v="22"/>
          <ac:spMkLst>
            <pc:docMk/>
            <pc:sldMk cId="566026939" sldId="283"/>
            <ac:spMk id="103" creationId="{2D6FBB9D-1CAA-4D05-AB33-BABDFE17B843}"/>
          </ac:spMkLst>
        </pc:spChg>
        <pc:spChg chg="add del">
          <ac:chgData name="Katie HARRISON" userId="S::kfharrison@wisc.edu::f5e22dcb-aa54-4825-b422-a6b74624f705" providerId="AD" clId="Web-{7A089944-C11D-0201-47DE-3347B635BF9C}" dt="2022-08-16T05:22:29.521" v="22"/>
          <ac:spMkLst>
            <pc:docMk/>
            <pc:sldMk cId="566026939" sldId="283"/>
            <ac:spMk id="104" creationId="{04727B71-B4B6-4823-80A1-68C40B475118}"/>
          </ac:spMkLst>
        </pc:spChg>
        <pc:spChg chg="add del">
          <ac:chgData name="Katie HARRISON" userId="S::kfharrison@wisc.edu::f5e22dcb-aa54-4825-b422-a6b74624f705" providerId="AD" clId="Web-{7A089944-C11D-0201-47DE-3347B635BF9C}" dt="2022-08-16T05:22:29.521" v="22"/>
          <ac:spMkLst>
            <pc:docMk/>
            <pc:sldMk cId="566026939" sldId="283"/>
            <ac:spMk id="105" creationId="{79A6DB05-9FB5-4B07-8675-74C23D4FD89D}"/>
          </ac:spMkLst>
        </pc:spChg>
        <pc:spChg chg="add del">
          <ac:chgData name="Katie HARRISON" userId="S::kfharrison@wisc.edu::f5e22dcb-aa54-4825-b422-a6b74624f705" providerId="AD" clId="Web-{7A089944-C11D-0201-47DE-3347B635BF9C}" dt="2022-08-16T05:22:29.521" v="22"/>
          <ac:spMkLst>
            <pc:docMk/>
            <pc:sldMk cId="566026939" sldId="283"/>
            <ac:spMk id="106" creationId="{7517A47C-B2E5-4B79-8061-D74B1311AF6E}"/>
          </ac:spMkLst>
        </pc:spChg>
        <pc:spChg chg="add del">
          <ac:chgData name="Katie HARRISON" userId="S::kfharrison@wisc.edu::f5e22dcb-aa54-4825-b422-a6b74624f705" providerId="AD" clId="Web-{7A089944-C11D-0201-47DE-3347B635BF9C}" dt="2022-08-16T05:22:29.521" v="22"/>
          <ac:spMkLst>
            <pc:docMk/>
            <pc:sldMk cId="566026939" sldId="283"/>
            <ac:spMk id="107" creationId="{C505E780-2083-4CB5-A42A-5E0E2908ECC3}"/>
          </ac:spMkLst>
        </pc:spChg>
        <pc:spChg chg="add del">
          <ac:chgData name="Katie HARRISON" userId="S::kfharrison@wisc.edu::f5e22dcb-aa54-4825-b422-a6b74624f705" providerId="AD" clId="Web-{7A089944-C11D-0201-47DE-3347B635BF9C}" dt="2022-08-16T05:22:29.521" v="22"/>
          <ac:spMkLst>
            <pc:docMk/>
            <pc:sldMk cId="566026939" sldId="283"/>
            <ac:spMk id="108" creationId="{D2C0AE1C-0118-41AE-8A10-7CDCBF10E96F}"/>
          </ac:spMkLst>
        </pc:spChg>
        <pc:spChg chg="add del">
          <ac:chgData name="Katie HARRISON" userId="S::kfharrison@wisc.edu::f5e22dcb-aa54-4825-b422-a6b74624f705" providerId="AD" clId="Web-{7A089944-C11D-0201-47DE-3347B635BF9C}" dt="2022-08-16T05:22:29.521" v="22"/>
          <ac:spMkLst>
            <pc:docMk/>
            <pc:sldMk cId="566026939" sldId="283"/>
            <ac:spMk id="109" creationId="{463EEC44-1BA3-44ED-81FC-A644B04B2A44}"/>
          </ac:spMkLst>
        </pc:spChg>
        <pc:spChg chg="add del">
          <ac:chgData name="Katie HARRISON" userId="S::kfharrison@wisc.edu::f5e22dcb-aa54-4825-b422-a6b74624f705" providerId="AD" clId="Web-{7A089944-C11D-0201-47DE-3347B635BF9C}" dt="2022-08-16T05:23:26.412" v="30"/>
          <ac:spMkLst>
            <pc:docMk/>
            <pc:sldMk cId="566026939" sldId="283"/>
            <ac:spMk id="111" creationId="{728E3505-36F5-47A9-A188-7C60ACBB99EA}"/>
          </ac:spMkLst>
        </pc:spChg>
        <pc:spChg chg="add del">
          <ac:chgData name="Katie HARRISON" userId="S::kfharrison@wisc.edu::f5e22dcb-aa54-4825-b422-a6b74624f705" providerId="AD" clId="Web-{7A089944-C11D-0201-47DE-3347B635BF9C}" dt="2022-08-16T05:22:32.896" v="24"/>
          <ac:spMkLst>
            <pc:docMk/>
            <pc:sldMk cId="566026939" sldId="283"/>
            <ac:spMk id="112" creationId="{2D6FBB9D-1CAA-4D05-AB33-BABDFE17B843}"/>
          </ac:spMkLst>
        </pc:spChg>
        <pc:spChg chg="add del">
          <ac:chgData name="Katie HARRISON" userId="S::kfharrison@wisc.edu::f5e22dcb-aa54-4825-b422-a6b74624f705" providerId="AD" clId="Web-{7A089944-C11D-0201-47DE-3347B635BF9C}" dt="2022-08-16T05:22:32.896" v="24"/>
          <ac:spMkLst>
            <pc:docMk/>
            <pc:sldMk cId="566026939" sldId="283"/>
            <ac:spMk id="113" creationId="{04727B71-B4B6-4823-80A1-68C40B475118}"/>
          </ac:spMkLst>
        </pc:spChg>
        <pc:spChg chg="add del">
          <ac:chgData name="Katie HARRISON" userId="S::kfharrison@wisc.edu::f5e22dcb-aa54-4825-b422-a6b74624f705" providerId="AD" clId="Web-{7A089944-C11D-0201-47DE-3347B635BF9C}" dt="2022-08-16T05:22:32.896" v="24"/>
          <ac:spMkLst>
            <pc:docMk/>
            <pc:sldMk cId="566026939" sldId="283"/>
            <ac:spMk id="114" creationId="{79A6DB05-9FB5-4B07-8675-74C23D4FD89D}"/>
          </ac:spMkLst>
        </pc:spChg>
        <pc:spChg chg="add del">
          <ac:chgData name="Katie HARRISON" userId="S::kfharrison@wisc.edu::f5e22dcb-aa54-4825-b422-a6b74624f705" providerId="AD" clId="Web-{7A089944-C11D-0201-47DE-3347B635BF9C}" dt="2022-08-16T05:22:32.896" v="24"/>
          <ac:spMkLst>
            <pc:docMk/>
            <pc:sldMk cId="566026939" sldId="283"/>
            <ac:spMk id="115" creationId="{8380AD67-C5CA-4918-B4BB-C359BB03EEDD}"/>
          </ac:spMkLst>
        </pc:spChg>
        <pc:spChg chg="add del">
          <ac:chgData name="Katie HARRISON" userId="S::kfharrison@wisc.edu::f5e22dcb-aa54-4825-b422-a6b74624f705" providerId="AD" clId="Web-{7A089944-C11D-0201-47DE-3347B635BF9C}" dt="2022-08-16T05:22:32.896" v="24"/>
          <ac:spMkLst>
            <pc:docMk/>
            <pc:sldMk cId="566026939" sldId="283"/>
            <ac:spMk id="117" creationId="{EABAD4DA-87BA-4F70-9EF0-45C6BCF17823}"/>
          </ac:spMkLst>
        </pc:spChg>
        <pc:spChg chg="add del">
          <ac:chgData name="Katie HARRISON" userId="S::kfharrison@wisc.edu::f5e22dcb-aa54-4825-b422-a6b74624f705" providerId="AD" clId="Web-{7A089944-C11D-0201-47DE-3347B635BF9C}" dt="2022-08-16T05:22:32.896" v="24"/>
          <ac:spMkLst>
            <pc:docMk/>
            <pc:sldMk cId="566026939" sldId="283"/>
            <ac:spMk id="118" creationId="{915128D9-2797-47FA-B6FE-EC24E6B8437A}"/>
          </ac:spMkLst>
        </pc:spChg>
        <pc:spChg chg="add del">
          <ac:chgData name="Katie HARRISON" userId="S::kfharrison@wisc.edu::f5e22dcb-aa54-4825-b422-a6b74624f705" providerId="AD" clId="Web-{7A089944-C11D-0201-47DE-3347B635BF9C}" dt="2022-08-16T05:22:32.896" v="24"/>
          <ac:spMkLst>
            <pc:docMk/>
            <pc:sldMk cId="566026939" sldId="283"/>
            <ac:spMk id="119" creationId="{65651A0E-1BB2-F0B1-B89D-A1B43FEACEDD}"/>
          </ac:spMkLst>
        </pc:spChg>
        <pc:spChg chg="add del">
          <ac:chgData name="Katie HARRISON" userId="S::kfharrison@wisc.edu::f5e22dcb-aa54-4825-b422-a6b74624f705" providerId="AD" clId="Web-{7A089944-C11D-0201-47DE-3347B635BF9C}" dt="2022-08-16T05:23:26.412" v="30"/>
          <ac:spMkLst>
            <pc:docMk/>
            <pc:sldMk cId="566026939" sldId="283"/>
            <ac:spMk id="120" creationId="{283B6091-C9A6-4C92-8315-2DE12015E5B9}"/>
          </ac:spMkLst>
        </pc:spChg>
        <pc:spChg chg="add del">
          <ac:chgData name="Katie HARRISON" userId="S::kfharrison@wisc.edu::f5e22dcb-aa54-4825-b422-a6b74624f705" providerId="AD" clId="Web-{7A089944-C11D-0201-47DE-3347B635BF9C}" dt="2022-08-16T05:23:26.412" v="30"/>
          <ac:spMkLst>
            <pc:docMk/>
            <pc:sldMk cId="566026939" sldId="283"/>
            <ac:spMk id="121" creationId="{CC6ACBBE-7216-419A-81B7-BD305A9FEF7F}"/>
          </ac:spMkLst>
        </pc:spChg>
        <pc:spChg chg="add del">
          <ac:chgData name="Katie HARRISON" userId="S::kfharrison@wisc.edu::f5e22dcb-aa54-4825-b422-a6b74624f705" providerId="AD" clId="Web-{7A089944-C11D-0201-47DE-3347B635BF9C}" dt="2022-08-16T05:23:26.412" v="30"/>
          <ac:spMkLst>
            <pc:docMk/>
            <pc:sldMk cId="566026939" sldId="283"/>
            <ac:spMk id="122" creationId="{98E79BE4-34FE-485A-98A5-92CE8F7C4743}"/>
          </ac:spMkLst>
        </pc:spChg>
        <pc:spChg chg="add">
          <ac:chgData name="Katie HARRISON" userId="S::kfharrison@wisc.edu::f5e22dcb-aa54-4825-b422-a6b74624f705" providerId="AD" clId="Web-{7A089944-C11D-0201-47DE-3347B635BF9C}" dt="2022-08-16T05:23:26.506" v="31"/>
          <ac:spMkLst>
            <pc:docMk/>
            <pc:sldMk cId="566026939" sldId="283"/>
            <ac:spMk id="124" creationId="{2D6FBB9D-1CAA-4D05-AB33-BABDFE17B843}"/>
          </ac:spMkLst>
        </pc:spChg>
        <pc:spChg chg="add">
          <ac:chgData name="Katie HARRISON" userId="S::kfharrison@wisc.edu::f5e22dcb-aa54-4825-b422-a6b74624f705" providerId="AD" clId="Web-{7A089944-C11D-0201-47DE-3347B635BF9C}" dt="2022-08-16T05:23:26.506" v="31"/>
          <ac:spMkLst>
            <pc:docMk/>
            <pc:sldMk cId="566026939" sldId="283"/>
            <ac:spMk id="125" creationId="{04727B71-B4B6-4823-80A1-68C40B475118}"/>
          </ac:spMkLst>
        </pc:spChg>
        <pc:spChg chg="add">
          <ac:chgData name="Katie HARRISON" userId="S::kfharrison@wisc.edu::f5e22dcb-aa54-4825-b422-a6b74624f705" providerId="AD" clId="Web-{7A089944-C11D-0201-47DE-3347B635BF9C}" dt="2022-08-16T05:23:26.506" v="31"/>
          <ac:spMkLst>
            <pc:docMk/>
            <pc:sldMk cId="566026939" sldId="283"/>
            <ac:spMk id="126" creationId="{79A6DB05-9FB5-4B07-8675-74C23D4FD89D}"/>
          </ac:spMkLst>
        </pc:spChg>
        <pc:spChg chg="add">
          <ac:chgData name="Katie HARRISON" userId="S::kfharrison@wisc.edu::f5e22dcb-aa54-4825-b422-a6b74624f705" providerId="AD" clId="Web-{7A089944-C11D-0201-47DE-3347B635BF9C}" dt="2022-08-16T05:23:26.506" v="31"/>
          <ac:spMkLst>
            <pc:docMk/>
            <pc:sldMk cId="566026939" sldId="283"/>
            <ac:spMk id="127" creationId="{8108D317-7CBD-4897-BD1F-959436D2A3BE}"/>
          </ac:spMkLst>
        </pc:spChg>
        <pc:spChg chg="add">
          <ac:chgData name="Katie HARRISON" userId="S::kfharrison@wisc.edu::f5e22dcb-aa54-4825-b422-a6b74624f705" providerId="AD" clId="Web-{7A089944-C11D-0201-47DE-3347B635BF9C}" dt="2022-08-16T05:23:26.506" v="31"/>
          <ac:spMkLst>
            <pc:docMk/>
            <pc:sldMk cId="566026939" sldId="283"/>
            <ac:spMk id="128" creationId="{D6297641-8B9F-4767-9606-8A11313227BF}"/>
          </ac:spMkLst>
        </pc:spChg>
        <pc:spChg chg="add">
          <ac:chgData name="Katie HARRISON" userId="S::kfharrison@wisc.edu::f5e22dcb-aa54-4825-b422-a6b74624f705" providerId="AD" clId="Web-{7A089944-C11D-0201-47DE-3347B635BF9C}" dt="2022-08-16T05:23:26.506" v="31"/>
          <ac:spMkLst>
            <pc:docMk/>
            <pc:sldMk cId="566026939" sldId="283"/>
            <ac:spMk id="129" creationId="{D8F3CA65-EA00-46B4-9616-39E6853F7BED}"/>
          </ac:spMkLst>
        </pc:spChg>
        <pc:graphicFrameChg chg="add del">
          <ac:chgData name="Katie HARRISON" userId="S::kfharrison@wisc.edu::f5e22dcb-aa54-4825-b422-a6b74624f705" providerId="AD" clId="Web-{7A089944-C11D-0201-47DE-3347B635BF9C}" dt="2022-08-16T05:21:52.849" v="18"/>
          <ac:graphicFrameMkLst>
            <pc:docMk/>
            <pc:sldMk cId="566026939" sldId="283"/>
            <ac:graphicFrameMk id="77" creationId="{6318697D-44E5-A528-1609-9E7C849239F0}"/>
          </ac:graphicFrameMkLst>
        </pc:graphicFrameChg>
        <pc:graphicFrameChg chg="add mod modGraphic">
          <ac:chgData name="Katie HARRISON" userId="S::kfharrison@wisc.edu::f5e22dcb-aa54-4825-b422-a6b74624f705" providerId="AD" clId="Web-{7A089944-C11D-0201-47DE-3347B635BF9C}" dt="2022-08-16T05:25:04.929" v="34" actId="20577"/>
          <ac:graphicFrameMkLst>
            <pc:docMk/>
            <pc:sldMk cId="566026939" sldId="283"/>
            <ac:graphicFrameMk id="90" creationId="{1235E3BB-2D4B-1F2C-2B70-5CB2954D2EA0}"/>
          </ac:graphicFrameMkLst>
        </pc:graphicFrameChg>
        <pc:graphicFrameChg chg="add del">
          <ac:chgData name="Katie HARRISON" userId="S::kfharrison@wisc.edu::f5e22dcb-aa54-4825-b422-a6b74624f705" providerId="AD" clId="Web-{7A089944-C11D-0201-47DE-3347B635BF9C}" dt="2022-08-16T05:21:57.068" v="20"/>
          <ac:graphicFrameMkLst>
            <pc:docMk/>
            <pc:sldMk cId="566026939" sldId="283"/>
            <ac:graphicFrameMk id="101" creationId="{09FF0BCD-8AB7-EF3C-5FC4-7F58196A8F8A}"/>
          </ac:graphicFrameMkLst>
        </pc:graphicFrameChg>
        <pc:graphicFrameChg chg="add del">
          <ac:chgData name="Katie HARRISON" userId="S::kfharrison@wisc.edu::f5e22dcb-aa54-4825-b422-a6b74624f705" providerId="AD" clId="Web-{7A089944-C11D-0201-47DE-3347B635BF9C}" dt="2022-08-16T05:22:29.521" v="22"/>
          <ac:graphicFrameMkLst>
            <pc:docMk/>
            <pc:sldMk cId="566026939" sldId="283"/>
            <ac:graphicFrameMk id="110" creationId="{6318697D-44E5-A528-1609-9E7C849239F0}"/>
          </ac:graphicFrameMkLst>
        </pc:graphicFrameChg>
        <pc:picChg chg="add mod ord">
          <ac:chgData name="Katie HARRISON" userId="S::kfharrison@wisc.edu::f5e22dcb-aa54-4825-b422-a6b74624f705" providerId="AD" clId="Web-{7A089944-C11D-0201-47DE-3347B635BF9C}" dt="2022-08-16T05:23:26.506" v="31"/>
          <ac:picMkLst>
            <pc:docMk/>
            <pc:sldMk cId="566026939" sldId="283"/>
            <ac:picMk id="38" creationId="{0AF3B993-8DF2-6F3B-4080-501E91C307B7}"/>
          </ac:picMkLst>
        </pc:picChg>
        <pc:picChg chg="add del">
          <ac:chgData name="Katie HARRISON" userId="S::kfharrison@wisc.edu::f5e22dcb-aa54-4825-b422-a6b74624f705" providerId="AD" clId="Web-{7A089944-C11D-0201-47DE-3347B635BF9C}" dt="2022-08-16T05:22:40.131" v="26"/>
          <ac:picMkLst>
            <pc:docMk/>
            <pc:sldMk cId="566026939" sldId="283"/>
            <ac:picMk id="61" creationId="{2F3B6A2F-ACEF-8185-F497-690EDE4C7CD2}"/>
          </ac:picMkLst>
        </pc:picChg>
        <pc:picChg chg="add del">
          <ac:chgData name="Katie HARRISON" userId="S::kfharrison@wisc.edu::f5e22dcb-aa54-4825-b422-a6b74624f705" providerId="AD" clId="Web-{7A089944-C11D-0201-47DE-3347B635BF9C}" dt="2022-08-16T05:22:32.896" v="24"/>
          <ac:picMkLst>
            <pc:docMk/>
            <pc:sldMk cId="566026939" sldId="283"/>
            <ac:picMk id="116" creationId="{02E65837-375F-453B-3526-C3874C89FF20}"/>
          </ac:picMkLst>
        </pc:picChg>
      </pc:sldChg>
      <pc:sldChg chg="modSp">
        <pc:chgData name="Katie HARRISON" userId="S::kfharrison@wisc.edu::f5e22dcb-aa54-4825-b422-a6b74624f705" providerId="AD" clId="Web-{7A089944-C11D-0201-47DE-3347B635BF9C}" dt="2022-08-16T05:26:53.914" v="53" actId="1076"/>
        <pc:sldMkLst>
          <pc:docMk/>
          <pc:sldMk cId="3102211442" sldId="284"/>
        </pc:sldMkLst>
        <pc:graphicFrameChg chg="mod">
          <ac:chgData name="Katie HARRISON" userId="S::kfharrison@wisc.edu::f5e22dcb-aa54-4825-b422-a6b74624f705" providerId="AD" clId="Web-{7A089944-C11D-0201-47DE-3347B635BF9C}" dt="2022-08-16T05:26:50.554" v="52" actId="1076"/>
          <ac:graphicFrameMkLst>
            <pc:docMk/>
            <pc:sldMk cId="3102211442" sldId="284"/>
            <ac:graphicFrameMk id="14" creationId="{4B25158E-5E13-3B66-6B69-9424EA082184}"/>
          </ac:graphicFrameMkLst>
        </pc:graphicFrameChg>
        <pc:picChg chg="mod">
          <ac:chgData name="Katie HARRISON" userId="S::kfharrison@wisc.edu::f5e22dcb-aa54-4825-b422-a6b74624f705" providerId="AD" clId="Web-{7A089944-C11D-0201-47DE-3347B635BF9C}" dt="2022-08-16T05:26:53.914" v="53" actId="1076"/>
          <ac:picMkLst>
            <pc:docMk/>
            <pc:sldMk cId="3102211442" sldId="284"/>
            <ac:picMk id="8" creationId="{3C1BB243-C1A5-0E42-7F74-8777EA05B273}"/>
          </ac:picMkLst>
        </pc:picChg>
      </pc:sldChg>
    </pc:docChg>
  </pc:docChgLst>
  <pc:docChgLst>
    <pc:chgData name="Katie HARRISON" userId="S::kfharrison@wisc.edu::f5e22dcb-aa54-4825-b422-a6b74624f705" providerId="AD" clId="Web-{3B16CD03-F150-6280-5DDA-5C527031D8DD}"/>
    <pc:docChg chg="mod addSld modSld sldOrd">
      <pc:chgData name="Katie HARRISON" userId="S::kfharrison@wisc.edu::f5e22dcb-aa54-4825-b422-a6b74624f705" providerId="AD" clId="Web-{3B16CD03-F150-6280-5DDA-5C527031D8DD}" dt="2022-08-07T15:08:23.092" v="1280" actId="20577"/>
      <pc:docMkLst>
        <pc:docMk/>
      </pc:docMkLst>
      <pc:sldChg chg="addSp delSp modSp addAnim delAnim addCm">
        <pc:chgData name="Katie HARRISON" userId="S::kfharrison@wisc.edu::f5e22dcb-aa54-4825-b422-a6b74624f705" providerId="AD" clId="Web-{3B16CD03-F150-6280-5DDA-5C527031D8DD}" dt="2022-08-07T03:13:43.052" v="12"/>
        <pc:sldMkLst>
          <pc:docMk/>
          <pc:sldMk cId="109857222" sldId="256"/>
        </pc:sldMkLst>
        <pc:spChg chg="mod">
          <ac:chgData name="Katie HARRISON" userId="S::kfharrison@wisc.edu::f5e22dcb-aa54-4825-b422-a6b74624f705" providerId="AD" clId="Web-{3B16CD03-F150-6280-5DDA-5C527031D8DD}" dt="2022-08-07T03:08:51.973" v="10"/>
          <ac:spMkLst>
            <pc:docMk/>
            <pc:sldMk cId="109857222" sldId="256"/>
            <ac:spMk id="2" creationId="{00000000-0000-0000-0000-000000000000}"/>
          </ac:spMkLst>
        </pc:spChg>
        <pc:spChg chg="del">
          <ac:chgData name="Katie HARRISON" userId="S::kfharrison@wisc.edu::f5e22dcb-aa54-4825-b422-a6b74624f705" providerId="AD" clId="Web-{3B16CD03-F150-6280-5DDA-5C527031D8DD}" dt="2022-08-07T03:07:05.348" v="0"/>
          <ac:spMkLst>
            <pc:docMk/>
            <pc:sldMk cId="109857222" sldId="256"/>
            <ac:spMk id="50" creationId="{55666830-9A19-4E01-8505-D6C7F9AC5665}"/>
          </ac:spMkLst>
        </pc:spChg>
        <pc:spChg chg="del">
          <ac:chgData name="Katie HARRISON" userId="S::kfharrison@wisc.edu::f5e22dcb-aa54-4825-b422-a6b74624f705" providerId="AD" clId="Web-{3B16CD03-F150-6280-5DDA-5C527031D8DD}" dt="2022-08-07T03:07:05.348" v="0"/>
          <ac:spMkLst>
            <pc:docMk/>
            <pc:sldMk cId="109857222" sldId="256"/>
            <ac:spMk id="51" creationId="{AE9FC877-7FB6-4D22-9988-35420644E202}"/>
          </ac:spMkLst>
        </pc:spChg>
        <pc:spChg chg="del">
          <ac:chgData name="Katie HARRISON" userId="S::kfharrison@wisc.edu::f5e22dcb-aa54-4825-b422-a6b74624f705" providerId="AD" clId="Web-{3B16CD03-F150-6280-5DDA-5C527031D8DD}" dt="2022-08-07T03:07:05.348" v="0"/>
          <ac:spMkLst>
            <pc:docMk/>
            <pc:sldMk cId="109857222" sldId="256"/>
            <ac:spMk id="52" creationId="{E41809D1-F12E-46BB-B804-5F209D325E8B}"/>
          </ac:spMkLst>
        </pc:spChg>
        <pc:spChg chg="del">
          <ac:chgData name="Katie HARRISON" userId="S::kfharrison@wisc.edu::f5e22dcb-aa54-4825-b422-a6b74624f705" providerId="AD" clId="Web-{3B16CD03-F150-6280-5DDA-5C527031D8DD}" dt="2022-08-07T03:07:05.348" v="0"/>
          <ac:spMkLst>
            <pc:docMk/>
            <pc:sldMk cId="109857222" sldId="256"/>
            <ac:spMk id="53" creationId="{AF2F604E-43BE-4DC3-B983-E071523364F8}"/>
          </ac:spMkLst>
        </pc:spChg>
        <pc:spChg chg="del">
          <ac:chgData name="Katie HARRISON" userId="S::kfharrison@wisc.edu::f5e22dcb-aa54-4825-b422-a6b74624f705" providerId="AD" clId="Web-{3B16CD03-F150-6280-5DDA-5C527031D8DD}" dt="2022-08-07T03:07:05.348" v="0"/>
          <ac:spMkLst>
            <pc:docMk/>
            <pc:sldMk cId="109857222" sldId="256"/>
            <ac:spMk id="54" creationId="{08C9B587-E65E-4B52-B37C-ABEBB6E87928}"/>
          </ac:spMkLst>
        </pc:spChg>
        <pc:spChg chg="add del">
          <ac:chgData name="Katie HARRISON" userId="S::kfharrison@wisc.edu::f5e22dcb-aa54-4825-b422-a6b74624f705" providerId="AD" clId="Web-{3B16CD03-F150-6280-5DDA-5C527031D8DD}" dt="2022-08-07T03:08:51.973" v="10"/>
          <ac:spMkLst>
            <pc:docMk/>
            <pc:sldMk cId="109857222" sldId="256"/>
            <ac:spMk id="59" creationId="{E91DC736-0EF8-4F87-9146-EBF1D2EE4D3D}"/>
          </ac:spMkLst>
        </pc:spChg>
        <pc:spChg chg="add del">
          <ac:chgData name="Katie HARRISON" userId="S::kfharrison@wisc.edu::f5e22dcb-aa54-4825-b422-a6b74624f705" providerId="AD" clId="Web-{3B16CD03-F150-6280-5DDA-5C527031D8DD}" dt="2022-08-07T03:08:51.973" v="10"/>
          <ac:spMkLst>
            <pc:docMk/>
            <pc:sldMk cId="109857222" sldId="256"/>
            <ac:spMk id="61" creationId="{097CD68E-23E3-4007-8847-CD0944C4F7BE}"/>
          </ac:spMkLst>
        </pc:spChg>
        <pc:spChg chg="add del">
          <ac:chgData name="Katie HARRISON" userId="S::kfharrison@wisc.edu::f5e22dcb-aa54-4825-b422-a6b74624f705" providerId="AD" clId="Web-{3B16CD03-F150-6280-5DDA-5C527031D8DD}" dt="2022-08-07T03:08:51.973" v="10"/>
          <ac:spMkLst>
            <pc:docMk/>
            <pc:sldMk cId="109857222" sldId="256"/>
            <ac:spMk id="63" creationId="{AF2F604E-43BE-4DC3-B983-E071523364F8}"/>
          </ac:spMkLst>
        </pc:spChg>
        <pc:spChg chg="add del">
          <ac:chgData name="Katie HARRISON" userId="S::kfharrison@wisc.edu::f5e22dcb-aa54-4825-b422-a6b74624f705" providerId="AD" clId="Web-{3B16CD03-F150-6280-5DDA-5C527031D8DD}" dt="2022-08-07T03:08:51.973" v="10"/>
          <ac:spMkLst>
            <pc:docMk/>
            <pc:sldMk cId="109857222" sldId="256"/>
            <ac:spMk id="65" creationId="{08C9B587-E65E-4B52-B37C-ABEBB6E87928}"/>
          </ac:spMkLst>
        </pc:spChg>
        <pc:spChg chg="add del">
          <ac:chgData name="Katie HARRISON" userId="S::kfharrison@wisc.edu::f5e22dcb-aa54-4825-b422-a6b74624f705" providerId="AD" clId="Web-{3B16CD03-F150-6280-5DDA-5C527031D8DD}" dt="2022-08-07T03:08:51.973" v="10"/>
          <ac:spMkLst>
            <pc:docMk/>
            <pc:sldMk cId="109857222" sldId="256"/>
            <ac:spMk id="70" creationId="{E91DC736-0EF8-4F87-9146-EBF1D2EE4D3D}"/>
          </ac:spMkLst>
        </pc:spChg>
        <pc:spChg chg="add del">
          <ac:chgData name="Katie HARRISON" userId="S::kfharrison@wisc.edu::f5e22dcb-aa54-4825-b422-a6b74624f705" providerId="AD" clId="Web-{3B16CD03-F150-6280-5DDA-5C527031D8DD}" dt="2022-08-07T03:08:51.973" v="10"/>
          <ac:spMkLst>
            <pc:docMk/>
            <pc:sldMk cId="109857222" sldId="256"/>
            <ac:spMk id="72" creationId="{097CD68E-23E3-4007-8847-CD0944C4F7BE}"/>
          </ac:spMkLst>
        </pc:spChg>
        <pc:spChg chg="add del">
          <ac:chgData name="Katie HARRISON" userId="S::kfharrison@wisc.edu::f5e22dcb-aa54-4825-b422-a6b74624f705" providerId="AD" clId="Web-{3B16CD03-F150-6280-5DDA-5C527031D8DD}" dt="2022-08-07T03:08:51.973" v="10"/>
          <ac:spMkLst>
            <pc:docMk/>
            <pc:sldMk cId="109857222" sldId="256"/>
            <ac:spMk id="74" creationId="{AF2F604E-43BE-4DC3-B983-E071523364F8}"/>
          </ac:spMkLst>
        </pc:spChg>
        <pc:spChg chg="add del">
          <ac:chgData name="Katie HARRISON" userId="S::kfharrison@wisc.edu::f5e22dcb-aa54-4825-b422-a6b74624f705" providerId="AD" clId="Web-{3B16CD03-F150-6280-5DDA-5C527031D8DD}" dt="2022-08-07T03:08:51.973" v="10"/>
          <ac:spMkLst>
            <pc:docMk/>
            <pc:sldMk cId="109857222" sldId="256"/>
            <ac:spMk id="76" creationId="{08C9B587-E65E-4B52-B37C-ABEBB6E87928}"/>
          </ac:spMkLst>
        </pc:spChg>
        <pc:picChg chg="mod">
          <ac:chgData name="Katie HARRISON" userId="S::kfharrison@wisc.edu::f5e22dcb-aa54-4825-b422-a6b74624f705" providerId="AD" clId="Web-{3B16CD03-F150-6280-5DDA-5C527031D8DD}" dt="2022-08-07T03:07:05.348" v="0"/>
          <ac:picMkLst>
            <pc:docMk/>
            <pc:sldMk cId="109857222" sldId="256"/>
            <ac:picMk id="4" creationId="{42D044D1-661B-D323-2970-AD0AF3924360}"/>
          </ac:picMkLst>
        </pc:picChg>
      </pc:sldChg>
      <pc:sldChg chg="addSp delSp modSp mod setBg modShow">
        <pc:chgData name="Katie HARRISON" userId="S::kfharrison@wisc.edu::f5e22dcb-aa54-4825-b422-a6b74624f705" providerId="AD" clId="Web-{3B16CD03-F150-6280-5DDA-5C527031D8DD}" dt="2022-08-07T03:35:24.403" v="191"/>
        <pc:sldMkLst>
          <pc:docMk/>
          <pc:sldMk cId="535810320" sldId="257"/>
        </pc:sldMkLst>
        <pc:spChg chg="mod">
          <ac:chgData name="Katie HARRISON" userId="S::kfharrison@wisc.edu::f5e22dcb-aa54-4825-b422-a6b74624f705" providerId="AD" clId="Web-{3B16CD03-F150-6280-5DDA-5C527031D8DD}" dt="2022-08-07T03:28:46.368" v="190"/>
          <ac:spMkLst>
            <pc:docMk/>
            <pc:sldMk cId="535810320" sldId="257"/>
            <ac:spMk id="2" creationId="{1C5E13C5-8F15-3BDA-C6AC-706CEBB0818E}"/>
          </ac:spMkLst>
        </pc:spChg>
        <pc:spChg chg="del">
          <ac:chgData name="Katie HARRISON" userId="S::kfharrison@wisc.edu::f5e22dcb-aa54-4825-b422-a6b74624f705" providerId="AD" clId="Web-{3B16CD03-F150-6280-5DDA-5C527031D8DD}" dt="2022-08-07T03:15:59.599" v="13"/>
          <ac:spMkLst>
            <pc:docMk/>
            <pc:sldMk cId="535810320" sldId="257"/>
            <ac:spMk id="3" creationId="{0E8052AC-ECE1-A5B5-2FAF-876790C9B8CC}"/>
          </ac:spMkLst>
        </pc:spChg>
        <pc:spChg chg="del mod">
          <ac:chgData name="Katie HARRISON" userId="S::kfharrison@wisc.edu::f5e22dcb-aa54-4825-b422-a6b74624f705" providerId="AD" clId="Web-{3B16CD03-F150-6280-5DDA-5C527031D8DD}" dt="2022-08-07T03:16:46.130" v="23"/>
          <ac:spMkLst>
            <pc:docMk/>
            <pc:sldMk cId="535810320" sldId="257"/>
            <ac:spMk id="4" creationId="{8A032D50-8680-0AB8-7DA9-B6A1E0267A84}"/>
          </ac:spMkLst>
        </pc:spChg>
        <pc:spChg chg="add del">
          <ac:chgData name="Katie HARRISON" userId="S::kfharrison@wisc.edu::f5e22dcb-aa54-4825-b422-a6b74624f705" providerId="AD" clId="Web-{3B16CD03-F150-6280-5DDA-5C527031D8DD}" dt="2022-08-07T03:16:46.130" v="23"/>
          <ac:spMkLst>
            <pc:docMk/>
            <pc:sldMk cId="535810320" sldId="257"/>
            <ac:spMk id="9" creationId="{2D6FBB9D-1CAA-4D05-AB33-BABDFE17B843}"/>
          </ac:spMkLst>
        </pc:spChg>
        <pc:spChg chg="add del">
          <ac:chgData name="Katie HARRISON" userId="S::kfharrison@wisc.edu::f5e22dcb-aa54-4825-b422-a6b74624f705" providerId="AD" clId="Web-{3B16CD03-F150-6280-5DDA-5C527031D8DD}" dt="2022-08-07T03:16:46.130" v="23"/>
          <ac:spMkLst>
            <pc:docMk/>
            <pc:sldMk cId="535810320" sldId="257"/>
            <ac:spMk id="11" creationId="{04727B71-B4B6-4823-80A1-68C40B475118}"/>
          </ac:spMkLst>
        </pc:spChg>
        <pc:spChg chg="add del">
          <ac:chgData name="Katie HARRISON" userId="S::kfharrison@wisc.edu::f5e22dcb-aa54-4825-b422-a6b74624f705" providerId="AD" clId="Web-{3B16CD03-F150-6280-5DDA-5C527031D8DD}" dt="2022-08-07T03:16:46.130" v="23"/>
          <ac:spMkLst>
            <pc:docMk/>
            <pc:sldMk cId="535810320" sldId="257"/>
            <ac:spMk id="13" creationId="{79A6DB05-9FB5-4B07-8675-74C23D4FD89D}"/>
          </ac:spMkLst>
        </pc:spChg>
        <pc:spChg chg="add del">
          <ac:chgData name="Katie HARRISON" userId="S::kfharrison@wisc.edu::f5e22dcb-aa54-4825-b422-a6b74624f705" providerId="AD" clId="Web-{3B16CD03-F150-6280-5DDA-5C527031D8DD}" dt="2022-08-07T03:16:46.130" v="23"/>
          <ac:spMkLst>
            <pc:docMk/>
            <pc:sldMk cId="535810320" sldId="257"/>
            <ac:spMk id="15" creationId="{2029D5AD-8348-4446-B191-6A9B6FE03F21}"/>
          </ac:spMkLst>
        </pc:spChg>
        <pc:spChg chg="add del">
          <ac:chgData name="Katie HARRISON" userId="S::kfharrison@wisc.edu::f5e22dcb-aa54-4825-b422-a6b74624f705" providerId="AD" clId="Web-{3B16CD03-F150-6280-5DDA-5C527031D8DD}" dt="2022-08-07T03:16:46.130" v="23"/>
          <ac:spMkLst>
            <pc:docMk/>
            <pc:sldMk cId="535810320" sldId="257"/>
            <ac:spMk id="17" creationId="{A3F395A2-2B64-4749-BD93-2F159C7E1FB5}"/>
          </ac:spMkLst>
        </pc:spChg>
        <pc:spChg chg="add del">
          <ac:chgData name="Katie HARRISON" userId="S::kfharrison@wisc.edu::f5e22dcb-aa54-4825-b422-a6b74624f705" providerId="AD" clId="Web-{3B16CD03-F150-6280-5DDA-5C527031D8DD}" dt="2022-08-07T03:16:46.130" v="23"/>
          <ac:spMkLst>
            <pc:docMk/>
            <pc:sldMk cId="535810320" sldId="257"/>
            <ac:spMk id="19" creationId="{5CF0135B-EAB8-4CA0-896C-2D897ECD28BC}"/>
          </ac:spMkLst>
        </pc:spChg>
        <pc:spChg chg="add del">
          <ac:chgData name="Katie HARRISON" userId="S::kfharrison@wisc.edu::f5e22dcb-aa54-4825-b422-a6b74624f705" providerId="AD" clId="Web-{3B16CD03-F150-6280-5DDA-5C527031D8DD}" dt="2022-08-07T03:16:46.130" v="23"/>
          <ac:spMkLst>
            <pc:docMk/>
            <pc:sldMk cId="535810320" sldId="257"/>
            <ac:spMk id="21" creationId="{92C3387C-D24F-4737-8A37-1DC5CFF09CFA}"/>
          </ac:spMkLst>
        </pc:spChg>
        <pc:spChg chg="add del">
          <ac:chgData name="Katie HARRISON" userId="S::kfharrison@wisc.edu::f5e22dcb-aa54-4825-b422-a6b74624f705" providerId="AD" clId="Web-{3B16CD03-F150-6280-5DDA-5C527031D8DD}" dt="2022-08-07T03:18:14.756" v="39"/>
          <ac:spMkLst>
            <pc:docMk/>
            <pc:sldMk cId="535810320" sldId="257"/>
            <ac:spMk id="27" creationId="{2D6FBB9D-1CAA-4D05-AB33-BABDFE17B843}"/>
          </ac:spMkLst>
        </pc:spChg>
        <pc:spChg chg="add del">
          <ac:chgData name="Katie HARRISON" userId="S::kfharrison@wisc.edu::f5e22dcb-aa54-4825-b422-a6b74624f705" providerId="AD" clId="Web-{3B16CD03-F150-6280-5DDA-5C527031D8DD}" dt="2022-08-07T03:18:14.756" v="39"/>
          <ac:spMkLst>
            <pc:docMk/>
            <pc:sldMk cId="535810320" sldId="257"/>
            <ac:spMk id="29" creationId="{04727B71-B4B6-4823-80A1-68C40B475118}"/>
          </ac:spMkLst>
        </pc:spChg>
        <pc:spChg chg="add del">
          <ac:chgData name="Katie HARRISON" userId="S::kfharrison@wisc.edu::f5e22dcb-aa54-4825-b422-a6b74624f705" providerId="AD" clId="Web-{3B16CD03-F150-6280-5DDA-5C527031D8DD}" dt="2022-08-07T03:18:14.756" v="39"/>
          <ac:spMkLst>
            <pc:docMk/>
            <pc:sldMk cId="535810320" sldId="257"/>
            <ac:spMk id="31" creationId="{79A6DB05-9FB5-4B07-8675-74C23D4FD89D}"/>
          </ac:spMkLst>
        </pc:spChg>
        <pc:spChg chg="add del">
          <ac:chgData name="Katie HARRISON" userId="S::kfharrison@wisc.edu::f5e22dcb-aa54-4825-b422-a6b74624f705" providerId="AD" clId="Web-{3B16CD03-F150-6280-5DDA-5C527031D8DD}" dt="2022-08-07T03:18:14.756" v="39"/>
          <ac:spMkLst>
            <pc:docMk/>
            <pc:sldMk cId="535810320" sldId="257"/>
            <ac:spMk id="33" creationId="{7301F447-EEF7-48F5-AF73-7566EE7F64AD}"/>
          </ac:spMkLst>
        </pc:spChg>
        <pc:spChg chg="add del">
          <ac:chgData name="Katie HARRISON" userId="S::kfharrison@wisc.edu::f5e22dcb-aa54-4825-b422-a6b74624f705" providerId="AD" clId="Web-{3B16CD03-F150-6280-5DDA-5C527031D8DD}" dt="2022-08-07T03:18:14.756" v="39"/>
          <ac:spMkLst>
            <pc:docMk/>
            <pc:sldMk cId="535810320" sldId="257"/>
            <ac:spMk id="35" creationId="{F7117410-A2A4-4085-9ADC-46744551DBDE}"/>
          </ac:spMkLst>
        </pc:spChg>
        <pc:spChg chg="add del">
          <ac:chgData name="Katie HARRISON" userId="S::kfharrison@wisc.edu::f5e22dcb-aa54-4825-b422-a6b74624f705" providerId="AD" clId="Web-{3B16CD03-F150-6280-5DDA-5C527031D8DD}" dt="2022-08-07T03:18:14.756" v="39"/>
          <ac:spMkLst>
            <pc:docMk/>
            <pc:sldMk cId="535810320" sldId="257"/>
            <ac:spMk id="37" creationId="{99F74EB5-E547-4FB4-95F5-BCC788F3C4A0}"/>
          </ac:spMkLst>
        </pc:spChg>
        <pc:spChg chg="add del">
          <ac:chgData name="Katie HARRISON" userId="S::kfharrison@wisc.edu::f5e22dcb-aa54-4825-b422-a6b74624f705" providerId="AD" clId="Web-{3B16CD03-F150-6280-5DDA-5C527031D8DD}" dt="2022-08-07T03:17:51.209" v="32"/>
          <ac:spMkLst>
            <pc:docMk/>
            <pc:sldMk cId="535810320" sldId="257"/>
            <ac:spMk id="42" creationId="{2D6FBB9D-1CAA-4D05-AB33-BABDFE17B843}"/>
          </ac:spMkLst>
        </pc:spChg>
        <pc:spChg chg="add del">
          <ac:chgData name="Katie HARRISON" userId="S::kfharrison@wisc.edu::f5e22dcb-aa54-4825-b422-a6b74624f705" providerId="AD" clId="Web-{3B16CD03-F150-6280-5DDA-5C527031D8DD}" dt="2022-08-07T03:17:51.209" v="32"/>
          <ac:spMkLst>
            <pc:docMk/>
            <pc:sldMk cId="535810320" sldId="257"/>
            <ac:spMk id="44" creationId="{04727B71-B4B6-4823-80A1-68C40B475118}"/>
          </ac:spMkLst>
        </pc:spChg>
        <pc:spChg chg="add del">
          <ac:chgData name="Katie HARRISON" userId="S::kfharrison@wisc.edu::f5e22dcb-aa54-4825-b422-a6b74624f705" providerId="AD" clId="Web-{3B16CD03-F150-6280-5DDA-5C527031D8DD}" dt="2022-08-07T03:17:51.209" v="32"/>
          <ac:spMkLst>
            <pc:docMk/>
            <pc:sldMk cId="535810320" sldId="257"/>
            <ac:spMk id="46" creationId="{79A6DB05-9FB5-4B07-8675-74C23D4FD89D}"/>
          </ac:spMkLst>
        </pc:spChg>
        <pc:spChg chg="add del">
          <ac:chgData name="Katie HARRISON" userId="S::kfharrison@wisc.edu::f5e22dcb-aa54-4825-b422-a6b74624f705" providerId="AD" clId="Web-{3B16CD03-F150-6280-5DDA-5C527031D8DD}" dt="2022-08-07T03:17:51.209" v="32"/>
          <ac:spMkLst>
            <pc:docMk/>
            <pc:sldMk cId="535810320" sldId="257"/>
            <ac:spMk id="48" creationId="{7301F447-EEF7-48F5-AF73-7566EE7F64AD}"/>
          </ac:spMkLst>
        </pc:spChg>
        <pc:spChg chg="add del">
          <ac:chgData name="Katie HARRISON" userId="S::kfharrison@wisc.edu::f5e22dcb-aa54-4825-b422-a6b74624f705" providerId="AD" clId="Web-{3B16CD03-F150-6280-5DDA-5C527031D8DD}" dt="2022-08-07T03:17:51.209" v="32"/>
          <ac:spMkLst>
            <pc:docMk/>
            <pc:sldMk cId="535810320" sldId="257"/>
            <ac:spMk id="50" creationId="{F7117410-A2A4-4085-9ADC-46744551DBDE}"/>
          </ac:spMkLst>
        </pc:spChg>
        <pc:spChg chg="add del">
          <ac:chgData name="Katie HARRISON" userId="S::kfharrison@wisc.edu::f5e22dcb-aa54-4825-b422-a6b74624f705" providerId="AD" clId="Web-{3B16CD03-F150-6280-5DDA-5C527031D8DD}" dt="2022-08-07T03:17:51.209" v="32"/>
          <ac:spMkLst>
            <pc:docMk/>
            <pc:sldMk cId="535810320" sldId="257"/>
            <ac:spMk id="52" creationId="{99F74EB5-E547-4FB4-95F5-BCC788F3C4A0}"/>
          </ac:spMkLst>
        </pc:spChg>
        <pc:spChg chg="add del">
          <ac:chgData name="Katie HARRISON" userId="S::kfharrison@wisc.edu::f5e22dcb-aa54-4825-b422-a6b74624f705" providerId="AD" clId="Web-{3B16CD03-F150-6280-5DDA-5C527031D8DD}" dt="2022-08-07T03:18:02.959" v="34"/>
          <ac:spMkLst>
            <pc:docMk/>
            <pc:sldMk cId="535810320" sldId="257"/>
            <ac:spMk id="54" creationId="{2D6FBB9D-1CAA-4D05-AB33-BABDFE17B843}"/>
          </ac:spMkLst>
        </pc:spChg>
        <pc:spChg chg="add del">
          <ac:chgData name="Katie HARRISON" userId="S::kfharrison@wisc.edu::f5e22dcb-aa54-4825-b422-a6b74624f705" providerId="AD" clId="Web-{3B16CD03-F150-6280-5DDA-5C527031D8DD}" dt="2022-08-07T03:18:02.959" v="34"/>
          <ac:spMkLst>
            <pc:docMk/>
            <pc:sldMk cId="535810320" sldId="257"/>
            <ac:spMk id="55" creationId="{04727B71-B4B6-4823-80A1-68C40B475118}"/>
          </ac:spMkLst>
        </pc:spChg>
        <pc:spChg chg="add del">
          <ac:chgData name="Katie HARRISON" userId="S::kfharrison@wisc.edu::f5e22dcb-aa54-4825-b422-a6b74624f705" providerId="AD" clId="Web-{3B16CD03-F150-6280-5DDA-5C527031D8DD}" dt="2022-08-07T03:18:02.959" v="34"/>
          <ac:spMkLst>
            <pc:docMk/>
            <pc:sldMk cId="535810320" sldId="257"/>
            <ac:spMk id="56" creationId="{79A6DB05-9FB5-4B07-8675-74C23D4FD89D}"/>
          </ac:spMkLst>
        </pc:spChg>
        <pc:spChg chg="add del">
          <ac:chgData name="Katie HARRISON" userId="S::kfharrison@wisc.edu::f5e22dcb-aa54-4825-b422-a6b74624f705" providerId="AD" clId="Web-{3B16CD03-F150-6280-5DDA-5C527031D8DD}" dt="2022-08-07T03:18:02.959" v="34"/>
          <ac:spMkLst>
            <pc:docMk/>
            <pc:sldMk cId="535810320" sldId="257"/>
            <ac:spMk id="57" creationId="{53B021B3-DE93-4AB7-8A18-CF5F1CED88B8}"/>
          </ac:spMkLst>
        </pc:spChg>
        <pc:spChg chg="add del">
          <ac:chgData name="Katie HARRISON" userId="S::kfharrison@wisc.edu::f5e22dcb-aa54-4825-b422-a6b74624f705" providerId="AD" clId="Web-{3B16CD03-F150-6280-5DDA-5C527031D8DD}" dt="2022-08-07T03:18:02.959" v="34"/>
          <ac:spMkLst>
            <pc:docMk/>
            <pc:sldMk cId="535810320" sldId="257"/>
            <ac:spMk id="58" creationId="{52D502E5-F6B4-4D58-B4AE-FC466FF15EE8}"/>
          </ac:spMkLst>
        </pc:spChg>
        <pc:spChg chg="add del">
          <ac:chgData name="Katie HARRISON" userId="S::kfharrison@wisc.edu::f5e22dcb-aa54-4825-b422-a6b74624f705" providerId="AD" clId="Web-{3B16CD03-F150-6280-5DDA-5C527031D8DD}" dt="2022-08-07T03:18:02.959" v="34"/>
          <ac:spMkLst>
            <pc:docMk/>
            <pc:sldMk cId="535810320" sldId="257"/>
            <ac:spMk id="59" creationId="{9DECDBF4-02B6-4BB4-B65B-B8107AD6A9E8}"/>
          </ac:spMkLst>
        </pc:spChg>
        <pc:spChg chg="add del">
          <ac:chgData name="Katie HARRISON" userId="S::kfharrison@wisc.edu::f5e22dcb-aa54-4825-b422-a6b74624f705" providerId="AD" clId="Web-{3B16CD03-F150-6280-5DDA-5C527031D8DD}" dt="2022-08-07T03:18:10.318" v="36"/>
          <ac:spMkLst>
            <pc:docMk/>
            <pc:sldMk cId="535810320" sldId="257"/>
            <ac:spMk id="61" creationId="{2D6FBB9D-1CAA-4D05-AB33-BABDFE17B843}"/>
          </ac:spMkLst>
        </pc:spChg>
        <pc:spChg chg="add del">
          <ac:chgData name="Katie HARRISON" userId="S::kfharrison@wisc.edu::f5e22dcb-aa54-4825-b422-a6b74624f705" providerId="AD" clId="Web-{3B16CD03-F150-6280-5DDA-5C527031D8DD}" dt="2022-08-07T03:18:10.318" v="36"/>
          <ac:spMkLst>
            <pc:docMk/>
            <pc:sldMk cId="535810320" sldId="257"/>
            <ac:spMk id="62" creationId="{04727B71-B4B6-4823-80A1-68C40B475118}"/>
          </ac:spMkLst>
        </pc:spChg>
        <pc:spChg chg="add del">
          <ac:chgData name="Katie HARRISON" userId="S::kfharrison@wisc.edu::f5e22dcb-aa54-4825-b422-a6b74624f705" providerId="AD" clId="Web-{3B16CD03-F150-6280-5DDA-5C527031D8DD}" dt="2022-08-07T03:18:10.318" v="36"/>
          <ac:spMkLst>
            <pc:docMk/>
            <pc:sldMk cId="535810320" sldId="257"/>
            <ac:spMk id="63" creationId="{79A6DB05-9FB5-4B07-8675-74C23D4FD89D}"/>
          </ac:spMkLst>
        </pc:spChg>
        <pc:spChg chg="add del">
          <ac:chgData name="Katie HARRISON" userId="S::kfharrison@wisc.edu::f5e22dcb-aa54-4825-b422-a6b74624f705" providerId="AD" clId="Web-{3B16CD03-F150-6280-5DDA-5C527031D8DD}" dt="2022-08-07T03:18:10.318" v="36"/>
          <ac:spMkLst>
            <pc:docMk/>
            <pc:sldMk cId="535810320" sldId="257"/>
            <ac:spMk id="64" creationId="{DF44879F-6698-4394-89D4-7B3CDB92E9A0}"/>
          </ac:spMkLst>
        </pc:spChg>
        <pc:spChg chg="add del">
          <ac:chgData name="Katie HARRISON" userId="S::kfharrison@wisc.edu::f5e22dcb-aa54-4825-b422-a6b74624f705" providerId="AD" clId="Web-{3B16CD03-F150-6280-5DDA-5C527031D8DD}" dt="2022-08-07T03:18:10.318" v="36"/>
          <ac:spMkLst>
            <pc:docMk/>
            <pc:sldMk cId="535810320" sldId="257"/>
            <ac:spMk id="65" creationId="{C65FD3B2-577C-49A0-B40E-4845C5D597CF}"/>
          </ac:spMkLst>
        </pc:spChg>
        <pc:spChg chg="add del">
          <ac:chgData name="Katie HARRISON" userId="S::kfharrison@wisc.edu::f5e22dcb-aa54-4825-b422-a6b74624f705" providerId="AD" clId="Web-{3B16CD03-F150-6280-5DDA-5C527031D8DD}" dt="2022-08-07T03:18:10.318" v="36"/>
          <ac:spMkLst>
            <pc:docMk/>
            <pc:sldMk cId="535810320" sldId="257"/>
            <ac:spMk id="66" creationId="{7A0B5DEA-ADF6-4BA5-9307-147F0A4685A0}"/>
          </ac:spMkLst>
        </pc:spChg>
        <pc:spChg chg="add del">
          <ac:chgData name="Katie HARRISON" userId="S::kfharrison@wisc.edu::f5e22dcb-aa54-4825-b422-a6b74624f705" providerId="AD" clId="Web-{3B16CD03-F150-6280-5DDA-5C527031D8DD}" dt="2022-08-07T03:18:10.318" v="36"/>
          <ac:spMkLst>
            <pc:docMk/>
            <pc:sldMk cId="535810320" sldId="257"/>
            <ac:spMk id="67" creationId="{9DECDBF4-02B6-4BB4-B65B-B8107AD6A9E8}"/>
          </ac:spMkLst>
        </pc:spChg>
        <pc:spChg chg="add del">
          <ac:chgData name="Katie HARRISON" userId="S::kfharrison@wisc.edu::f5e22dcb-aa54-4825-b422-a6b74624f705" providerId="AD" clId="Web-{3B16CD03-F150-6280-5DDA-5C527031D8DD}" dt="2022-08-07T03:18:14.709" v="38"/>
          <ac:spMkLst>
            <pc:docMk/>
            <pc:sldMk cId="535810320" sldId="257"/>
            <ac:spMk id="69" creationId="{2D6FBB9D-1CAA-4D05-AB33-BABDFE17B843}"/>
          </ac:spMkLst>
        </pc:spChg>
        <pc:spChg chg="add del">
          <ac:chgData name="Katie HARRISON" userId="S::kfharrison@wisc.edu::f5e22dcb-aa54-4825-b422-a6b74624f705" providerId="AD" clId="Web-{3B16CD03-F150-6280-5DDA-5C527031D8DD}" dt="2022-08-07T03:18:14.709" v="38"/>
          <ac:spMkLst>
            <pc:docMk/>
            <pc:sldMk cId="535810320" sldId="257"/>
            <ac:spMk id="70" creationId="{04727B71-B4B6-4823-80A1-68C40B475118}"/>
          </ac:spMkLst>
        </pc:spChg>
        <pc:spChg chg="add del">
          <ac:chgData name="Katie HARRISON" userId="S::kfharrison@wisc.edu::f5e22dcb-aa54-4825-b422-a6b74624f705" providerId="AD" clId="Web-{3B16CD03-F150-6280-5DDA-5C527031D8DD}" dt="2022-08-07T03:18:14.709" v="38"/>
          <ac:spMkLst>
            <pc:docMk/>
            <pc:sldMk cId="535810320" sldId="257"/>
            <ac:spMk id="71" creationId="{79A6DB05-9FB5-4B07-8675-74C23D4FD89D}"/>
          </ac:spMkLst>
        </pc:spChg>
        <pc:spChg chg="add del">
          <ac:chgData name="Katie HARRISON" userId="S::kfharrison@wisc.edu::f5e22dcb-aa54-4825-b422-a6b74624f705" providerId="AD" clId="Web-{3B16CD03-F150-6280-5DDA-5C527031D8DD}" dt="2022-08-07T03:18:14.709" v="38"/>
          <ac:spMkLst>
            <pc:docMk/>
            <pc:sldMk cId="535810320" sldId="257"/>
            <ac:spMk id="72" creationId="{7301F447-EEF7-48F5-AF73-7566EE7F64AD}"/>
          </ac:spMkLst>
        </pc:spChg>
        <pc:spChg chg="add del">
          <ac:chgData name="Katie HARRISON" userId="S::kfharrison@wisc.edu::f5e22dcb-aa54-4825-b422-a6b74624f705" providerId="AD" clId="Web-{3B16CD03-F150-6280-5DDA-5C527031D8DD}" dt="2022-08-07T03:18:14.709" v="38"/>
          <ac:spMkLst>
            <pc:docMk/>
            <pc:sldMk cId="535810320" sldId="257"/>
            <ac:spMk id="73" creationId="{F7117410-A2A4-4085-9ADC-46744551DBDE}"/>
          </ac:spMkLst>
        </pc:spChg>
        <pc:spChg chg="add del">
          <ac:chgData name="Katie HARRISON" userId="S::kfharrison@wisc.edu::f5e22dcb-aa54-4825-b422-a6b74624f705" providerId="AD" clId="Web-{3B16CD03-F150-6280-5DDA-5C527031D8DD}" dt="2022-08-07T03:18:14.709" v="38"/>
          <ac:spMkLst>
            <pc:docMk/>
            <pc:sldMk cId="535810320" sldId="257"/>
            <ac:spMk id="74" creationId="{99F74EB5-E547-4FB4-95F5-BCC788F3C4A0}"/>
          </ac:spMkLst>
        </pc:spChg>
        <pc:spChg chg="add del">
          <ac:chgData name="Katie HARRISON" userId="S::kfharrison@wisc.edu::f5e22dcb-aa54-4825-b422-a6b74624f705" providerId="AD" clId="Web-{3B16CD03-F150-6280-5DDA-5C527031D8DD}" dt="2022-08-07T03:18:48.646" v="50"/>
          <ac:spMkLst>
            <pc:docMk/>
            <pc:sldMk cId="535810320" sldId="257"/>
            <ac:spMk id="76" creationId="{2D6FBB9D-1CAA-4D05-AB33-BABDFE17B843}"/>
          </ac:spMkLst>
        </pc:spChg>
        <pc:spChg chg="add del">
          <ac:chgData name="Katie HARRISON" userId="S::kfharrison@wisc.edu::f5e22dcb-aa54-4825-b422-a6b74624f705" providerId="AD" clId="Web-{3B16CD03-F150-6280-5DDA-5C527031D8DD}" dt="2022-08-07T03:18:48.646" v="50"/>
          <ac:spMkLst>
            <pc:docMk/>
            <pc:sldMk cId="535810320" sldId="257"/>
            <ac:spMk id="77" creationId="{04727B71-B4B6-4823-80A1-68C40B475118}"/>
          </ac:spMkLst>
        </pc:spChg>
        <pc:spChg chg="add del">
          <ac:chgData name="Katie HARRISON" userId="S::kfharrison@wisc.edu::f5e22dcb-aa54-4825-b422-a6b74624f705" providerId="AD" clId="Web-{3B16CD03-F150-6280-5DDA-5C527031D8DD}" dt="2022-08-07T03:18:48.646" v="50"/>
          <ac:spMkLst>
            <pc:docMk/>
            <pc:sldMk cId="535810320" sldId="257"/>
            <ac:spMk id="78" creationId="{79A6DB05-9FB5-4B07-8675-74C23D4FD89D}"/>
          </ac:spMkLst>
        </pc:spChg>
        <pc:spChg chg="add del">
          <ac:chgData name="Katie HARRISON" userId="S::kfharrison@wisc.edu::f5e22dcb-aa54-4825-b422-a6b74624f705" providerId="AD" clId="Web-{3B16CD03-F150-6280-5DDA-5C527031D8DD}" dt="2022-08-07T03:18:48.646" v="50"/>
          <ac:spMkLst>
            <pc:docMk/>
            <pc:sldMk cId="535810320" sldId="257"/>
            <ac:spMk id="79" creationId="{53B021B3-DE93-4AB7-8A18-CF5F1CED88B8}"/>
          </ac:spMkLst>
        </pc:spChg>
        <pc:spChg chg="add del">
          <ac:chgData name="Katie HARRISON" userId="S::kfharrison@wisc.edu::f5e22dcb-aa54-4825-b422-a6b74624f705" providerId="AD" clId="Web-{3B16CD03-F150-6280-5DDA-5C527031D8DD}" dt="2022-08-07T03:18:48.646" v="50"/>
          <ac:spMkLst>
            <pc:docMk/>
            <pc:sldMk cId="535810320" sldId="257"/>
            <ac:spMk id="80" creationId="{52D502E5-F6B4-4D58-B4AE-FC466FF15EE8}"/>
          </ac:spMkLst>
        </pc:spChg>
        <pc:spChg chg="add del">
          <ac:chgData name="Katie HARRISON" userId="S::kfharrison@wisc.edu::f5e22dcb-aa54-4825-b422-a6b74624f705" providerId="AD" clId="Web-{3B16CD03-F150-6280-5DDA-5C527031D8DD}" dt="2022-08-07T03:18:48.646" v="50"/>
          <ac:spMkLst>
            <pc:docMk/>
            <pc:sldMk cId="535810320" sldId="257"/>
            <ac:spMk id="81" creationId="{9DECDBF4-02B6-4BB4-B65B-B8107AD6A9E8}"/>
          </ac:spMkLst>
        </pc:spChg>
        <pc:spChg chg="add del">
          <ac:chgData name="Katie HARRISON" userId="S::kfharrison@wisc.edu::f5e22dcb-aa54-4825-b422-a6b74624f705" providerId="AD" clId="Web-{3B16CD03-F150-6280-5DDA-5C527031D8DD}" dt="2022-08-07T03:20:50.615" v="100"/>
          <ac:spMkLst>
            <pc:docMk/>
            <pc:sldMk cId="535810320" sldId="257"/>
            <ac:spMk id="86" creationId="{2D6FBB9D-1CAA-4D05-AB33-BABDFE17B843}"/>
          </ac:spMkLst>
        </pc:spChg>
        <pc:spChg chg="add del">
          <ac:chgData name="Katie HARRISON" userId="S::kfharrison@wisc.edu::f5e22dcb-aa54-4825-b422-a6b74624f705" providerId="AD" clId="Web-{3B16CD03-F150-6280-5DDA-5C527031D8DD}" dt="2022-08-07T03:20:50.615" v="100"/>
          <ac:spMkLst>
            <pc:docMk/>
            <pc:sldMk cId="535810320" sldId="257"/>
            <ac:spMk id="88" creationId="{04727B71-B4B6-4823-80A1-68C40B475118}"/>
          </ac:spMkLst>
        </pc:spChg>
        <pc:spChg chg="add del">
          <ac:chgData name="Katie HARRISON" userId="S::kfharrison@wisc.edu::f5e22dcb-aa54-4825-b422-a6b74624f705" providerId="AD" clId="Web-{3B16CD03-F150-6280-5DDA-5C527031D8DD}" dt="2022-08-07T03:20:50.615" v="100"/>
          <ac:spMkLst>
            <pc:docMk/>
            <pc:sldMk cId="535810320" sldId="257"/>
            <ac:spMk id="90" creationId="{79A6DB05-9FB5-4B07-8675-74C23D4FD89D}"/>
          </ac:spMkLst>
        </pc:spChg>
        <pc:spChg chg="add del">
          <ac:chgData name="Katie HARRISON" userId="S::kfharrison@wisc.edu::f5e22dcb-aa54-4825-b422-a6b74624f705" providerId="AD" clId="Web-{3B16CD03-F150-6280-5DDA-5C527031D8DD}" dt="2022-08-07T03:20:50.615" v="100"/>
          <ac:spMkLst>
            <pc:docMk/>
            <pc:sldMk cId="535810320" sldId="257"/>
            <ac:spMk id="92" creationId="{7301F447-EEF7-48F5-AF73-7566EE7F64AD}"/>
          </ac:spMkLst>
        </pc:spChg>
        <pc:spChg chg="add del">
          <ac:chgData name="Katie HARRISON" userId="S::kfharrison@wisc.edu::f5e22dcb-aa54-4825-b422-a6b74624f705" providerId="AD" clId="Web-{3B16CD03-F150-6280-5DDA-5C527031D8DD}" dt="2022-08-07T03:20:50.615" v="100"/>
          <ac:spMkLst>
            <pc:docMk/>
            <pc:sldMk cId="535810320" sldId="257"/>
            <ac:spMk id="94" creationId="{F7117410-A2A4-4085-9ADC-46744551DBDE}"/>
          </ac:spMkLst>
        </pc:spChg>
        <pc:spChg chg="add del">
          <ac:chgData name="Katie HARRISON" userId="S::kfharrison@wisc.edu::f5e22dcb-aa54-4825-b422-a6b74624f705" providerId="AD" clId="Web-{3B16CD03-F150-6280-5DDA-5C527031D8DD}" dt="2022-08-07T03:20:50.615" v="100"/>
          <ac:spMkLst>
            <pc:docMk/>
            <pc:sldMk cId="535810320" sldId="257"/>
            <ac:spMk id="96" creationId="{99F74EB5-E547-4FB4-95F5-BCC788F3C4A0}"/>
          </ac:spMkLst>
        </pc:spChg>
        <pc:spChg chg="add del">
          <ac:chgData name="Katie HARRISON" userId="S::kfharrison@wisc.edu::f5e22dcb-aa54-4825-b422-a6b74624f705" providerId="AD" clId="Web-{3B16CD03-F150-6280-5DDA-5C527031D8DD}" dt="2022-08-07T03:21:52.225" v="109"/>
          <ac:spMkLst>
            <pc:docMk/>
            <pc:sldMk cId="535810320" sldId="257"/>
            <ac:spMk id="101" creationId="{2D6FBB9D-1CAA-4D05-AB33-BABDFE17B843}"/>
          </ac:spMkLst>
        </pc:spChg>
        <pc:spChg chg="add del">
          <ac:chgData name="Katie HARRISON" userId="S::kfharrison@wisc.edu::f5e22dcb-aa54-4825-b422-a6b74624f705" providerId="AD" clId="Web-{3B16CD03-F150-6280-5DDA-5C527031D8DD}" dt="2022-08-07T03:21:52.225" v="109"/>
          <ac:spMkLst>
            <pc:docMk/>
            <pc:sldMk cId="535810320" sldId="257"/>
            <ac:spMk id="103" creationId="{04727B71-B4B6-4823-80A1-68C40B475118}"/>
          </ac:spMkLst>
        </pc:spChg>
        <pc:spChg chg="add del">
          <ac:chgData name="Katie HARRISON" userId="S::kfharrison@wisc.edu::f5e22dcb-aa54-4825-b422-a6b74624f705" providerId="AD" clId="Web-{3B16CD03-F150-6280-5DDA-5C527031D8DD}" dt="2022-08-07T03:21:52.225" v="109"/>
          <ac:spMkLst>
            <pc:docMk/>
            <pc:sldMk cId="535810320" sldId="257"/>
            <ac:spMk id="105" creationId="{79A6DB05-9FB5-4B07-8675-74C23D4FD89D}"/>
          </ac:spMkLst>
        </pc:spChg>
        <pc:spChg chg="add del">
          <ac:chgData name="Katie HARRISON" userId="S::kfharrison@wisc.edu::f5e22dcb-aa54-4825-b422-a6b74624f705" providerId="AD" clId="Web-{3B16CD03-F150-6280-5DDA-5C527031D8DD}" dt="2022-08-07T03:21:52.225" v="109"/>
          <ac:spMkLst>
            <pc:docMk/>
            <pc:sldMk cId="535810320" sldId="257"/>
            <ac:spMk id="107" creationId="{53B021B3-DE93-4AB7-8A18-CF5F1CED88B8}"/>
          </ac:spMkLst>
        </pc:spChg>
        <pc:spChg chg="add del">
          <ac:chgData name="Katie HARRISON" userId="S::kfharrison@wisc.edu::f5e22dcb-aa54-4825-b422-a6b74624f705" providerId="AD" clId="Web-{3B16CD03-F150-6280-5DDA-5C527031D8DD}" dt="2022-08-07T03:21:52.225" v="109"/>
          <ac:spMkLst>
            <pc:docMk/>
            <pc:sldMk cId="535810320" sldId="257"/>
            <ac:spMk id="109" creationId="{52D502E5-F6B4-4D58-B4AE-FC466FF15EE8}"/>
          </ac:spMkLst>
        </pc:spChg>
        <pc:spChg chg="add del">
          <ac:chgData name="Katie HARRISON" userId="S::kfharrison@wisc.edu::f5e22dcb-aa54-4825-b422-a6b74624f705" providerId="AD" clId="Web-{3B16CD03-F150-6280-5DDA-5C527031D8DD}" dt="2022-08-07T03:21:52.225" v="109"/>
          <ac:spMkLst>
            <pc:docMk/>
            <pc:sldMk cId="535810320" sldId="257"/>
            <ac:spMk id="111" creationId="{9DECDBF4-02B6-4BB4-B65B-B8107AD6A9E8}"/>
          </ac:spMkLst>
        </pc:spChg>
        <pc:spChg chg="add del">
          <ac:chgData name="Katie HARRISON" userId="S::kfharrison@wisc.edu::f5e22dcb-aa54-4825-b422-a6b74624f705" providerId="AD" clId="Web-{3B16CD03-F150-6280-5DDA-5C527031D8DD}" dt="2022-08-07T03:22:27.022" v="113"/>
          <ac:spMkLst>
            <pc:docMk/>
            <pc:sldMk cId="535810320" sldId="257"/>
            <ac:spMk id="116" creationId="{2D6FBB9D-1CAA-4D05-AB33-BABDFE17B843}"/>
          </ac:spMkLst>
        </pc:spChg>
        <pc:spChg chg="add del">
          <ac:chgData name="Katie HARRISON" userId="S::kfharrison@wisc.edu::f5e22dcb-aa54-4825-b422-a6b74624f705" providerId="AD" clId="Web-{3B16CD03-F150-6280-5DDA-5C527031D8DD}" dt="2022-08-07T03:22:27.022" v="113"/>
          <ac:spMkLst>
            <pc:docMk/>
            <pc:sldMk cId="535810320" sldId="257"/>
            <ac:spMk id="118" creationId="{04727B71-B4B6-4823-80A1-68C40B475118}"/>
          </ac:spMkLst>
        </pc:spChg>
        <pc:spChg chg="add del">
          <ac:chgData name="Katie HARRISON" userId="S::kfharrison@wisc.edu::f5e22dcb-aa54-4825-b422-a6b74624f705" providerId="AD" clId="Web-{3B16CD03-F150-6280-5DDA-5C527031D8DD}" dt="2022-08-07T03:22:27.022" v="113"/>
          <ac:spMkLst>
            <pc:docMk/>
            <pc:sldMk cId="535810320" sldId="257"/>
            <ac:spMk id="120" creationId="{79A6DB05-9FB5-4B07-8675-74C23D4FD89D}"/>
          </ac:spMkLst>
        </pc:spChg>
        <pc:spChg chg="add del">
          <ac:chgData name="Katie HARRISON" userId="S::kfharrison@wisc.edu::f5e22dcb-aa54-4825-b422-a6b74624f705" providerId="AD" clId="Web-{3B16CD03-F150-6280-5DDA-5C527031D8DD}" dt="2022-08-07T03:22:27.022" v="113"/>
          <ac:spMkLst>
            <pc:docMk/>
            <pc:sldMk cId="535810320" sldId="257"/>
            <ac:spMk id="122" creationId="{7301F447-EEF7-48F5-AF73-7566EE7F64AD}"/>
          </ac:spMkLst>
        </pc:spChg>
        <pc:spChg chg="add del">
          <ac:chgData name="Katie HARRISON" userId="S::kfharrison@wisc.edu::f5e22dcb-aa54-4825-b422-a6b74624f705" providerId="AD" clId="Web-{3B16CD03-F150-6280-5DDA-5C527031D8DD}" dt="2022-08-07T03:22:27.022" v="113"/>
          <ac:spMkLst>
            <pc:docMk/>
            <pc:sldMk cId="535810320" sldId="257"/>
            <ac:spMk id="124" creationId="{F7117410-A2A4-4085-9ADC-46744551DBDE}"/>
          </ac:spMkLst>
        </pc:spChg>
        <pc:spChg chg="add del">
          <ac:chgData name="Katie HARRISON" userId="S::kfharrison@wisc.edu::f5e22dcb-aa54-4825-b422-a6b74624f705" providerId="AD" clId="Web-{3B16CD03-F150-6280-5DDA-5C527031D8DD}" dt="2022-08-07T03:22:27.022" v="113"/>
          <ac:spMkLst>
            <pc:docMk/>
            <pc:sldMk cId="535810320" sldId="257"/>
            <ac:spMk id="126" creationId="{99F74EB5-E547-4FB4-95F5-BCC788F3C4A0}"/>
          </ac:spMkLst>
        </pc:spChg>
        <pc:spChg chg="add del">
          <ac:chgData name="Katie HARRISON" userId="S::kfharrison@wisc.edu::f5e22dcb-aa54-4825-b422-a6b74624f705" providerId="AD" clId="Web-{3B16CD03-F150-6280-5DDA-5C527031D8DD}" dt="2022-08-07T03:28:46.368" v="190"/>
          <ac:spMkLst>
            <pc:docMk/>
            <pc:sldMk cId="535810320" sldId="257"/>
            <ac:spMk id="131" creationId="{2D6FBB9D-1CAA-4D05-AB33-BABDFE17B843}"/>
          </ac:spMkLst>
        </pc:spChg>
        <pc:spChg chg="add del">
          <ac:chgData name="Katie HARRISON" userId="S::kfharrison@wisc.edu::f5e22dcb-aa54-4825-b422-a6b74624f705" providerId="AD" clId="Web-{3B16CD03-F150-6280-5DDA-5C527031D8DD}" dt="2022-08-07T03:28:46.368" v="190"/>
          <ac:spMkLst>
            <pc:docMk/>
            <pc:sldMk cId="535810320" sldId="257"/>
            <ac:spMk id="133" creationId="{04727B71-B4B6-4823-80A1-68C40B475118}"/>
          </ac:spMkLst>
        </pc:spChg>
        <pc:spChg chg="add del">
          <ac:chgData name="Katie HARRISON" userId="S::kfharrison@wisc.edu::f5e22dcb-aa54-4825-b422-a6b74624f705" providerId="AD" clId="Web-{3B16CD03-F150-6280-5DDA-5C527031D8DD}" dt="2022-08-07T03:28:46.368" v="190"/>
          <ac:spMkLst>
            <pc:docMk/>
            <pc:sldMk cId="535810320" sldId="257"/>
            <ac:spMk id="135" creationId="{79A6DB05-9FB5-4B07-8675-74C23D4FD89D}"/>
          </ac:spMkLst>
        </pc:spChg>
        <pc:spChg chg="add del">
          <ac:chgData name="Katie HARRISON" userId="S::kfharrison@wisc.edu::f5e22dcb-aa54-4825-b422-a6b74624f705" providerId="AD" clId="Web-{3B16CD03-F150-6280-5DDA-5C527031D8DD}" dt="2022-08-07T03:28:46.368" v="190"/>
          <ac:spMkLst>
            <pc:docMk/>
            <pc:sldMk cId="535810320" sldId="257"/>
            <ac:spMk id="137" creationId="{7301F447-EEF7-48F5-AF73-7566EE7F64AD}"/>
          </ac:spMkLst>
        </pc:spChg>
        <pc:spChg chg="add del">
          <ac:chgData name="Katie HARRISON" userId="S::kfharrison@wisc.edu::f5e22dcb-aa54-4825-b422-a6b74624f705" providerId="AD" clId="Web-{3B16CD03-F150-6280-5DDA-5C527031D8DD}" dt="2022-08-07T03:28:46.368" v="190"/>
          <ac:spMkLst>
            <pc:docMk/>
            <pc:sldMk cId="535810320" sldId="257"/>
            <ac:spMk id="139" creationId="{F7117410-A2A4-4085-9ADC-46744551DBDE}"/>
          </ac:spMkLst>
        </pc:spChg>
        <pc:spChg chg="add del">
          <ac:chgData name="Katie HARRISON" userId="S::kfharrison@wisc.edu::f5e22dcb-aa54-4825-b422-a6b74624f705" providerId="AD" clId="Web-{3B16CD03-F150-6280-5DDA-5C527031D8DD}" dt="2022-08-07T03:28:46.368" v="190"/>
          <ac:spMkLst>
            <pc:docMk/>
            <pc:sldMk cId="535810320" sldId="257"/>
            <ac:spMk id="141" creationId="{99F74EB5-E547-4FB4-95F5-BCC788F3C4A0}"/>
          </ac:spMkLst>
        </pc:spChg>
        <pc:spChg chg="add">
          <ac:chgData name="Katie HARRISON" userId="S::kfharrison@wisc.edu::f5e22dcb-aa54-4825-b422-a6b74624f705" providerId="AD" clId="Web-{3B16CD03-F150-6280-5DDA-5C527031D8DD}" dt="2022-08-07T03:28:46.368" v="190"/>
          <ac:spMkLst>
            <pc:docMk/>
            <pc:sldMk cId="535810320" sldId="257"/>
            <ac:spMk id="143" creationId="{2D6FBB9D-1CAA-4D05-AB33-BABDFE17B843}"/>
          </ac:spMkLst>
        </pc:spChg>
        <pc:spChg chg="add">
          <ac:chgData name="Katie HARRISON" userId="S::kfharrison@wisc.edu::f5e22dcb-aa54-4825-b422-a6b74624f705" providerId="AD" clId="Web-{3B16CD03-F150-6280-5DDA-5C527031D8DD}" dt="2022-08-07T03:28:46.368" v="190"/>
          <ac:spMkLst>
            <pc:docMk/>
            <pc:sldMk cId="535810320" sldId="257"/>
            <ac:spMk id="144" creationId="{04727B71-B4B6-4823-80A1-68C40B475118}"/>
          </ac:spMkLst>
        </pc:spChg>
        <pc:spChg chg="add">
          <ac:chgData name="Katie HARRISON" userId="S::kfharrison@wisc.edu::f5e22dcb-aa54-4825-b422-a6b74624f705" providerId="AD" clId="Web-{3B16CD03-F150-6280-5DDA-5C527031D8DD}" dt="2022-08-07T03:28:46.368" v="190"/>
          <ac:spMkLst>
            <pc:docMk/>
            <pc:sldMk cId="535810320" sldId="257"/>
            <ac:spMk id="145" creationId="{79A6DB05-9FB5-4B07-8675-74C23D4FD89D}"/>
          </ac:spMkLst>
        </pc:spChg>
        <pc:spChg chg="add del">
          <ac:chgData name="Katie HARRISON" userId="S::kfharrison@wisc.edu::f5e22dcb-aa54-4825-b422-a6b74624f705" providerId="AD" clId="Web-{3B16CD03-F150-6280-5DDA-5C527031D8DD}" dt="2022-08-07T03:26:15.040" v="135"/>
          <ac:spMkLst>
            <pc:docMk/>
            <pc:sldMk cId="535810320" sldId="257"/>
            <ac:spMk id="146" creationId="{2D6FBB9D-1CAA-4D05-AB33-BABDFE17B843}"/>
          </ac:spMkLst>
        </pc:spChg>
        <pc:spChg chg="add">
          <ac:chgData name="Katie HARRISON" userId="S::kfharrison@wisc.edu::f5e22dcb-aa54-4825-b422-a6b74624f705" providerId="AD" clId="Web-{3B16CD03-F150-6280-5DDA-5C527031D8DD}" dt="2022-08-07T03:28:46.368" v="190"/>
          <ac:spMkLst>
            <pc:docMk/>
            <pc:sldMk cId="535810320" sldId="257"/>
            <ac:spMk id="147" creationId="{89A320C9-9735-4D13-8279-C1C674841392}"/>
          </ac:spMkLst>
        </pc:spChg>
        <pc:spChg chg="add del">
          <ac:chgData name="Katie HARRISON" userId="S::kfharrison@wisc.edu::f5e22dcb-aa54-4825-b422-a6b74624f705" providerId="AD" clId="Web-{3B16CD03-F150-6280-5DDA-5C527031D8DD}" dt="2022-08-07T03:26:15.040" v="135"/>
          <ac:spMkLst>
            <pc:docMk/>
            <pc:sldMk cId="535810320" sldId="257"/>
            <ac:spMk id="148" creationId="{04727B71-B4B6-4823-80A1-68C40B475118}"/>
          </ac:spMkLst>
        </pc:spChg>
        <pc:spChg chg="add">
          <ac:chgData name="Katie HARRISON" userId="S::kfharrison@wisc.edu::f5e22dcb-aa54-4825-b422-a6b74624f705" providerId="AD" clId="Web-{3B16CD03-F150-6280-5DDA-5C527031D8DD}" dt="2022-08-07T03:28:46.368" v="190"/>
          <ac:spMkLst>
            <pc:docMk/>
            <pc:sldMk cId="535810320" sldId="257"/>
            <ac:spMk id="149" creationId="{92544CF4-9B52-4A7B-A4B3-88C72729B77D}"/>
          </ac:spMkLst>
        </pc:spChg>
        <pc:spChg chg="add del">
          <ac:chgData name="Katie HARRISON" userId="S::kfharrison@wisc.edu::f5e22dcb-aa54-4825-b422-a6b74624f705" providerId="AD" clId="Web-{3B16CD03-F150-6280-5DDA-5C527031D8DD}" dt="2022-08-07T03:26:15.040" v="135"/>
          <ac:spMkLst>
            <pc:docMk/>
            <pc:sldMk cId="535810320" sldId="257"/>
            <ac:spMk id="150" creationId="{79A6DB05-9FB5-4B07-8675-74C23D4FD89D}"/>
          </ac:spMkLst>
        </pc:spChg>
        <pc:spChg chg="add">
          <ac:chgData name="Katie HARRISON" userId="S::kfharrison@wisc.edu::f5e22dcb-aa54-4825-b422-a6b74624f705" providerId="AD" clId="Web-{3B16CD03-F150-6280-5DDA-5C527031D8DD}" dt="2022-08-07T03:28:46.368" v="190"/>
          <ac:spMkLst>
            <pc:docMk/>
            <pc:sldMk cId="535810320" sldId="257"/>
            <ac:spMk id="151" creationId="{E75862C5-5C00-4421-BC7B-9B7B86DBC80D}"/>
          </ac:spMkLst>
        </pc:spChg>
        <pc:spChg chg="add del">
          <ac:chgData name="Katie HARRISON" userId="S::kfharrison@wisc.edu::f5e22dcb-aa54-4825-b422-a6b74624f705" providerId="AD" clId="Web-{3B16CD03-F150-6280-5DDA-5C527031D8DD}" dt="2022-08-07T03:26:15.040" v="135"/>
          <ac:spMkLst>
            <pc:docMk/>
            <pc:sldMk cId="535810320" sldId="257"/>
            <ac:spMk id="152" creationId="{53B021B3-DE93-4AB7-8A18-CF5F1CED88B8}"/>
          </ac:spMkLst>
        </pc:spChg>
        <pc:spChg chg="add del">
          <ac:chgData name="Katie HARRISON" userId="S::kfharrison@wisc.edu::f5e22dcb-aa54-4825-b422-a6b74624f705" providerId="AD" clId="Web-{3B16CD03-F150-6280-5DDA-5C527031D8DD}" dt="2022-08-07T03:26:15.040" v="135"/>
          <ac:spMkLst>
            <pc:docMk/>
            <pc:sldMk cId="535810320" sldId="257"/>
            <ac:spMk id="154" creationId="{52D502E5-F6B4-4D58-B4AE-FC466FF15EE8}"/>
          </ac:spMkLst>
        </pc:spChg>
        <pc:spChg chg="add del">
          <ac:chgData name="Katie HARRISON" userId="S::kfharrison@wisc.edu::f5e22dcb-aa54-4825-b422-a6b74624f705" providerId="AD" clId="Web-{3B16CD03-F150-6280-5DDA-5C527031D8DD}" dt="2022-08-07T03:26:15.040" v="135"/>
          <ac:spMkLst>
            <pc:docMk/>
            <pc:sldMk cId="535810320" sldId="257"/>
            <ac:spMk id="156" creationId="{9DECDBF4-02B6-4BB4-B65B-B8107AD6A9E8}"/>
          </ac:spMkLst>
        </pc:spChg>
        <pc:spChg chg="add">
          <ac:chgData name="Katie HARRISON" userId="S::kfharrison@wisc.edu::f5e22dcb-aa54-4825-b422-a6b74624f705" providerId="AD" clId="Web-{3B16CD03-F150-6280-5DDA-5C527031D8DD}" dt="2022-08-07T03:28:46.368" v="190"/>
          <ac:spMkLst>
            <pc:docMk/>
            <pc:sldMk cId="535810320" sldId="257"/>
            <ac:spMk id="158" creationId="{089440EF-9BE9-4AE9-8C28-00B02296CDB6}"/>
          </ac:spMkLst>
        </pc:spChg>
        <pc:graphicFrameChg chg="add mod modGraphic">
          <ac:chgData name="Katie HARRISON" userId="S::kfharrison@wisc.edu::f5e22dcb-aa54-4825-b422-a6b74624f705" providerId="AD" clId="Web-{3B16CD03-F150-6280-5DDA-5C527031D8DD}" dt="2022-08-07T03:28:46.368" v="190"/>
          <ac:graphicFrameMkLst>
            <pc:docMk/>
            <pc:sldMk cId="535810320" sldId="257"/>
            <ac:graphicFrameMk id="23" creationId="{E4D8587E-1892-49DE-C43D-415B1AB7EE53}"/>
          </ac:graphicFrameMkLst>
        </pc:graphicFrameChg>
      </pc:sldChg>
      <pc:sldChg chg="addSp delSp modSp mod setBg addCm">
        <pc:chgData name="Katie HARRISON" userId="S::kfharrison@wisc.edu::f5e22dcb-aa54-4825-b422-a6b74624f705" providerId="AD" clId="Web-{3B16CD03-F150-6280-5DDA-5C527031D8DD}" dt="2022-08-07T05:37:56.227" v="857" actId="20577"/>
        <pc:sldMkLst>
          <pc:docMk/>
          <pc:sldMk cId="308295134" sldId="258"/>
        </pc:sldMkLst>
        <pc:spChg chg="mod">
          <ac:chgData name="Katie HARRISON" userId="S::kfharrison@wisc.edu::f5e22dcb-aa54-4825-b422-a6b74624f705" providerId="AD" clId="Web-{3B16CD03-F150-6280-5DDA-5C527031D8DD}" dt="2022-08-07T05:11:55.413" v="666"/>
          <ac:spMkLst>
            <pc:docMk/>
            <pc:sldMk cId="308295134" sldId="258"/>
            <ac:spMk id="2" creationId="{89B92707-4105-583C-9C49-0D833A112732}"/>
          </ac:spMkLst>
        </pc:spChg>
        <pc:spChg chg="del">
          <ac:chgData name="Katie HARRISON" userId="S::kfharrison@wisc.edu::f5e22dcb-aa54-4825-b422-a6b74624f705" providerId="AD" clId="Web-{3B16CD03-F150-6280-5DDA-5C527031D8DD}" dt="2022-08-07T03:55:12.156" v="213"/>
          <ac:spMkLst>
            <pc:docMk/>
            <pc:sldMk cId="308295134" sldId="258"/>
            <ac:spMk id="3" creationId="{C9E92C9E-7F0B-9FCC-C731-0B92A9B80E9E}"/>
          </ac:spMkLst>
        </pc:spChg>
        <pc:spChg chg="del mod">
          <ac:chgData name="Katie HARRISON" userId="S::kfharrison@wisc.edu::f5e22dcb-aa54-4825-b422-a6b74624f705" providerId="AD" clId="Web-{3B16CD03-F150-6280-5DDA-5C527031D8DD}" dt="2022-08-07T05:03:50.404" v="469"/>
          <ac:spMkLst>
            <pc:docMk/>
            <pc:sldMk cId="308295134" sldId="258"/>
            <ac:spMk id="4" creationId="{6C3A95FE-707B-D51B-A3F1-4AD5A9EDD8FF}"/>
          </ac:spMkLst>
        </pc:spChg>
        <pc:spChg chg="add del mod">
          <ac:chgData name="Katie HARRISON" userId="S::kfharrison@wisc.edu::f5e22dcb-aa54-4825-b422-a6b74624f705" providerId="AD" clId="Web-{3B16CD03-F150-6280-5DDA-5C527031D8DD}" dt="2022-08-07T03:55:58.250" v="222"/>
          <ac:spMkLst>
            <pc:docMk/>
            <pc:sldMk cId="308295134" sldId="258"/>
            <ac:spMk id="6" creationId="{DF482776-0FD3-7714-3FB3-8FF3440BCD3E}"/>
          </ac:spMkLst>
        </pc:spChg>
        <pc:spChg chg="add del mod">
          <ac:chgData name="Katie HARRISON" userId="S::kfharrison@wisc.edu::f5e22dcb-aa54-4825-b422-a6b74624f705" providerId="AD" clId="Web-{3B16CD03-F150-6280-5DDA-5C527031D8DD}" dt="2022-08-07T03:56:20" v="224"/>
          <ac:spMkLst>
            <pc:docMk/>
            <pc:sldMk cId="308295134" sldId="258"/>
            <ac:spMk id="9" creationId="{3B0681B5-E14E-EE24-824C-374965286D22}"/>
          </ac:spMkLst>
        </pc:spChg>
        <pc:spChg chg="add del">
          <ac:chgData name="Katie HARRISON" userId="S::kfharrison@wisc.edu::f5e22dcb-aa54-4825-b422-a6b74624f705" providerId="AD" clId="Web-{3B16CD03-F150-6280-5DDA-5C527031D8DD}" dt="2022-08-07T03:56:02.531" v="223"/>
          <ac:spMkLst>
            <pc:docMk/>
            <pc:sldMk cId="308295134" sldId="258"/>
            <ac:spMk id="11" creationId="{2D6FBB9D-1CAA-4D05-AB33-BABDFE17B843}"/>
          </ac:spMkLst>
        </pc:spChg>
        <pc:spChg chg="add del">
          <ac:chgData name="Katie HARRISON" userId="S::kfharrison@wisc.edu::f5e22dcb-aa54-4825-b422-a6b74624f705" providerId="AD" clId="Web-{3B16CD03-F150-6280-5DDA-5C527031D8DD}" dt="2022-08-07T03:56:02.531" v="223"/>
          <ac:spMkLst>
            <pc:docMk/>
            <pc:sldMk cId="308295134" sldId="258"/>
            <ac:spMk id="13" creationId="{04727B71-B4B6-4823-80A1-68C40B475118}"/>
          </ac:spMkLst>
        </pc:spChg>
        <pc:spChg chg="add del mod">
          <ac:chgData name="Katie HARRISON" userId="S::kfharrison@wisc.edu::f5e22dcb-aa54-4825-b422-a6b74624f705" providerId="AD" clId="Web-{3B16CD03-F150-6280-5DDA-5C527031D8DD}" dt="2022-08-07T03:56:02.531" v="223"/>
          <ac:spMkLst>
            <pc:docMk/>
            <pc:sldMk cId="308295134" sldId="258"/>
            <ac:spMk id="14" creationId="{25C7CBB0-0BE7-CB8D-694A-48556D9868AF}"/>
          </ac:spMkLst>
        </pc:spChg>
        <pc:spChg chg="add del">
          <ac:chgData name="Katie HARRISON" userId="S::kfharrison@wisc.edu::f5e22dcb-aa54-4825-b422-a6b74624f705" providerId="AD" clId="Web-{3B16CD03-F150-6280-5DDA-5C527031D8DD}" dt="2022-08-07T03:56:02.531" v="223"/>
          <ac:spMkLst>
            <pc:docMk/>
            <pc:sldMk cId="308295134" sldId="258"/>
            <ac:spMk id="15" creationId="{79A6DB05-9FB5-4B07-8675-74C23D4FD89D}"/>
          </ac:spMkLst>
        </pc:spChg>
        <pc:spChg chg="add del">
          <ac:chgData name="Katie HARRISON" userId="S::kfharrison@wisc.edu::f5e22dcb-aa54-4825-b422-a6b74624f705" providerId="AD" clId="Web-{3B16CD03-F150-6280-5DDA-5C527031D8DD}" dt="2022-08-07T03:56:02.531" v="223"/>
          <ac:spMkLst>
            <pc:docMk/>
            <pc:sldMk cId="308295134" sldId="258"/>
            <ac:spMk id="17" creationId="{5C9B446A-6343-4E56-90BA-061E4DDF0FFB}"/>
          </ac:spMkLst>
        </pc:spChg>
        <pc:spChg chg="add del">
          <ac:chgData name="Katie HARRISON" userId="S::kfharrison@wisc.edu::f5e22dcb-aa54-4825-b422-a6b74624f705" providerId="AD" clId="Web-{3B16CD03-F150-6280-5DDA-5C527031D8DD}" dt="2022-08-07T03:56:02.531" v="223"/>
          <ac:spMkLst>
            <pc:docMk/>
            <pc:sldMk cId="308295134" sldId="258"/>
            <ac:spMk id="19" creationId="{3EC72A1B-03D3-499C-B4BF-AC68EEC22B10}"/>
          </ac:spMkLst>
        </pc:spChg>
        <pc:spChg chg="add del">
          <ac:chgData name="Katie HARRISON" userId="S::kfharrison@wisc.edu::f5e22dcb-aa54-4825-b422-a6b74624f705" providerId="AD" clId="Web-{3B16CD03-F150-6280-5DDA-5C527031D8DD}" dt="2022-08-07T03:56:02.531" v="223"/>
          <ac:spMkLst>
            <pc:docMk/>
            <pc:sldMk cId="308295134" sldId="258"/>
            <ac:spMk id="21" creationId="{216322C2-3CF0-4D33-BF90-3F384CF6D232}"/>
          </ac:spMkLst>
        </pc:spChg>
        <pc:spChg chg="add del">
          <ac:chgData name="Katie HARRISON" userId="S::kfharrison@wisc.edu::f5e22dcb-aa54-4825-b422-a6b74624f705" providerId="AD" clId="Web-{3B16CD03-F150-6280-5DDA-5C527031D8DD}" dt="2022-08-07T03:56:02.531" v="223"/>
          <ac:spMkLst>
            <pc:docMk/>
            <pc:sldMk cId="308295134" sldId="258"/>
            <ac:spMk id="23" creationId="{55D4142C-5077-457F-A6AD-3FECFDB39685}"/>
          </ac:spMkLst>
        </pc:spChg>
        <pc:spChg chg="add del">
          <ac:chgData name="Katie HARRISON" userId="S::kfharrison@wisc.edu::f5e22dcb-aa54-4825-b422-a6b74624f705" providerId="AD" clId="Web-{3B16CD03-F150-6280-5DDA-5C527031D8DD}" dt="2022-08-07T03:56:02.531" v="223"/>
          <ac:spMkLst>
            <pc:docMk/>
            <pc:sldMk cId="308295134" sldId="258"/>
            <ac:spMk id="25" creationId="{7A5F0580-5EE9-419F-96EE-B6529EF6E7D0}"/>
          </ac:spMkLst>
        </pc:spChg>
        <pc:spChg chg="add del">
          <ac:chgData name="Katie HARRISON" userId="S::kfharrison@wisc.edu::f5e22dcb-aa54-4825-b422-a6b74624f705" providerId="AD" clId="Web-{3B16CD03-F150-6280-5DDA-5C527031D8DD}" dt="2022-08-07T03:57:26.359" v="227"/>
          <ac:spMkLst>
            <pc:docMk/>
            <pc:sldMk cId="308295134" sldId="258"/>
            <ac:spMk id="30" creationId="{2D6FBB9D-1CAA-4D05-AB33-BABDFE17B843}"/>
          </ac:spMkLst>
        </pc:spChg>
        <pc:spChg chg="add del">
          <ac:chgData name="Katie HARRISON" userId="S::kfharrison@wisc.edu::f5e22dcb-aa54-4825-b422-a6b74624f705" providerId="AD" clId="Web-{3B16CD03-F150-6280-5DDA-5C527031D8DD}" dt="2022-08-07T03:57:26.359" v="227"/>
          <ac:spMkLst>
            <pc:docMk/>
            <pc:sldMk cId="308295134" sldId="258"/>
            <ac:spMk id="32" creationId="{04727B71-B4B6-4823-80A1-68C40B475118}"/>
          </ac:spMkLst>
        </pc:spChg>
        <pc:spChg chg="add del">
          <ac:chgData name="Katie HARRISON" userId="S::kfharrison@wisc.edu::f5e22dcb-aa54-4825-b422-a6b74624f705" providerId="AD" clId="Web-{3B16CD03-F150-6280-5DDA-5C527031D8DD}" dt="2022-08-07T03:57:26.359" v="227"/>
          <ac:spMkLst>
            <pc:docMk/>
            <pc:sldMk cId="308295134" sldId="258"/>
            <ac:spMk id="34" creationId="{79A6DB05-9FB5-4B07-8675-74C23D4FD89D}"/>
          </ac:spMkLst>
        </pc:spChg>
        <pc:spChg chg="add del">
          <ac:chgData name="Katie HARRISON" userId="S::kfharrison@wisc.edu::f5e22dcb-aa54-4825-b422-a6b74624f705" providerId="AD" clId="Web-{3B16CD03-F150-6280-5DDA-5C527031D8DD}" dt="2022-08-07T03:57:26.359" v="227"/>
          <ac:spMkLst>
            <pc:docMk/>
            <pc:sldMk cId="308295134" sldId="258"/>
            <ac:spMk id="36" creationId="{B082622D-AAF3-4897-8629-FC918530DD86}"/>
          </ac:spMkLst>
        </pc:spChg>
        <pc:spChg chg="add del">
          <ac:chgData name="Katie HARRISON" userId="S::kfharrison@wisc.edu::f5e22dcb-aa54-4825-b422-a6b74624f705" providerId="AD" clId="Web-{3B16CD03-F150-6280-5DDA-5C527031D8DD}" dt="2022-08-07T03:57:26.359" v="227"/>
          <ac:spMkLst>
            <pc:docMk/>
            <pc:sldMk cId="308295134" sldId="258"/>
            <ac:spMk id="38" creationId="{A7457DD9-5A45-400A-AB4B-4B4EDECA25F1}"/>
          </ac:spMkLst>
        </pc:spChg>
        <pc:spChg chg="add del">
          <ac:chgData name="Katie HARRISON" userId="S::kfharrison@wisc.edu::f5e22dcb-aa54-4825-b422-a6b74624f705" providerId="AD" clId="Web-{3B16CD03-F150-6280-5DDA-5C527031D8DD}" dt="2022-08-07T03:57:26.359" v="227"/>
          <ac:spMkLst>
            <pc:docMk/>
            <pc:sldMk cId="308295134" sldId="258"/>
            <ac:spMk id="40" creationId="{441CF7D6-A660-431A-B0BB-140A0D5556B6}"/>
          </ac:spMkLst>
        </pc:spChg>
        <pc:spChg chg="add del">
          <ac:chgData name="Katie HARRISON" userId="S::kfharrison@wisc.edu::f5e22dcb-aa54-4825-b422-a6b74624f705" providerId="AD" clId="Web-{3B16CD03-F150-6280-5DDA-5C527031D8DD}" dt="2022-08-07T03:57:26.359" v="227"/>
          <ac:spMkLst>
            <pc:docMk/>
            <pc:sldMk cId="308295134" sldId="258"/>
            <ac:spMk id="42" creationId="{0570A85B-3810-4F95-97B0-CBF4CCDB381C}"/>
          </ac:spMkLst>
        </pc:spChg>
        <pc:spChg chg="add del">
          <ac:chgData name="Katie HARRISON" userId="S::kfharrison@wisc.edu::f5e22dcb-aa54-4825-b422-a6b74624f705" providerId="AD" clId="Web-{3B16CD03-F150-6280-5DDA-5C527031D8DD}" dt="2022-08-07T05:03:22.655" v="465"/>
          <ac:spMkLst>
            <pc:docMk/>
            <pc:sldMk cId="308295134" sldId="258"/>
            <ac:spMk id="47" creationId="{2D6FBB9D-1CAA-4D05-AB33-BABDFE17B843}"/>
          </ac:spMkLst>
        </pc:spChg>
        <pc:spChg chg="add del">
          <ac:chgData name="Katie HARRISON" userId="S::kfharrison@wisc.edu::f5e22dcb-aa54-4825-b422-a6b74624f705" providerId="AD" clId="Web-{3B16CD03-F150-6280-5DDA-5C527031D8DD}" dt="2022-08-07T05:03:22.655" v="465"/>
          <ac:spMkLst>
            <pc:docMk/>
            <pc:sldMk cId="308295134" sldId="258"/>
            <ac:spMk id="49" creationId="{04727B71-B4B6-4823-80A1-68C40B475118}"/>
          </ac:spMkLst>
        </pc:spChg>
        <pc:spChg chg="add del">
          <ac:chgData name="Katie HARRISON" userId="S::kfharrison@wisc.edu::f5e22dcb-aa54-4825-b422-a6b74624f705" providerId="AD" clId="Web-{3B16CD03-F150-6280-5DDA-5C527031D8DD}" dt="2022-08-07T05:03:22.655" v="465"/>
          <ac:spMkLst>
            <pc:docMk/>
            <pc:sldMk cId="308295134" sldId="258"/>
            <ac:spMk id="51" creationId="{79A6DB05-9FB5-4B07-8675-74C23D4FD89D}"/>
          </ac:spMkLst>
        </pc:spChg>
        <pc:spChg chg="add del">
          <ac:chgData name="Katie HARRISON" userId="S::kfharrison@wisc.edu::f5e22dcb-aa54-4825-b422-a6b74624f705" providerId="AD" clId="Web-{3B16CD03-F150-6280-5DDA-5C527031D8DD}" dt="2022-08-07T05:03:22.655" v="465"/>
          <ac:spMkLst>
            <pc:docMk/>
            <pc:sldMk cId="308295134" sldId="258"/>
            <ac:spMk id="53" creationId="{DF44879F-6698-4394-89D4-7B3CDB92E9A0}"/>
          </ac:spMkLst>
        </pc:spChg>
        <pc:spChg chg="add del">
          <ac:chgData name="Katie HARRISON" userId="S::kfharrison@wisc.edu::f5e22dcb-aa54-4825-b422-a6b74624f705" providerId="AD" clId="Web-{3B16CD03-F150-6280-5DDA-5C527031D8DD}" dt="2022-08-07T05:03:22.655" v="465"/>
          <ac:spMkLst>
            <pc:docMk/>
            <pc:sldMk cId="308295134" sldId="258"/>
            <ac:spMk id="55" creationId="{C65FD3B2-577C-49A0-B40E-4845C5D597CF}"/>
          </ac:spMkLst>
        </pc:spChg>
        <pc:spChg chg="add del">
          <ac:chgData name="Katie HARRISON" userId="S::kfharrison@wisc.edu::f5e22dcb-aa54-4825-b422-a6b74624f705" providerId="AD" clId="Web-{3B16CD03-F150-6280-5DDA-5C527031D8DD}" dt="2022-08-07T05:03:22.655" v="465"/>
          <ac:spMkLst>
            <pc:docMk/>
            <pc:sldMk cId="308295134" sldId="258"/>
            <ac:spMk id="57" creationId="{7A0B5DEA-ADF6-4BA5-9307-147F0A4685A0}"/>
          </ac:spMkLst>
        </pc:spChg>
        <pc:spChg chg="add del">
          <ac:chgData name="Katie HARRISON" userId="S::kfharrison@wisc.edu::f5e22dcb-aa54-4825-b422-a6b74624f705" providerId="AD" clId="Web-{3B16CD03-F150-6280-5DDA-5C527031D8DD}" dt="2022-08-07T05:03:22.655" v="465"/>
          <ac:spMkLst>
            <pc:docMk/>
            <pc:sldMk cId="308295134" sldId="258"/>
            <ac:spMk id="59" creationId="{9DECDBF4-02B6-4BB4-B65B-B8107AD6A9E8}"/>
          </ac:spMkLst>
        </pc:spChg>
        <pc:spChg chg="add del">
          <ac:chgData name="Katie HARRISON" userId="S::kfharrison@wisc.edu::f5e22dcb-aa54-4825-b422-a6b74624f705" providerId="AD" clId="Web-{3B16CD03-F150-6280-5DDA-5C527031D8DD}" dt="2022-08-07T05:11:55.413" v="666"/>
          <ac:spMkLst>
            <pc:docMk/>
            <pc:sldMk cId="308295134" sldId="258"/>
            <ac:spMk id="64" creationId="{2D6FBB9D-1CAA-4D05-AB33-BABDFE17B843}"/>
          </ac:spMkLst>
        </pc:spChg>
        <pc:spChg chg="add del">
          <ac:chgData name="Katie HARRISON" userId="S::kfharrison@wisc.edu::f5e22dcb-aa54-4825-b422-a6b74624f705" providerId="AD" clId="Web-{3B16CD03-F150-6280-5DDA-5C527031D8DD}" dt="2022-08-07T05:11:55.413" v="666"/>
          <ac:spMkLst>
            <pc:docMk/>
            <pc:sldMk cId="308295134" sldId="258"/>
            <ac:spMk id="66" creationId="{04727B71-B4B6-4823-80A1-68C40B475118}"/>
          </ac:spMkLst>
        </pc:spChg>
        <pc:spChg chg="add del">
          <ac:chgData name="Katie HARRISON" userId="S::kfharrison@wisc.edu::f5e22dcb-aa54-4825-b422-a6b74624f705" providerId="AD" clId="Web-{3B16CD03-F150-6280-5DDA-5C527031D8DD}" dt="2022-08-07T05:11:55.413" v="666"/>
          <ac:spMkLst>
            <pc:docMk/>
            <pc:sldMk cId="308295134" sldId="258"/>
            <ac:spMk id="68" creationId="{79A6DB05-9FB5-4B07-8675-74C23D4FD89D}"/>
          </ac:spMkLst>
        </pc:spChg>
        <pc:spChg chg="add del">
          <ac:chgData name="Katie HARRISON" userId="S::kfharrison@wisc.edu::f5e22dcb-aa54-4825-b422-a6b74624f705" providerId="AD" clId="Web-{3B16CD03-F150-6280-5DDA-5C527031D8DD}" dt="2022-08-07T05:11:55.413" v="666"/>
          <ac:spMkLst>
            <pc:docMk/>
            <pc:sldMk cId="308295134" sldId="258"/>
            <ac:spMk id="70" creationId="{79477870-C64A-4E35-8F2F-05B7114F3C74}"/>
          </ac:spMkLst>
        </pc:spChg>
        <pc:spChg chg="add del">
          <ac:chgData name="Katie HARRISON" userId="S::kfharrison@wisc.edu::f5e22dcb-aa54-4825-b422-a6b74624f705" providerId="AD" clId="Web-{3B16CD03-F150-6280-5DDA-5C527031D8DD}" dt="2022-08-07T05:11:55.413" v="666"/>
          <ac:spMkLst>
            <pc:docMk/>
            <pc:sldMk cId="308295134" sldId="258"/>
            <ac:spMk id="72" creationId="{8AEA628B-C8FF-4D0B-B111-F101F580B15D}"/>
          </ac:spMkLst>
        </pc:spChg>
        <pc:spChg chg="add del">
          <ac:chgData name="Katie HARRISON" userId="S::kfharrison@wisc.edu::f5e22dcb-aa54-4825-b422-a6b74624f705" providerId="AD" clId="Web-{3B16CD03-F150-6280-5DDA-5C527031D8DD}" dt="2022-08-07T05:11:55.413" v="666"/>
          <ac:spMkLst>
            <pc:docMk/>
            <pc:sldMk cId="308295134" sldId="258"/>
            <ac:spMk id="74" creationId="{42663BD0-064C-40FC-A331-F49FCA9536AA}"/>
          </ac:spMkLst>
        </pc:spChg>
        <pc:spChg chg="add">
          <ac:chgData name="Katie HARRISON" userId="S::kfharrison@wisc.edu::f5e22dcb-aa54-4825-b422-a6b74624f705" providerId="AD" clId="Web-{3B16CD03-F150-6280-5DDA-5C527031D8DD}" dt="2022-08-07T05:11:55.413" v="666"/>
          <ac:spMkLst>
            <pc:docMk/>
            <pc:sldMk cId="308295134" sldId="258"/>
            <ac:spMk id="79" creationId="{8D06CE56-3881-4ADA-8CEF-D18B02C242A3}"/>
          </ac:spMkLst>
        </pc:spChg>
        <pc:spChg chg="add">
          <ac:chgData name="Katie HARRISON" userId="S::kfharrison@wisc.edu::f5e22dcb-aa54-4825-b422-a6b74624f705" providerId="AD" clId="Web-{3B16CD03-F150-6280-5DDA-5C527031D8DD}" dt="2022-08-07T05:11:55.413" v="666"/>
          <ac:spMkLst>
            <pc:docMk/>
            <pc:sldMk cId="308295134" sldId="258"/>
            <ac:spMk id="81" creationId="{79F3C543-62EC-4433-9C93-A2CD8764E9B4}"/>
          </ac:spMkLst>
        </pc:spChg>
        <pc:spChg chg="add">
          <ac:chgData name="Katie HARRISON" userId="S::kfharrison@wisc.edu::f5e22dcb-aa54-4825-b422-a6b74624f705" providerId="AD" clId="Web-{3B16CD03-F150-6280-5DDA-5C527031D8DD}" dt="2022-08-07T05:11:55.413" v="666"/>
          <ac:spMkLst>
            <pc:docMk/>
            <pc:sldMk cId="308295134" sldId="258"/>
            <ac:spMk id="83" creationId="{C1A1C5D3-C053-4EE9-BE1A-419B6E27CCAE}"/>
          </ac:spMkLst>
        </pc:spChg>
        <pc:spChg chg="add">
          <ac:chgData name="Katie HARRISON" userId="S::kfharrison@wisc.edu::f5e22dcb-aa54-4825-b422-a6b74624f705" providerId="AD" clId="Web-{3B16CD03-F150-6280-5DDA-5C527031D8DD}" dt="2022-08-07T05:11:55.413" v="666"/>
          <ac:spMkLst>
            <pc:docMk/>
            <pc:sldMk cId="308295134" sldId="258"/>
            <ac:spMk id="85" creationId="{A3473CF9-37EB-43E7-89EF-D2D1C53D1DAC}"/>
          </ac:spMkLst>
        </pc:spChg>
        <pc:spChg chg="add">
          <ac:chgData name="Katie HARRISON" userId="S::kfharrison@wisc.edu::f5e22dcb-aa54-4825-b422-a6b74624f705" providerId="AD" clId="Web-{3B16CD03-F150-6280-5DDA-5C527031D8DD}" dt="2022-08-07T05:11:55.413" v="666"/>
          <ac:spMkLst>
            <pc:docMk/>
            <pc:sldMk cId="308295134" sldId="258"/>
            <ac:spMk id="87" creationId="{586B4EF9-43BA-4655-A6FF-1D8E21574C95}"/>
          </ac:spMkLst>
        </pc:spChg>
        <pc:graphicFrameChg chg="add mod modGraphic">
          <ac:chgData name="Katie HARRISON" userId="S::kfharrison@wisc.edu::f5e22dcb-aa54-4825-b422-a6b74624f705" providerId="AD" clId="Web-{3B16CD03-F150-6280-5DDA-5C527031D8DD}" dt="2022-08-07T05:37:56.227" v="857" actId="20577"/>
          <ac:graphicFrameMkLst>
            <pc:docMk/>
            <pc:sldMk cId="308295134" sldId="258"/>
            <ac:graphicFrameMk id="16" creationId="{4DC6BF4F-0FB1-8903-B2A6-5EFF54729AAF}"/>
          </ac:graphicFrameMkLst>
        </pc:graphicFrameChg>
        <pc:picChg chg="add del mod ord modCrop">
          <ac:chgData name="Katie HARRISON" userId="S::kfharrison@wisc.edu::f5e22dcb-aa54-4825-b422-a6b74624f705" providerId="AD" clId="Web-{3B16CD03-F150-6280-5DDA-5C527031D8DD}" dt="2022-08-07T03:55:58.250" v="222"/>
          <ac:picMkLst>
            <pc:docMk/>
            <pc:sldMk cId="308295134" sldId="258"/>
            <ac:picMk id="5" creationId="{E2E24803-0CFA-EEB9-689B-E940D86EA01C}"/>
          </ac:picMkLst>
        </pc:picChg>
        <pc:picChg chg="add del mod">
          <ac:chgData name="Katie HARRISON" userId="S::kfharrison@wisc.edu::f5e22dcb-aa54-4825-b422-a6b74624f705" providerId="AD" clId="Web-{3B16CD03-F150-6280-5DDA-5C527031D8DD}" dt="2022-08-07T03:56:20" v="224"/>
          <ac:picMkLst>
            <pc:docMk/>
            <pc:sldMk cId="308295134" sldId="258"/>
            <ac:picMk id="8" creationId="{DC7D1FEC-2358-B1F4-8663-4574E999A0D7}"/>
          </ac:picMkLst>
        </pc:picChg>
      </pc:sldChg>
      <pc:sldChg chg="modSp new">
        <pc:chgData name="Katie HARRISON" userId="S::kfharrison@wisc.edu::f5e22dcb-aa54-4825-b422-a6b74624f705" providerId="AD" clId="Web-{3B16CD03-F150-6280-5DDA-5C527031D8DD}" dt="2022-08-07T05:49:35.159" v="1038" actId="20577"/>
        <pc:sldMkLst>
          <pc:docMk/>
          <pc:sldMk cId="2509158788" sldId="259"/>
        </pc:sldMkLst>
        <pc:spChg chg="mod">
          <ac:chgData name="Katie HARRISON" userId="S::kfharrison@wisc.edu::f5e22dcb-aa54-4825-b422-a6b74624f705" providerId="AD" clId="Web-{3B16CD03-F150-6280-5DDA-5C527031D8DD}" dt="2022-08-07T05:48:55.644" v="1014" actId="20577"/>
          <ac:spMkLst>
            <pc:docMk/>
            <pc:sldMk cId="2509158788" sldId="259"/>
            <ac:spMk id="2" creationId="{6D3EBBC4-E9C6-4121-F472-0B74DF816284}"/>
          </ac:spMkLst>
        </pc:spChg>
        <pc:spChg chg="mod">
          <ac:chgData name="Katie HARRISON" userId="S::kfharrison@wisc.edu::f5e22dcb-aa54-4825-b422-a6b74624f705" providerId="AD" clId="Web-{3B16CD03-F150-6280-5DDA-5C527031D8DD}" dt="2022-08-07T05:49:35.159" v="1038" actId="20577"/>
          <ac:spMkLst>
            <pc:docMk/>
            <pc:sldMk cId="2509158788" sldId="259"/>
            <ac:spMk id="4" creationId="{4A843800-939F-7949-EFA0-DB422C4F0B0E}"/>
          </ac:spMkLst>
        </pc:spChg>
      </pc:sldChg>
      <pc:sldChg chg="modSp add ord">
        <pc:chgData name="Katie HARRISON" userId="S::kfharrison@wisc.edu::f5e22dcb-aa54-4825-b422-a6b74624f705" providerId="AD" clId="Web-{3B16CD03-F150-6280-5DDA-5C527031D8DD}" dt="2022-08-07T05:43:49.930" v="1008" actId="20577"/>
        <pc:sldMkLst>
          <pc:docMk/>
          <pc:sldMk cId="408668825" sldId="260"/>
        </pc:sldMkLst>
        <pc:graphicFrameChg chg="mod modGraphic">
          <ac:chgData name="Katie HARRISON" userId="S::kfharrison@wisc.edu::f5e22dcb-aa54-4825-b422-a6b74624f705" providerId="AD" clId="Web-{3B16CD03-F150-6280-5DDA-5C527031D8DD}" dt="2022-08-07T05:43:49.930" v="1008" actId="20577"/>
          <ac:graphicFrameMkLst>
            <pc:docMk/>
            <pc:sldMk cId="408668825" sldId="260"/>
            <ac:graphicFrameMk id="16" creationId="{4DC6BF4F-0FB1-8903-B2A6-5EFF54729AAF}"/>
          </ac:graphicFrameMkLst>
        </pc:graphicFrameChg>
      </pc:sldChg>
      <pc:sldChg chg="modSp add">
        <pc:chgData name="Katie HARRISON" userId="S::kfharrison@wisc.edu::f5e22dcb-aa54-4825-b422-a6b74624f705" providerId="AD" clId="Web-{3B16CD03-F150-6280-5DDA-5C527031D8DD}" dt="2022-08-07T05:52:00.929" v="1084" actId="20577"/>
        <pc:sldMkLst>
          <pc:docMk/>
          <pc:sldMk cId="299640561" sldId="261"/>
        </pc:sldMkLst>
        <pc:graphicFrameChg chg="modGraphic">
          <ac:chgData name="Katie HARRISON" userId="S::kfharrison@wisc.edu::f5e22dcb-aa54-4825-b422-a6b74624f705" providerId="AD" clId="Web-{3B16CD03-F150-6280-5DDA-5C527031D8DD}" dt="2022-08-07T05:52:00.929" v="1084" actId="20577"/>
          <ac:graphicFrameMkLst>
            <pc:docMk/>
            <pc:sldMk cId="299640561" sldId="261"/>
            <ac:graphicFrameMk id="16" creationId="{4DC6BF4F-0FB1-8903-B2A6-5EFF54729AAF}"/>
          </ac:graphicFrameMkLst>
        </pc:graphicFrameChg>
      </pc:sldChg>
      <pc:sldChg chg="modSp add">
        <pc:chgData name="Katie HARRISON" userId="S::kfharrison@wisc.edu::f5e22dcb-aa54-4825-b422-a6b74624f705" providerId="AD" clId="Web-{3B16CD03-F150-6280-5DDA-5C527031D8DD}" dt="2022-08-07T05:52:31.553" v="1098" actId="20577"/>
        <pc:sldMkLst>
          <pc:docMk/>
          <pc:sldMk cId="4271176360" sldId="262"/>
        </pc:sldMkLst>
        <pc:spChg chg="mod">
          <ac:chgData name="Katie HARRISON" userId="S::kfharrison@wisc.edu::f5e22dcb-aa54-4825-b422-a6b74624f705" providerId="AD" clId="Web-{3B16CD03-F150-6280-5DDA-5C527031D8DD}" dt="2022-08-07T05:52:31.553" v="1098" actId="20577"/>
          <ac:spMkLst>
            <pc:docMk/>
            <pc:sldMk cId="4271176360" sldId="262"/>
            <ac:spMk id="4" creationId="{4A843800-939F-7949-EFA0-DB422C4F0B0E}"/>
          </ac:spMkLst>
        </pc:spChg>
      </pc:sldChg>
      <pc:sldChg chg="modSp new">
        <pc:chgData name="Katie HARRISON" userId="S::kfharrison@wisc.edu::f5e22dcb-aa54-4825-b422-a6b74624f705" providerId="AD" clId="Web-{3B16CD03-F150-6280-5DDA-5C527031D8DD}" dt="2022-08-07T05:55:01.473" v="1226" actId="20577"/>
        <pc:sldMkLst>
          <pc:docMk/>
          <pc:sldMk cId="1686000644" sldId="263"/>
        </pc:sldMkLst>
        <pc:spChg chg="mod">
          <ac:chgData name="Katie HARRISON" userId="S::kfharrison@wisc.edu::f5e22dcb-aa54-4825-b422-a6b74624f705" providerId="AD" clId="Web-{3B16CD03-F150-6280-5DDA-5C527031D8DD}" dt="2022-08-07T05:53:25.537" v="1106" actId="20577"/>
          <ac:spMkLst>
            <pc:docMk/>
            <pc:sldMk cId="1686000644" sldId="263"/>
            <ac:spMk id="2" creationId="{6ADDD331-37F0-2C90-E538-447D0A1B526B}"/>
          </ac:spMkLst>
        </pc:spChg>
        <pc:spChg chg="mod">
          <ac:chgData name="Katie HARRISON" userId="S::kfharrison@wisc.edu::f5e22dcb-aa54-4825-b422-a6b74624f705" providerId="AD" clId="Web-{3B16CD03-F150-6280-5DDA-5C527031D8DD}" dt="2022-08-07T05:55:01.473" v="1226" actId="20577"/>
          <ac:spMkLst>
            <pc:docMk/>
            <pc:sldMk cId="1686000644" sldId="263"/>
            <ac:spMk id="4" creationId="{1062B0F3-0225-D672-3106-67A1E0C84A08}"/>
          </ac:spMkLst>
        </pc:spChg>
      </pc:sldChg>
      <pc:sldChg chg="modSp add">
        <pc:chgData name="Katie HARRISON" userId="S::kfharrison@wisc.edu::f5e22dcb-aa54-4825-b422-a6b74624f705" providerId="AD" clId="Web-{3B16CD03-F150-6280-5DDA-5C527031D8DD}" dt="2022-08-07T15:08:23.092" v="1280" actId="20577"/>
        <pc:sldMkLst>
          <pc:docMk/>
          <pc:sldMk cId="1797375121" sldId="264"/>
        </pc:sldMkLst>
        <pc:graphicFrameChg chg="modGraphic">
          <ac:chgData name="Katie HARRISON" userId="S::kfharrison@wisc.edu::f5e22dcb-aa54-4825-b422-a6b74624f705" providerId="AD" clId="Web-{3B16CD03-F150-6280-5DDA-5C527031D8DD}" dt="2022-08-07T15:08:23.092" v="1280" actId="20577"/>
          <ac:graphicFrameMkLst>
            <pc:docMk/>
            <pc:sldMk cId="1797375121" sldId="264"/>
            <ac:graphicFrameMk id="16" creationId="{4DC6BF4F-0FB1-8903-B2A6-5EFF54729AAF}"/>
          </ac:graphicFrameMkLst>
        </pc:graphicFrameChg>
      </pc:sldChg>
    </pc:docChg>
  </pc:docChgLst>
  <pc:docChgLst>
    <pc:chgData name="Katie HARRISON" userId="S::kfharrison@wisc.edu::f5e22dcb-aa54-4825-b422-a6b74624f705" providerId="AD" clId="Web-{289F4B1C-4475-A401-648E-D3095B01065F}"/>
    <pc:docChg chg="addSld modSld">
      <pc:chgData name="Katie HARRISON" userId="S::kfharrison@wisc.edu::f5e22dcb-aa54-4825-b422-a6b74624f705" providerId="AD" clId="Web-{289F4B1C-4475-A401-648E-D3095B01065F}" dt="2022-08-09T03:16:51.261" v="51"/>
      <pc:docMkLst>
        <pc:docMk/>
      </pc:docMkLst>
      <pc:sldChg chg="modSp">
        <pc:chgData name="Katie HARRISON" userId="S::kfharrison@wisc.edu::f5e22dcb-aa54-4825-b422-a6b74624f705" providerId="AD" clId="Web-{289F4B1C-4475-A401-648E-D3095B01065F}" dt="2022-08-09T03:16:44.808" v="50" actId="20577"/>
        <pc:sldMkLst>
          <pc:docMk/>
          <pc:sldMk cId="535810320" sldId="257"/>
        </pc:sldMkLst>
        <pc:spChg chg="mod">
          <ac:chgData name="Katie HARRISON" userId="S::kfharrison@wisc.edu::f5e22dcb-aa54-4825-b422-a6b74624f705" providerId="AD" clId="Web-{289F4B1C-4475-A401-648E-D3095B01065F}" dt="2022-08-09T03:16:44.808" v="50" actId="20577"/>
          <ac:spMkLst>
            <pc:docMk/>
            <pc:sldMk cId="535810320" sldId="257"/>
            <ac:spMk id="2" creationId="{1C5E13C5-8F15-3BDA-C6AC-706CEBB0818E}"/>
          </ac:spMkLst>
        </pc:spChg>
      </pc:sldChg>
      <pc:sldChg chg="addSp delSp modSp">
        <pc:chgData name="Katie HARRISON" userId="S::kfharrison@wisc.edu::f5e22dcb-aa54-4825-b422-a6b74624f705" providerId="AD" clId="Web-{289F4B1C-4475-A401-648E-D3095B01065F}" dt="2022-08-09T02:26:24.105" v="10"/>
        <pc:sldMkLst>
          <pc:docMk/>
          <pc:sldMk cId="861447989" sldId="266"/>
        </pc:sldMkLst>
        <pc:spChg chg="mod">
          <ac:chgData name="Katie HARRISON" userId="S::kfharrison@wisc.edu::f5e22dcb-aa54-4825-b422-a6b74624f705" providerId="AD" clId="Web-{289F4B1C-4475-A401-648E-D3095B01065F}" dt="2022-08-09T02:26:24.105" v="10"/>
          <ac:spMkLst>
            <pc:docMk/>
            <pc:sldMk cId="861447989" sldId="266"/>
            <ac:spMk id="2" creationId="{BA950413-78D9-5AD6-4640-43C50154A0AA}"/>
          </ac:spMkLst>
        </pc:spChg>
        <pc:spChg chg="add del mod">
          <ac:chgData name="Katie HARRISON" userId="S::kfharrison@wisc.edu::f5e22dcb-aa54-4825-b422-a6b74624f705" providerId="AD" clId="Web-{289F4B1C-4475-A401-648E-D3095B01065F}" dt="2022-08-09T02:25:32.026" v="5"/>
          <ac:spMkLst>
            <pc:docMk/>
            <pc:sldMk cId="861447989" sldId="266"/>
            <ac:spMk id="4" creationId="{BE5F8A88-0E11-4D3E-9D69-ABC6B72594AF}"/>
          </ac:spMkLst>
        </pc:spChg>
        <pc:spChg chg="add del">
          <ac:chgData name="Katie HARRISON" userId="S::kfharrison@wisc.edu::f5e22dcb-aa54-4825-b422-a6b74624f705" providerId="AD" clId="Web-{289F4B1C-4475-A401-648E-D3095B01065F}" dt="2022-08-09T02:25:32.026" v="5"/>
          <ac:spMkLst>
            <pc:docMk/>
            <pc:sldMk cId="861447989" sldId="266"/>
            <ac:spMk id="24" creationId="{2D6FBB9D-1CAA-4D05-AB33-BABDFE17B843}"/>
          </ac:spMkLst>
        </pc:spChg>
        <pc:spChg chg="add del">
          <ac:chgData name="Katie HARRISON" userId="S::kfharrison@wisc.edu::f5e22dcb-aa54-4825-b422-a6b74624f705" providerId="AD" clId="Web-{289F4B1C-4475-A401-648E-D3095B01065F}" dt="2022-08-09T02:25:32.026" v="5"/>
          <ac:spMkLst>
            <pc:docMk/>
            <pc:sldMk cId="861447989" sldId="266"/>
            <ac:spMk id="25" creationId="{04727B71-B4B6-4823-80A1-68C40B475118}"/>
          </ac:spMkLst>
        </pc:spChg>
        <pc:spChg chg="add del">
          <ac:chgData name="Katie HARRISON" userId="S::kfharrison@wisc.edu::f5e22dcb-aa54-4825-b422-a6b74624f705" providerId="AD" clId="Web-{289F4B1C-4475-A401-648E-D3095B01065F}" dt="2022-08-09T02:25:32.026" v="5"/>
          <ac:spMkLst>
            <pc:docMk/>
            <pc:sldMk cId="861447989" sldId="266"/>
            <ac:spMk id="26" creationId="{79A6DB05-9FB5-4B07-8675-74C23D4FD89D}"/>
          </ac:spMkLst>
        </pc:spChg>
        <pc:spChg chg="add del">
          <ac:chgData name="Katie HARRISON" userId="S::kfharrison@wisc.edu::f5e22dcb-aa54-4825-b422-a6b74624f705" providerId="AD" clId="Web-{289F4B1C-4475-A401-648E-D3095B01065F}" dt="2022-08-09T02:25:32.026" v="5"/>
          <ac:spMkLst>
            <pc:docMk/>
            <pc:sldMk cId="861447989" sldId="266"/>
            <ac:spMk id="28" creationId="{8108D317-7CBD-4897-BD1F-959436D2A3BE}"/>
          </ac:spMkLst>
        </pc:spChg>
        <pc:spChg chg="add del">
          <ac:chgData name="Katie HARRISON" userId="S::kfharrison@wisc.edu::f5e22dcb-aa54-4825-b422-a6b74624f705" providerId="AD" clId="Web-{289F4B1C-4475-A401-648E-D3095B01065F}" dt="2022-08-09T02:25:32.026" v="5"/>
          <ac:spMkLst>
            <pc:docMk/>
            <pc:sldMk cId="861447989" sldId="266"/>
            <ac:spMk id="32" creationId="{D6297641-8B9F-4767-9606-8A11313227BF}"/>
          </ac:spMkLst>
        </pc:spChg>
        <pc:spChg chg="add del">
          <ac:chgData name="Katie HARRISON" userId="S::kfharrison@wisc.edu::f5e22dcb-aa54-4825-b422-a6b74624f705" providerId="AD" clId="Web-{289F4B1C-4475-A401-648E-D3095B01065F}" dt="2022-08-09T02:25:32.026" v="5"/>
          <ac:spMkLst>
            <pc:docMk/>
            <pc:sldMk cId="861447989" sldId="266"/>
            <ac:spMk id="34" creationId="{D8F3CA65-EA00-46B4-9616-39E6853F7BED}"/>
          </ac:spMkLst>
        </pc:spChg>
        <pc:spChg chg="add del">
          <ac:chgData name="Katie HARRISON" userId="S::kfharrison@wisc.edu::f5e22dcb-aa54-4825-b422-a6b74624f705" providerId="AD" clId="Web-{289F4B1C-4475-A401-648E-D3095B01065F}" dt="2022-08-09T02:25:22.339" v="2"/>
          <ac:spMkLst>
            <pc:docMk/>
            <pc:sldMk cId="861447989" sldId="266"/>
            <ac:spMk id="38" creationId="{2D6FBB9D-1CAA-4D05-AB33-BABDFE17B843}"/>
          </ac:spMkLst>
        </pc:spChg>
        <pc:spChg chg="add del">
          <ac:chgData name="Katie HARRISON" userId="S::kfharrison@wisc.edu::f5e22dcb-aa54-4825-b422-a6b74624f705" providerId="AD" clId="Web-{289F4B1C-4475-A401-648E-D3095B01065F}" dt="2022-08-09T02:25:22.339" v="2"/>
          <ac:spMkLst>
            <pc:docMk/>
            <pc:sldMk cId="861447989" sldId="266"/>
            <ac:spMk id="47" creationId="{04727B71-B4B6-4823-80A1-68C40B475118}"/>
          </ac:spMkLst>
        </pc:spChg>
        <pc:spChg chg="add del">
          <ac:chgData name="Katie HARRISON" userId="S::kfharrison@wisc.edu::f5e22dcb-aa54-4825-b422-a6b74624f705" providerId="AD" clId="Web-{289F4B1C-4475-A401-648E-D3095B01065F}" dt="2022-08-09T02:25:22.339" v="2"/>
          <ac:spMkLst>
            <pc:docMk/>
            <pc:sldMk cId="861447989" sldId="266"/>
            <ac:spMk id="58" creationId="{79A6DB05-9FB5-4B07-8675-74C23D4FD89D}"/>
          </ac:spMkLst>
        </pc:spChg>
        <pc:spChg chg="add del">
          <ac:chgData name="Katie HARRISON" userId="S::kfharrison@wisc.edu::f5e22dcb-aa54-4825-b422-a6b74624f705" providerId="AD" clId="Web-{289F4B1C-4475-A401-648E-D3095B01065F}" dt="2022-08-09T02:25:22.339" v="2"/>
          <ac:spMkLst>
            <pc:docMk/>
            <pc:sldMk cId="861447989" sldId="266"/>
            <ac:spMk id="59" creationId="{8108D317-7CBD-4897-BD1F-959436D2A3BE}"/>
          </ac:spMkLst>
        </pc:spChg>
        <pc:spChg chg="add del">
          <ac:chgData name="Katie HARRISON" userId="S::kfharrison@wisc.edu::f5e22dcb-aa54-4825-b422-a6b74624f705" providerId="AD" clId="Web-{289F4B1C-4475-A401-648E-D3095B01065F}" dt="2022-08-09T02:25:22.339" v="2"/>
          <ac:spMkLst>
            <pc:docMk/>
            <pc:sldMk cId="861447989" sldId="266"/>
            <ac:spMk id="60" creationId="{D6297641-8B9F-4767-9606-8A11313227BF}"/>
          </ac:spMkLst>
        </pc:spChg>
        <pc:spChg chg="add del">
          <ac:chgData name="Katie HARRISON" userId="S::kfharrison@wisc.edu::f5e22dcb-aa54-4825-b422-a6b74624f705" providerId="AD" clId="Web-{289F4B1C-4475-A401-648E-D3095B01065F}" dt="2022-08-09T02:25:22.339" v="2"/>
          <ac:spMkLst>
            <pc:docMk/>
            <pc:sldMk cId="861447989" sldId="266"/>
            <ac:spMk id="61" creationId="{D8F3CA65-EA00-46B4-9616-39E6853F7BED}"/>
          </ac:spMkLst>
        </pc:spChg>
        <pc:spChg chg="add del">
          <ac:chgData name="Katie HARRISON" userId="S::kfharrison@wisc.edu::f5e22dcb-aa54-4825-b422-a6b74624f705" providerId="AD" clId="Web-{289F4B1C-4475-A401-648E-D3095B01065F}" dt="2022-08-09T02:25:32.011" v="4"/>
          <ac:spMkLst>
            <pc:docMk/>
            <pc:sldMk cId="861447989" sldId="266"/>
            <ac:spMk id="63" creationId="{2D6FBB9D-1CAA-4D05-AB33-BABDFE17B843}"/>
          </ac:spMkLst>
        </pc:spChg>
        <pc:spChg chg="add del">
          <ac:chgData name="Katie HARRISON" userId="S::kfharrison@wisc.edu::f5e22dcb-aa54-4825-b422-a6b74624f705" providerId="AD" clId="Web-{289F4B1C-4475-A401-648E-D3095B01065F}" dt="2022-08-09T02:25:32.011" v="4"/>
          <ac:spMkLst>
            <pc:docMk/>
            <pc:sldMk cId="861447989" sldId="266"/>
            <ac:spMk id="64" creationId="{04727B71-B4B6-4823-80A1-68C40B475118}"/>
          </ac:spMkLst>
        </pc:spChg>
        <pc:spChg chg="add del">
          <ac:chgData name="Katie HARRISON" userId="S::kfharrison@wisc.edu::f5e22dcb-aa54-4825-b422-a6b74624f705" providerId="AD" clId="Web-{289F4B1C-4475-A401-648E-D3095B01065F}" dt="2022-08-09T02:25:32.011" v="4"/>
          <ac:spMkLst>
            <pc:docMk/>
            <pc:sldMk cId="861447989" sldId="266"/>
            <ac:spMk id="65" creationId="{79A6DB05-9FB5-4B07-8675-74C23D4FD89D}"/>
          </ac:spMkLst>
        </pc:spChg>
        <pc:spChg chg="add del">
          <ac:chgData name="Katie HARRISON" userId="S::kfharrison@wisc.edu::f5e22dcb-aa54-4825-b422-a6b74624f705" providerId="AD" clId="Web-{289F4B1C-4475-A401-648E-D3095B01065F}" dt="2022-08-09T02:25:32.011" v="4"/>
          <ac:spMkLst>
            <pc:docMk/>
            <pc:sldMk cId="861447989" sldId="266"/>
            <ac:spMk id="66" creationId="{53B021B3-DE93-4AB7-8A18-CF5F1CED88B8}"/>
          </ac:spMkLst>
        </pc:spChg>
        <pc:spChg chg="add del">
          <ac:chgData name="Katie HARRISON" userId="S::kfharrison@wisc.edu::f5e22dcb-aa54-4825-b422-a6b74624f705" providerId="AD" clId="Web-{289F4B1C-4475-A401-648E-D3095B01065F}" dt="2022-08-09T02:25:32.011" v="4"/>
          <ac:spMkLst>
            <pc:docMk/>
            <pc:sldMk cId="861447989" sldId="266"/>
            <ac:spMk id="67" creationId="{52D502E5-F6B4-4D58-B4AE-FC466FF15EE8}"/>
          </ac:spMkLst>
        </pc:spChg>
        <pc:spChg chg="add del">
          <ac:chgData name="Katie HARRISON" userId="S::kfharrison@wisc.edu::f5e22dcb-aa54-4825-b422-a6b74624f705" providerId="AD" clId="Web-{289F4B1C-4475-A401-648E-D3095B01065F}" dt="2022-08-09T02:25:32.011" v="4"/>
          <ac:spMkLst>
            <pc:docMk/>
            <pc:sldMk cId="861447989" sldId="266"/>
            <ac:spMk id="68" creationId="{9DECDBF4-02B6-4BB4-B65B-B8107AD6A9E8}"/>
          </ac:spMkLst>
        </pc:spChg>
        <pc:spChg chg="add del">
          <ac:chgData name="Katie HARRISON" userId="S::kfharrison@wisc.edu::f5e22dcb-aa54-4825-b422-a6b74624f705" providerId="AD" clId="Web-{289F4B1C-4475-A401-648E-D3095B01065F}" dt="2022-08-09T02:26:24.105" v="10"/>
          <ac:spMkLst>
            <pc:docMk/>
            <pc:sldMk cId="861447989" sldId="266"/>
            <ac:spMk id="71" creationId="{2D6FBB9D-1CAA-4D05-AB33-BABDFE17B843}"/>
          </ac:spMkLst>
        </pc:spChg>
        <pc:spChg chg="add del">
          <ac:chgData name="Katie HARRISON" userId="S::kfharrison@wisc.edu::f5e22dcb-aa54-4825-b422-a6b74624f705" providerId="AD" clId="Web-{289F4B1C-4475-A401-648E-D3095B01065F}" dt="2022-08-09T02:26:24.105" v="10"/>
          <ac:spMkLst>
            <pc:docMk/>
            <pc:sldMk cId="861447989" sldId="266"/>
            <ac:spMk id="72" creationId="{04727B71-B4B6-4823-80A1-68C40B475118}"/>
          </ac:spMkLst>
        </pc:spChg>
        <pc:spChg chg="add del">
          <ac:chgData name="Katie HARRISON" userId="S::kfharrison@wisc.edu::f5e22dcb-aa54-4825-b422-a6b74624f705" providerId="AD" clId="Web-{289F4B1C-4475-A401-648E-D3095B01065F}" dt="2022-08-09T02:26:24.105" v="10"/>
          <ac:spMkLst>
            <pc:docMk/>
            <pc:sldMk cId="861447989" sldId="266"/>
            <ac:spMk id="73" creationId="{79A6DB05-9FB5-4B07-8675-74C23D4FD89D}"/>
          </ac:spMkLst>
        </pc:spChg>
        <pc:spChg chg="add del">
          <ac:chgData name="Katie HARRISON" userId="S::kfharrison@wisc.edu::f5e22dcb-aa54-4825-b422-a6b74624f705" providerId="AD" clId="Web-{289F4B1C-4475-A401-648E-D3095B01065F}" dt="2022-08-09T02:26:24.105" v="10"/>
          <ac:spMkLst>
            <pc:docMk/>
            <pc:sldMk cId="861447989" sldId="266"/>
            <ac:spMk id="74" creationId="{CBB2B1F0-0DD6-4744-9A46-7A344FB48E40}"/>
          </ac:spMkLst>
        </pc:spChg>
        <pc:spChg chg="add del">
          <ac:chgData name="Katie HARRISON" userId="S::kfharrison@wisc.edu::f5e22dcb-aa54-4825-b422-a6b74624f705" providerId="AD" clId="Web-{289F4B1C-4475-A401-648E-D3095B01065F}" dt="2022-08-09T02:26:24.105" v="10"/>
          <ac:spMkLst>
            <pc:docMk/>
            <pc:sldMk cId="861447989" sldId="266"/>
            <ac:spMk id="75" creationId="{7A0B5DEA-ADF6-4BA5-9307-147F0A4685A0}"/>
          </ac:spMkLst>
        </pc:spChg>
        <pc:spChg chg="add del">
          <ac:chgData name="Katie HARRISON" userId="S::kfharrison@wisc.edu::f5e22dcb-aa54-4825-b422-a6b74624f705" providerId="AD" clId="Web-{289F4B1C-4475-A401-648E-D3095B01065F}" dt="2022-08-09T02:26:24.105" v="10"/>
          <ac:spMkLst>
            <pc:docMk/>
            <pc:sldMk cId="861447989" sldId="266"/>
            <ac:spMk id="76" creationId="{9DECDBF4-02B6-4BB4-B65B-B8107AD6A9E8}"/>
          </ac:spMkLst>
        </pc:spChg>
        <pc:spChg chg="add mod">
          <ac:chgData name="Katie HARRISON" userId="S::kfharrison@wisc.edu::f5e22dcb-aa54-4825-b422-a6b74624f705" providerId="AD" clId="Web-{289F4B1C-4475-A401-648E-D3095B01065F}" dt="2022-08-09T02:26:24.105" v="10"/>
          <ac:spMkLst>
            <pc:docMk/>
            <pc:sldMk cId="861447989" sldId="266"/>
            <ac:spMk id="77" creationId="{BE5F8A88-0E11-4D3E-9D69-ABC6B72594AF}"/>
          </ac:spMkLst>
        </pc:spChg>
        <pc:spChg chg="add del">
          <ac:chgData name="Katie HARRISON" userId="S::kfharrison@wisc.edu::f5e22dcb-aa54-4825-b422-a6b74624f705" providerId="AD" clId="Web-{289F4B1C-4475-A401-648E-D3095B01065F}" dt="2022-08-09T02:26:20.668" v="7"/>
          <ac:spMkLst>
            <pc:docMk/>
            <pc:sldMk cId="861447989" sldId="266"/>
            <ac:spMk id="82" creationId="{2D6FBB9D-1CAA-4D05-AB33-BABDFE17B843}"/>
          </ac:spMkLst>
        </pc:spChg>
        <pc:spChg chg="add del">
          <ac:chgData name="Katie HARRISON" userId="S::kfharrison@wisc.edu::f5e22dcb-aa54-4825-b422-a6b74624f705" providerId="AD" clId="Web-{289F4B1C-4475-A401-648E-D3095B01065F}" dt="2022-08-09T02:26:20.668" v="7"/>
          <ac:spMkLst>
            <pc:docMk/>
            <pc:sldMk cId="861447989" sldId="266"/>
            <ac:spMk id="84" creationId="{04727B71-B4B6-4823-80A1-68C40B475118}"/>
          </ac:spMkLst>
        </pc:spChg>
        <pc:spChg chg="add del">
          <ac:chgData name="Katie HARRISON" userId="S::kfharrison@wisc.edu::f5e22dcb-aa54-4825-b422-a6b74624f705" providerId="AD" clId="Web-{289F4B1C-4475-A401-648E-D3095B01065F}" dt="2022-08-09T02:26:20.668" v="7"/>
          <ac:spMkLst>
            <pc:docMk/>
            <pc:sldMk cId="861447989" sldId="266"/>
            <ac:spMk id="86" creationId="{79A6DB05-9FB5-4B07-8675-74C23D4FD89D}"/>
          </ac:spMkLst>
        </pc:spChg>
        <pc:spChg chg="add del">
          <ac:chgData name="Katie HARRISON" userId="S::kfharrison@wisc.edu::f5e22dcb-aa54-4825-b422-a6b74624f705" providerId="AD" clId="Web-{289F4B1C-4475-A401-648E-D3095B01065F}" dt="2022-08-09T02:26:20.668" v="7"/>
          <ac:spMkLst>
            <pc:docMk/>
            <pc:sldMk cId="861447989" sldId="266"/>
            <ac:spMk id="88" creationId="{DFF41957-CB66-48E8-B537-EBB53B6785F9}"/>
          </ac:spMkLst>
        </pc:spChg>
        <pc:spChg chg="add del">
          <ac:chgData name="Katie HARRISON" userId="S::kfharrison@wisc.edu::f5e22dcb-aa54-4825-b422-a6b74624f705" providerId="AD" clId="Web-{289F4B1C-4475-A401-648E-D3095B01065F}" dt="2022-08-09T02:26:20.668" v="7"/>
          <ac:spMkLst>
            <pc:docMk/>
            <pc:sldMk cId="861447989" sldId="266"/>
            <ac:spMk id="90" creationId="{801E4ADA-0EA9-4930-846E-3C11E8BED6DD}"/>
          </ac:spMkLst>
        </pc:spChg>
        <pc:spChg chg="add del">
          <ac:chgData name="Katie HARRISON" userId="S::kfharrison@wisc.edu::f5e22dcb-aa54-4825-b422-a6b74624f705" providerId="AD" clId="Web-{289F4B1C-4475-A401-648E-D3095B01065F}" dt="2022-08-09T02:26:20.668" v="7"/>
          <ac:spMkLst>
            <pc:docMk/>
            <pc:sldMk cId="861447989" sldId="266"/>
            <ac:spMk id="92" creationId="{FB92FFCE-0C90-454E-AA25-D4EE9A6C39C5}"/>
          </ac:spMkLst>
        </pc:spChg>
        <pc:spChg chg="add del">
          <ac:chgData name="Katie HARRISON" userId="S::kfharrison@wisc.edu::f5e22dcb-aa54-4825-b422-a6b74624f705" providerId="AD" clId="Web-{289F4B1C-4475-A401-648E-D3095B01065F}" dt="2022-08-09T02:26:24.089" v="9"/>
          <ac:spMkLst>
            <pc:docMk/>
            <pc:sldMk cId="861447989" sldId="266"/>
            <ac:spMk id="94" creationId="{074B4F7D-14B2-478B-8BF5-01E4E0C5D263}"/>
          </ac:spMkLst>
        </pc:spChg>
        <pc:spChg chg="add del">
          <ac:chgData name="Katie HARRISON" userId="S::kfharrison@wisc.edu::f5e22dcb-aa54-4825-b422-a6b74624f705" providerId="AD" clId="Web-{289F4B1C-4475-A401-648E-D3095B01065F}" dt="2022-08-09T02:26:24.089" v="9"/>
          <ac:spMkLst>
            <pc:docMk/>
            <pc:sldMk cId="861447989" sldId="266"/>
            <ac:spMk id="95" creationId="{2D6FBB9D-1CAA-4D05-AB33-BABDFE17B843}"/>
          </ac:spMkLst>
        </pc:spChg>
        <pc:spChg chg="add del">
          <ac:chgData name="Katie HARRISON" userId="S::kfharrison@wisc.edu::f5e22dcb-aa54-4825-b422-a6b74624f705" providerId="AD" clId="Web-{289F4B1C-4475-A401-648E-D3095B01065F}" dt="2022-08-09T02:26:24.089" v="9"/>
          <ac:spMkLst>
            <pc:docMk/>
            <pc:sldMk cId="861447989" sldId="266"/>
            <ac:spMk id="96" creationId="{04727B71-B4B6-4823-80A1-68C40B475118}"/>
          </ac:spMkLst>
        </pc:spChg>
        <pc:spChg chg="add del">
          <ac:chgData name="Katie HARRISON" userId="S::kfharrison@wisc.edu::f5e22dcb-aa54-4825-b422-a6b74624f705" providerId="AD" clId="Web-{289F4B1C-4475-A401-648E-D3095B01065F}" dt="2022-08-09T02:26:24.089" v="9"/>
          <ac:spMkLst>
            <pc:docMk/>
            <pc:sldMk cId="861447989" sldId="266"/>
            <ac:spMk id="97" creationId="{79A6DB05-9FB5-4B07-8675-74C23D4FD89D}"/>
          </ac:spMkLst>
        </pc:spChg>
        <pc:spChg chg="add del">
          <ac:chgData name="Katie HARRISON" userId="S::kfharrison@wisc.edu::f5e22dcb-aa54-4825-b422-a6b74624f705" providerId="AD" clId="Web-{289F4B1C-4475-A401-648E-D3095B01065F}" dt="2022-08-09T02:26:24.089" v="9"/>
          <ac:spMkLst>
            <pc:docMk/>
            <pc:sldMk cId="861447989" sldId="266"/>
            <ac:spMk id="98" creationId="{DAF1966E-FD40-4A4A-B61B-C4DF7FA05F06}"/>
          </ac:spMkLst>
        </pc:spChg>
        <pc:spChg chg="add del">
          <ac:chgData name="Katie HARRISON" userId="S::kfharrison@wisc.edu::f5e22dcb-aa54-4825-b422-a6b74624f705" providerId="AD" clId="Web-{289F4B1C-4475-A401-648E-D3095B01065F}" dt="2022-08-09T02:26:24.089" v="9"/>
          <ac:spMkLst>
            <pc:docMk/>
            <pc:sldMk cId="861447989" sldId="266"/>
            <ac:spMk id="99" creationId="{047BFA19-D45E-416B-A404-7AF2F3F27017}"/>
          </ac:spMkLst>
        </pc:spChg>
        <pc:spChg chg="add del">
          <ac:chgData name="Katie HARRISON" userId="S::kfharrison@wisc.edu::f5e22dcb-aa54-4825-b422-a6b74624f705" providerId="AD" clId="Web-{289F4B1C-4475-A401-648E-D3095B01065F}" dt="2022-08-09T02:26:24.089" v="9"/>
          <ac:spMkLst>
            <pc:docMk/>
            <pc:sldMk cId="861447989" sldId="266"/>
            <ac:spMk id="100" creationId="{8E0105E7-23DB-4CF2-8258-FF47C7620F6E}"/>
          </ac:spMkLst>
        </pc:spChg>
        <pc:spChg chg="add">
          <ac:chgData name="Katie HARRISON" userId="S::kfharrison@wisc.edu::f5e22dcb-aa54-4825-b422-a6b74624f705" providerId="AD" clId="Web-{289F4B1C-4475-A401-648E-D3095B01065F}" dt="2022-08-09T02:26:24.105" v="10"/>
          <ac:spMkLst>
            <pc:docMk/>
            <pc:sldMk cId="861447989" sldId="266"/>
            <ac:spMk id="102" creationId="{2D6FBB9D-1CAA-4D05-AB33-BABDFE17B843}"/>
          </ac:spMkLst>
        </pc:spChg>
        <pc:spChg chg="add">
          <ac:chgData name="Katie HARRISON" userId="S::kfharrison@wisc.edu::f5e22dcb-aa54-4825-b422-a6b74624f705" providerId="AD" clId="Web-{289F4B1C-4475-A401-648E-D3095B01065F}" dt="2022-08-09T02:26:24.105" v="10"/>
          <ac:spMkLst>
            <pc:docMk/>
            <pc:sldMk cId="861447989" sldId="266"/>
            <ac:spMk id="103" creationId="{04727B71-B4B6-4823-80A1-68C40B475118}"/>
          </ac:spMkLst>
        </pc:spChg>
        <pc:spChg chg="add">
          <ac:chgData name="Katie HARRISON" userId="S::kfharrison@wisc.edu::f5e22dcb-aa54-4825-b422-a6b74624f705" providerId="AD" clId="Web-{289F4B1C-4475-A401-648E-D3095B01065F}" dt="2022-08-09T02:26:24.105" v="10"/>
          <ac:spMkLst>
            <pc:docMk/>
            <pc:sldMk cId="861447989" sldId="266"/>
            <ac:spMk id="104" creationId="{79A6DB05-9FB5-4B07-8675-74C23D4FD89D}"/>
          </ac:spMkLst>
        </pc:spChg>
        <pc:spChg chg="add">
          <ac:chgData name="Katie HARRISON" userId="S::kfharrison@wisc.edu::f5e22dcb-aa54-4825-b422-a6b74624f705" providerId="AD" clId="Web-{289F4B1C-4475-A401-648E-D3095B01065F}" dt="2022-08-09T02:26:24.105" v="10"/>
          <ac:spMkLst>
            <pc:docMk/>
            <pc:sldMk cId="861447989" sldId="266"/>
            <ac:spMk id="105" creationId="{DFF41957-CB66-48E8-B537-EBB53B6785F9}"/>
          </ac:spMkLst>
        </pc:spChg>
        <pc:spChg chg="add">
          <ac:chgData name="Katie HARRISON" userId="S::kfharrison@wisc.edu::f5e22dcb-aa54-4825-b422-a6b74624f705" providerId="AD" clId="Web-{289F4B1C-4475-A401-648E-D3095B01065F}" dt="2022-08-09T02:26:24.105" v="10"/>
          <ac:spMkLst>
            <pc:docMk/>
            <pc:sldMk cId="861447989" sldId="266"/>
            <ac:spMk id="106" creationId="{801E4ADA-0EA9-4930-846E-3C11E8BED6DD}"/>
          </ac:spMkLst>
        </pc:spChg>
        <pc:spChg chg="add">
          <ac:chgData name="Katie HARRISON" userId="S::kfharrison@wisc.edu::f5e22dcb-aa54-4825-b422-a6b74624f705" providerId="AD" clId="Web-{289F4B1C-4475-A401-648E-D3095B01065F}" dt="2022-08-09T02:26:24.105" v="10"/>
          <ac:spMkLst>
            <pc:docMk/>
            <pc:sldMk cId="861447989" sldId="266"/>
            <ac:spMk id="107" creationId="{FB92FFCE-0C90-454E-AA25-D4EE9A6C39C5}"/>
          </ac:spMkLst>
        </pc:spChg>
        <pc:graphicFrameChg chg="add del">
          <ac:chgData name="Katie HARRISON" userId="S::kfharrison@wisc.edu::f5e22dcb-aa54-4825-b422-a6b74624f705" providerId="AD" clId="Web-{289F4B1C-4475-A401-648E-D3095B01065F}" dt="2022-08-09T02:25:32.011" v="4"/>
          <ac:graphicFrameMkLst>
            <pc:docMk/>
            <pc:sldMk cId="861447989" sldId="266"/>
            <ac:graphicFrameMk id="69" creationId="{974876E5-F7D1-BEDE-0F0D-3AC84E172320}"/>
          </ac:graphicFrameMkLst>
        </pc:graphicFrameChg>
        <pc:picChg chg="del">
          <ac:chgData name="Katie HARRISON" userId="S::kfharrison@wisc.edu::f5e22dcb-aa54-4825-b422-a6b74624f705" providerId="AD" clId="Web-{289F4B1C-4475-A401-648E-D3095B01065F}" dt="2022-08-09T02:25:13.214" v="0"/>
          <ac:picMkLst>
            <pc:docMk/>
            <pc:sldMk cId="861447989" sldId="266"/>
            <ac:picMk id="30" creationId="{9E162BA0-6BEC-3376-3360-C099E9A053DE}"/>
          </ac:picMkLst>
        </pc:picChg>
        <pc:picChg chg="add del">
          <ac:chgData name="Katie HARRISON" userId="S::kfharrison@wisc.edu::f5e22dcb-aa54-4825-b422-a6b74624f705" providerId="AD" clId="Web-{289F4B1C-4475-A401-648E-D3095B01065F}" dt="2022-08-09T02:25:22.339" v="2"/>
          <ac:picMkLst>
            <pc:docMk/>
            <pc:sldMk cId="861447989" sldId="266"/>
            <ac:picMk id="36" creationId="{5BCC2B6F-3C22-FE0D-7A7F-250685748A39}"/>
          </ac:picMkLst>
        </pc:picChg>
      </pc:sldChg>
      <pc:sldChg chg="addSp delSp modSp new mod setBg">
        <pc:chgData name="Katie HARRISON" userId="S::kfharrison@wisc.edu::f5e22dcb-aa54-4825-b422-a6b74624f705" providerId="AD" clId="Web-{289F4B1C-4475-A401-648E-D3095B01065F}" dt="2022-08-09T03:16:51.261" v="51"/>
        <pc:sldMkLst>
          <pc:docMk/>
          <pc:sldMk cId="469208456" sldId="268"/>
        </pc:sldMkLst>
        <pc:spChg chg="mod">
          <ac:chgData name="Katie HARRISON" userId="S::kfharrison@wisc.edu::f5e22dcb-aa54-4825-b422-a6b74624f705" providerId="AD" clId="Web-{289F4B1C-4475-A401-648E-D3095B01065F}" dt="2022-08-09T03:16:51.261" v="51"/>
          <ac:spMkLst>
            <pc:docMk/>
            <pc:sldMk cId="469208456" sldId="268"/>
            <ac:spMk id="2" creationId="{658E19D1-5AD0-4FF0-ADE9-CE82E1E940A9}"/>
          </ac:spMkLst>
        </pc:spChg>
        <pc:spChg chg="del">
          <ac:chgData name="Katie HARRISON" userId="S::kfharrison@wisc.edu::f5e22dcb-aa54-4825-b422-a6b74624f705" providerId="AD" clId="Web-{289F4B1C-4475-A401-648E-D3095B01065F}" dt="2022-08-09T02:51:48.615" v="21"/>
          <ac:spMkLst>
            <pc:docMk/>
            <pc:sldMk cId="469208456" sldId="268"/>
            <ac:spMk id="3" creationId="{C12E1C9E-0ED3-1ACF-3D1C-3A5B90BE9EF4}"/>
          </ac:spMkLst>
        </pc:spChg>
        <pc:spChg chg="mod ord">
          <ac:chgData name="Katie HARRISON" userId="S::kfharrison@wisc.edu::f5e22dcb-aa54-4825-b422-a6b74624f705" providerId="AD" clId="Web-{289F4B1C-4475-A401-648E-D3095B01065F}" dt="2022-08-09T03:16:51.261" v="51"/>
          <ac:spMkLst>
            <pc:docMk/>
            <pc:sldMk cId="469208456" sldId="268"/>
            <ac:spMk id="4" creationId="{B6B1F0D6-FE62-8D84-369A-241A9FD73403}"/>
          </ac:spMkLst>
        </pc:spChg>
        <pc:spChg chg="add del mod">
          <ac:chgData name="Katie HARRISON" userId="S::kfharrison@wisc.edu::f5e22dcb-aa54-4825-b422-a6b74624f705" providerId="AD" clId="Web-{289F4B1C-4475-A401-648E-D3095B01065F}" dt="2022-08-09T03:16:38.152" v="48"/>
          <ac:spMkLst>
            <pc:docMk/>
            <pc:sldMk cId="469208456" sldId="268"/>
            <ac:spMk id="6" creationId="{AE251F67-EA2D-A3CC-1F79-76D1D56E25C6}"/>
          </ac:spMkLst>
        </pc:spChg>
        <pc:spChg chg="add">
          <ac:chgData name="Katie HARRISON" userId="S::kfharrison@wisc.edu::f5e22dcb-aa54-4825-b422-a6b74624f705" providerId="AD" clId="Web-{289F4B1C-4475-A401-648E-D3095B01065F}" dt="2022-08-09T03:16:51.261" v="51"/>
          <ac:spMkLst>
            <pc:docMk/>
            <pc:sldMk cId="469208456" sldId="268"/>
            <ac:spMk id="10" creationId="{2D6FBB9D-1CAA-4D05-AB33-BABDFE17B843}"/>
          </ac:spMkLst>
        </pc:spChg>
        <pc:spChg chg="add">
          <ac:chgData name="Katie HARRISON" userId="S::kfharrison@wisc.edu::f5e22dcb-aa54-4825-b422-a6b74624f705" providerId="AD" clId="Web-{289F4B1C-4475-A401-648E-D3095B01065F}" dt="2022-08-09T03:16:51.261" v="51"/>
          <ac:spMkLst>
            <pc:docMk/>
            <pc:sldMk cId="469208456" sldId="268"/>
            <ac:spMk id="12" creationId="{04727B71-B4B6-4823-80A1-68C40B475118}"/>
          </ac:spMkLst>
        </pc:spChg>
        <pc:spChg chg="add">
          <ac:chgData name="Katie HARRISON" userId="S::kfharrison@wisc.edu::f5e22dcb-aa54-4825-b422-a6b74624f705" providerId="AD" clId="Web-{289F4B1C-4475-A401-648E-D3095B01065F}" dt="2022-08-09T03:16:51.261" v="51"/>
          <ac:spMkLst>
            <pc:docMk/>
            <pc:sldMk cId="469208456" sldId="268"/>
            <ac:spMk id="14" creationId="{79A6DB05-9FB5-4B07-8675-74C23D4FD89D}"/>
          </ac:spMkLst>
        </pc:spChg>
        <pc:spChg chg="add">
          <ac:chgData name="Katie HARRISON" userId="S::kfharrison@wisc.edu::f5e22dcb-aa54-4825-b422-a6b74624f705" providerId="AD" clId="Web-{289F4B1C-4475-A401-648E-D3095B01065F}" dt="2022-08-09T03:16:51.261" v="51"/>
          <ac:spMkLst>
            <pc:docMk/>
            <pc:sldMk cId="469208456" sldId="268"/>
            <ac:spMk id="16" creationId="{6D24BC9E-AC6A-42EE-AFD8-B290720B841F}"/>
          </ac:spMkLst>
        </pc:spChg>
        <pc:spChg chg="add">
          <ac:chgData name="Katie HARRISON" userId="S::kfharrison@wisc.edu::f5e22dcb-aa54-4825-b422-a6b74624f705" providerId="AD" clId="Web-{289F4B1C-4475-A401-648E-D3095B01065F}" dt="2022-08-09T03:16:51.261" v="51"/>
          <ac:spMkLst>
            <pc:docMk/>
            <pc:sldMk cId="469208456" sldId="268"/>
            <ac:spMk id="18" creationId="{0990C621-3B8B-4820-8328-D47EF7CE823C}"/>
          </ac:spMkLst>
        </pc:spChg>
        <pc:spChg chg="add">
          <ac:chgData name="Katie HARRISON" userId="S::kfharrison@wisc.edu::f5e22dcb-aa54-4825-b422-a6b74624f705" providerId="AD" clId="Web-{289F4B1C-4475-A401-648E-D3095B01065F}" dt="2022-08-09T03:16:51.261" v="51"/>
          <ac:spMkLst>
            <pc:docMk/>
            <pc:sldMk cId="469208456" sldId="268"/>
            <ac:spMk id="20" creationId="{C1A2385B-1D2A-4E17-84FA-6CB7F0AAE473}"/>
          </ac:spMkLst>
        </pc:spChg>
        <pc:spChg chg="add">
          <ac:chgData name="Katie HARRISON" userId="S::kfharrison@wisc.edu::f5e22dcb-aa54-4825-b422-a6b74624f705" providerId="AD" clId="Web-{289F4B1C-4475-A401-648E-D3095B01065F}" dt="2022-08-09T03:16:51.261" v="51"/>
          <ac:spMkLst>
            <pc:docMk/>
            <pc:sldMk cId="469208456" sldId="268"/>
            <ac:spMk id="22" creationId="{5E791F2F-79DB-4CC0-9FA1-001E3E91E8B7}"/>
          </ac:spMkLst>
        </pc:spChg>
        <pc:picChg chg="add mod">
          <ac:chgData name="Katie HARRISON" userId="S::kfharrison@wisc.edu::f5e22dcb-aa54-4825-b422-a6b74624f705" providerId="AD" clId="Web-{289F4B1C-4475-A401-648E-D3095B01065F}" dt="2022-08-09T03:16:51.261" v="51"/>
          <ac:picMkLst>
            <pc:docMk/>
            <pc:sldMk cId="469208456" sldId="268"/>
            <ac:picMk id="3" creationId="{39175A3D-8E58-5E0A-0CE7-A9D5BB5EC579}"/>
          </ac:picMkLst>
        </pc:picChg>
        <pc:picChg chg="add mod ord modCrop">
          <ac:chgData name="Katie HARRISON" userId="S::kfharrison@wisc.edu::f5e22dcb-aa54-4825-b422-a6b74624f705" providerId="AD" clId="Web-{289F4B1C-4475-A401-648E-D3095B01065F}" dt="2022-08-09T03:16:51.261" v="51"/>
          <ac:picMkLst>
            <pc:docMk/>
            <pc:sldMk cId="469208456" sldId="268"/>
            <ac:picMk id="5" creationId="{D0729F8A-3B40-8482-34A9-DBE2B1183EBE}"/>
          </ac:picMkLst>
        </pc:picChg>
      </pc:sldChg>
    </pc:docChg>
  </pc:docChgLst>
  <pc:docChgLst>
    <pc:chgData name="Katie HARRISON" userId="S::kfharrison@wisc.edu::f5e22dcb-aa54-4825-b422-a6b74624f705" providerId="AD" clId="Web-{D4FCB9E7-F5CA-75A7-234E-9A8B9BD7B05C}"/>
    <pc:docChg chg="addSld delSld modSld sldOrd">
      <pc:chgData name="Katie HARRISON" userId="S::kfharrison@wisc.edu::f5e22dcb-aa54-4825-b422-a6b74624f705" providerId="AD" clId="Web-{D4FCB9E7-F5CA-75A7-234E-9A8B9BD7B05C}" dt="2022-08-16T03:43:06.078" v="852" actId="20577"/>
      <pc:docMkLst>
        <pc:docMk/>
      </pc:docMkLst>
      <pc:sldChg chg="addSp delSp modSp">
        <pc:chgData name="Katie HARRISON" userId="S::kfharrison@wisc.edu::f5e22dcb-aa54-4825-b422-a6b74624f705" providerId="AD" clId="Web-{D4FCB9E7-F5CA-75A7-234E-9A8B9BD7B05C}" dt="2022-08-16T00:47:35.219" v="97" actId="20577"/>
        <pc:sldMkLst>
          <pc:docMk/>
          <pc:sldMk cId="2509158788" sldId="259"/>
        </pc:sldMkLst>
        <pc:spChg chg="mod">
          <ac:chgData name="Katie HARRISON" userId="S::kfharrison@wisc.edu::f5e22dcb-aa54-4825-b422-a6b74624f705" providerId="AD" clId="Web-{D4FCB9E7-F5CA-75A7-234E-9A8B9BD7B05C}" dt="2022-08-16T00:41:01.692" v="12"/>
          <ac:spMkLst>
            <pc:docMk/>
            <pc:sldMk cId="2509158788" sldId="259"/>
            <ac:spMk id="4" creationId="{05DB6340-162A-4892-7705-8487110AA7DD}"/>
          </ac:spMkLst>
        </pc:spChg>
        <pc:spChg chg="del mod">
          <ac:chgData name="Katie HARRISON" userId="S::kfharrison@wisc.edu::f5e22dcb-aa54-4825-b422-a6b74624f705" providerId="AD" clId="Web-{D4FCB9E7-F5CA-75A7-234E-9A8B9BD7B05C}" dt="2022-08-16T00:42:07.394" v="21"/>
          <ac:spMkLst>
            <pc:docMk/>
            <pc:sldMk cId="2509158788" sldId="259"/>
            <ac:spMk id="6" creationId="{26E627B6-E347-D3BC-C8F1-679C9298787D}"/>
          </ac:spMkLst>
        </pc:spChg>
        <pc:spChg chg="del mod">
          <ac:chgData name="Katie HARRISON" userId="S::kfharrison@wisc.edu::f5e22dcb-aa54-4825-b422-a6b74624f705" providerId="AD" clId="Web-{D4FCB9E7-F5CA-75A7-234E-9A8B9BD7B05C}" dt="2022-08-16T00:40:37.473" v="3"/>
          <ac:spMkLst>
            <pc:docMk/>
            <pc:sldMk cId="2509158788" sldId="259"/>
            <ac:spMk id="7" creationId="{E23D956F-739A-CDF3-E721-FBE4596D5A98}"/>
          </ac:spMkLst>
        </pc:spChg>
        <pc:spChg chg="del">
          <ac:chgData name="Katie HARRISON" userId="S::kfharrison@wisc.edu::f5e22dcb-aa54-4825-b422-a6b74624f705" providerId="AD" clId="Web-{D4FCB9E7-F5CA-75A7-234E-9A8B9BD7B05C}" dt="2022-08-16T00:40:43.005" v="6"/>
          <ac:spMkLst>
            <pc:docMk/>
            <pc:sldMk cId="2509158788" sldId="259"/>
            <ac:spMk id="8" creationId="{1359C2ED-CB84-24C4-3AA5-481F3C6D07F1}"/>
          </ac:spMkLst>
        </pc:spChg>
        <pc:spChg chg="del">
          <ac:chgData name="Katie HARRISON" userId="S::kfharrison@wisc.edu::f5e22dcb-aa54-4825-b422-a6b74624f705" providerId="AD" clId="Web-{D4FCB9E7-F5CA-75A7-234E-9A8B9BD7B05C}" dt="2022-08-16T00:40:39.364" v="4"/>
          <ac:spMkLst>
            <pc:docMk/>
            <pc:sldMk cId="2509158788" sldId="259"/>
            <ac:spMk id="9" creationId="{1465B312-B934-94C7-01E8-66AA03B420D4}"/>
          </ac:spMkLst>
        </pc:spChg>
        <pc:spChg chg="del">
          <ac:chgData name="Katie HARRISON" userId="S::kfharrison@wisc.edu::f5e22dcb-aa54-4825-b422-a6b74624f705" providerId="AD" clId="Web-{D4FCB9E7-F5CA-75A7-234E-9A8B9BD7B05C}" dt="2022-08-16T00:40:45.427" v="7"/>
          <ac:spMkLst>
            <pc:docMk/>
            <pc:sldMk cId="2509158788" sldId="259"/>
            <ac:spMk id="11" creationId="{00A2C650-F8E4-752E-B572-9C21F9C9BE27}"/>
          </ac:spMkLst>
        </pc:spChg>
        <pc:spChg chg="add mod">
          <ac:chgData name="Katie HARRISON" userId="S::kfharrison@wisc.edu::f5e22dcb-aa54-4825-b422-a6b74624f705" providerId="AD" clId="Web-{D4FCB9E7-F5CA-75A7-234E-9A8B9BD7B05C}" dt="2022-08-16T00:47:35.219" v="97" actId="20577"/>
          <ac:spMkLst>
            <pc:docMk/>
            <pc:sldMk cId="2509158788" sldId="259"/>
            <ac:spMk id="14" creationId="{028A2518-4583-BB29-F48B-C2A2F2E35B4E}"/>
          </ac:spMkLst>
        </pc:spChg>
        <pc:spChg chg="add del mod">
          <ac:chgData name="Katie HARRISON" userId="S::kfharrison@wisc.edu::f5e22dcb-aa54-4825-b422-a6b74624f705" providerId="AD" clId="Web-{D4FCB9E7-F5CA-75A7-234E-9A8B9BD7B05C}" dt="2022-08-16T00:45:25.330" v="68"/>
          <ac:spMkLst>
            <pc:docMk/>
            <pc:sldMk cId="2509158788" sldId="259"/>
            <ac:spMk id="15" creationId="{27470759-A1D7-8D72-99BC-05E2996D017B}"/>
          </ac:spMkLst>
        </pc:spChg>
        <pc:spChg chg="del">
          <ac:chgData name="Katie HARRISON" userId="S::kfharrison@wisc.edu::f5e22dcb-aa54-4825-b422-a6b74624f705" providerId="AD" clId="Web-{D4FCB9E7-F5CA-75A7-234E-9A8B9BD7B05C}" dt="2022-08-16T00:41:01.692" v="12"/>
          <ac:spMkLst>
            <pc:docMk/>
            <pc:sldMk cId="2509158788" sldId="259"/>
            <ac:spMk id="45" creationId="{385E1BDC-A9B0-4A87-82E3-F3187F69A802}"/>
          </ac:spMkLst>
        </pc:spChg>
        <pc:spChg chg="del">
          <ac:chgData name="Katie HARRISON" userId="S::kfharrison@wisc.edu::f5e22dcb-aa54-4825-b422-a6b74624f705" providerId="AD" clId="Web-{D4FCB9E7-F5CA-75A7-234E-9A8B9BD7B05C}" dt="2022-08-16T00:41:01.692" v="12"/>
          <ac:spMkLst>
            <pc:docMk/>
            <pc:sldMk cId="2509158788" sldId="259"/>
            <ac:spMk id="47" creationId="{0990C621-3B8B-4820-8328-D47EF7CE823C}"/>
          </ac:spMkLst>
        </pc:spChg>
        <pc:spChg chg="del">
          <ac:chgData name="Katie HARRISON" userId="S::kfharrison@wisc.edu::f5e22dcb-aa54-4825-b422-a6b74624f705" providerId="AD" clId="Web-{D4FCB9E7-F5CA-75A7-234E-9A8B9BD7B05C}" dt="2022-08-16T00:41:01.692" v="12"/>
          <ac:spMkLst>
            <pc:docMk/>
            <pc:sldMk cId="2509158788" sldId="259"/>
            <ac:spMk id="49" creationId="{C1A2385B-1D2A-4E17-84FA-6CB7F0AAE473}"/>
          </ac:spMkLst>
        </pc:spChg>
        <pc:spChg chg="del">
          <ac:chgData name="Katie HARRISON" userId="S::kfharrison@wisc.edu::f5e22dcb-aa54-4825-b422-a6b74624f705" providerId="AD" clId="Web-{D4FCB9E7-F5CA-75A7-234E-9A8B9BD7B05C}" dt="2022-08-16T00:41:01.692" v="12"/>
          <ac:spMkLst>
            <pc:docMk/>
            <pc:sldMk cId="2509158788" sldId="259"/>
            <ac:spMk id="51" creationId="{5E791F2F-79DB-4CC0-9FA1-001E3E91E8B7}"/>
          </ac:spMkLst>
        </pc:spChg>
        <pc:spChg chg="add del">
          <ac:chgData name="Katie HARRISON" userId="S::kfharrison@wisc.edu::f5e22dcb-aa54-4825-b422-a6b74624f705" providerId="AD" clId="Web-{D4FCB9E7-F5CA-75A7-234E-9A8B9BD7B05C}" dt="2022-08-16T00:41:17.926" v="14"/>
          <ac:spMkLst>
            <pc:docMk/>
            <pc:sldMk cId="2509158788" sldId="259"/>
            <ac:spMk id="53" creationId="{8D06CE56-3881-4ADA-8CEF-D18B02C242A3}"/>
          </ac:spMkLst>
        </pc:spChg>
        <pc:spChg chg="add del">
          <ac:chgData name="Katie HARRISON" userId="S::kfharrison@wisc.edu::f5e22dcb-aa54-4825-b422-a6b74624f705" providerId="AD" clId="Web-{D4FCB9E7-F5CA-75A7-234E-9A8B9BD7B05C}" dt="2022-08-16T00:41:17.926" v="14"/>
          <ac:spMkLst>
            <pc:docMk/>
            <pc:sldMk cId="2509158788" sldId="259"/>
            <ac:spMk id="55" creationId="{79F3C543-62EC-4433-9C93-A2CD8764E9B4}"/>
          </ac:spMkLst>
        </pc:spChg>
        <pc:spChg chg="add del">
          <ac:chgData name="Katie HARRISON" userId="S::kfharrison@wisc.edu::f5e22dcb-aa54-4825-b422-a6b74624f705" providerId="AD" clId="Web-{D4FCB9E7-F5CA-75A7-234E-9A8B9BD7B05C}" dt="2022-08-16T00:41:17.926" v="14"/>
          <ac:spMkLst>
            <pc:docMk/>
            <pc:sldMk cId="2509158788" sldId="259"/>
            <ac:spMk id="57" creationId="{D7D03296-BABA-47AD-A5D5-ED156727016E}"/>
          </ac:spMkLst>
        </pc:spChg>
        <pc:spChg chg="add del">
          <ac:chgData name="Katie HARRISON" userId="S::kfharrison@wisc.edu::f5e22dcb-aa54-4825-b422-a6b74624f705" providerId="AD" clId="Web-{D4FCB9E7-F5CA-75A7-234E-9A8B9BD7B05C}" dt="2022-08-16T00:41:17.926" v="14"/>
          <ac:spMkLst>
            <pc:docMk/>
            <pc:sldMk cId="2509158788" sldId="259"/>
            <ac:spMk id="59" creationId="{284A8429-F65A-490D-96E4-1158D3E8A026}"/>
          </ac:spMkLst>
        </pc:spChg>
        <pc:spChg chg="add del">
          <ac:chgData name="Katie HARRISON" userId="S::kfharrison@wisc.edu::f5e22dcb-aa54-4825-b422-a6b74624f705" providerId="AD" clId="Web-{D4FCB9E7-F5CA-75A7-234E-9A8B9BD7B05C}" dt="2022-08-16T00:41:17.926" v="14"/>
          <ac:spMkLst>
            <pc:docMk/>
            <pc:sldMk cId="2509158788" sldId="259"/>
            <ac:spMk id="67" creationId="{0F022291-A82B-4D23-A1E0-5F9BD684669E}"/>
          </ac:spMkLst>
        </pc:spChg>
        <pc:spChg chg="add">
          <ac:chgData name="Katie HARRISON" userId="S::kfharrison@wisc.edu::f5e22dcb-aa54-4825-b422-a6b74624f705" providerId="AD" clId="Web-{D4FCB9E7-F5CA-75A7-234E-9A8B9BD7B05C}" dt="2022-08-16T00:41:17.926" v="14"/>
          <ac:spMkLst>
            <pc:docMk/>
            <pc:sldMk cId="2509158788" sldId="259"/>
            <ac:spMk id="74" creationId="{79F3C543-62EC-4433-9C93-A2CD8764E9B4}"/>
          </ac:spMkLst>
        </pc:spChg>
        <pc:spChg chg="add">
          <ac:chgData name="Katie HARRISON" userId="S::kfharrison@wisc.edu::f5e22dcb-aa54-4825-b422-a6b74624f705" providerId="AD" clId="Web-{D4FCB9E7-F5CA-75A7-234E-9A8B9BD7B05C}" dt="2022-08-16T00:41:17.926" v="14"/>
          <ac:spMkLst>
            <pc:docMk/>
            <pc:sldMk cId="2509158788" sldId="259"/>
            <ac:spMk id="75" creationId="{8D06CE56-3881-4ADA-8CEF-D18B02C242A3}"/>
          </ac:spMkLst>
        </pc:spChg>
        <pc:spChg chg="add">
          <ac:chgData name="Katie HARRISON" userId="S::kfharrison@wisc.edu::f5e22dcb-aa54-4825-b422-a6b74624f705" providerId="AD" clId="Web-{D4FCB9E7-F5CA-75A7-234E-9A8B9BD7B05C}" dt="2022-08-16T00:41:17.926" v="14"/>
          <ac:spMkLst>
            <pc:docMk/>
            <pc:sldMk cId="2509158788" sldId="259"/>
            <ac:spMk id="76" creationId="{D7D03296-BABA-47AD-A5D5-ED156727016E}"/>
          </ac:spMkLst>
        </pc:spChg>
        <pc:spChg chg="add">
          <ac:chgData name="Katie HARRISON" userId="S::kfharrison@wisc.edu::f5e22dcb-aa54-4825-b422-a6b74624f705" providerId="AD" clId="Web-{D4FCB9E7-F5CA-75A7-234E-9A8B9BD7B05C}" dt="2022-08-16T00:41:17.926" v="14"/>
          <ac:spMkLst>
            <pc:docMk/>
            <pc:sldMk cId="2509158788" sldId="259"/>
            <ac:spMk id="77" creationId="{284A8429-F65A-490D-96E4-1158D3E8A026}"/>
          </ac:spMkLst>
        </pc:spChg>
        <pc:spChg chg="add">
          <ac:chgData name="Katie HARRISON" userId="S::kfharrison@wisc.edu::f5e22dcb-aa54-4825-b422-a6b74624f705" providerId="AD" clId="Web-{D4FCB9E7-F5CA-75A7-234E-9A8B9BD7B05C}" dt="2022-08-16T00:41:17.926" v="14"/>
          <ac:spMkLst>
            <pc:docMk/>
            <pc:sldMk cId="2509158788" sldId="259"/>
            <ac:spMk id="79" creationId="{0F022291-A82B-4D23-A1E0-5F9BD684669E}"/>
          </ac:spMkLst>
        </pc:spChg>
        <pc:picChg chg="add mod ord">
          <ac:chgData name="Katie HARRISON" userId="S::kfharrison@wisc.edu::f5e22dcb-aa54-4825-b422-a6b74624f705" providerId="AD" clId="Web-{D4FCB9E7-F5CA-75A7-234E-9A8B9BD7B05C}" dt="2022-08-16T00:41:01.692" v="12"/>
          <ac:picMkLst>
            <pc:docMk/>
            <pc:sldMk cId="2509158788" sldId="259"/>
            <ac:picMk id="3" creationId="{56686891-F6FE-FDEB-3343-CF53B94CE25C}"/>
          </ac:picMkLst>
        </pc:picChg>
        <pc:picChg chg="del">
          <ac:chgData name="Katie HARRISON" userId="S::kfharrison@wisc.edu::f5e22dcb-aa54-4825-b422-a6b74624f705" providerId="AD" clId="Web-{D4FCB9E7-F5CA-75A7-234E-9A8B9BD7B05C}" dt="2022-08-16T00:40:40.911" v="5"/>
          <ac:picMkLst>
            <pc:docMk/>
            <pc:sldMk cId="2509158788" sldId="259"/>
            <ac:picMk id="10" creationId="{3B256BFE-7D55-383C-3D5D-EA0B538E8689}"/>
          </ac:picMkLst>
        </pc:picChg>
        <pc:picChg chg="del">
          <ac:chgData name="Katie HARRISON" userId="S::kfharrison@wisc.edu::f5e22dcb-aa54-4825-b422-a6b74624f705" providerId="AD" clId="Web-{D4FCB9E7-F5CA-75A7-234E-9A8B9BD7B05C}" dt="2022-08-16T00:40:34.348" v="0"/>
          <ac:picMkLst>
            <pc:docMk/>
            <pc:sldMk cId="2509158788" sldId="259"/>
            <ac:picMk id="12" creationId="{E91B0DAB-AB5F-9C2E-8EC0-0AAEB3866CBC}"/>
          </ac:picMkLst>
        </pc:picChg>
        <pc:picChg chg="add mod ord">
          <ac:chgData name="Katie HARRISON" userId="S::kfharrison@wisc.edu::f5e22dcb-aa54-4825-b422-a6b74624f705" providerId="AD" clId="Web-{D4FCB9E7-F5CA-75A7-234E-9A8B9BD7B05C}" dt="2022-08-16T00:41:01.692" v="12"/>
          <ac:picMkLst>
            <pc:docMk/>
            <pc:sldMk cId="2509158788" sldId="259"/>
            <ac:picMk id="13" creationId="{70C014CA-3AA8-84B0-95F8-0885415C71B7}"/>
          </ac:picMkLst>
        </pc:picChg>
      </pc:sldChg>
      <pc:sldChg chg="add del">
        <pc:chgData name="Katie HARRISON" userId="S::kfharrison@wisc.edu::f5e22dcb-aa54-4825-b422-a6b74624f705" providerId="AD" clId="Web-{D4FCB9E7-F5CA-75A7-234E-9A8B9BD7B05C}" dt="2022-08-16T01:32:29.513" v="315"/>
        <pc:sldMkLst>
          <pc:docMk/>
          <pc:sldMk cId="2280647287" sldId="277"/>
        </pc:sldMkLst>
      </pc:sldChg>
      <pc:sldChg chg="addSp delSp modSp">
        <pc:chgData name="Katie HARRISON" userId="S::kfharrison@wisc.edu::f5e22dcb-aa54-4825-b422-a6b74624f705" providerId="AD" clId="Web-{D4FCB9E7-F5CA-75A7-234E-9A8B9BD7B05C}" dt="2022-08-16T01:33:39.876" v="356" actId="1076"/>
        <pc:sldMkLst>
          <pc:docMk/>
          <pc:sldMk cId="4217288977" sldId="278"/>
        </pc:sldMkLst>
        <pc:spChg chg="add mod">
          <ac:chgData name="Katie HARRISON" userId="S::kfharrison@wisc.edu::f5e22dcb-aa54-4825-b422-a6b74624f705" providerId="AD" clId="Web-{D4FCB9E7-F5CA-75A7-234E-9A8B9BD7B05C}" dt="2022-08-16T01:33:21.360" v="349" actId="14100"/>
          <ac:spMkLst>
            <pc:docMk/>
            <pc:sldMk cId="4217288977" sldId="278"/>
            <ac:spMk id="65" creationId="{8D211475-3824-0CC9-34C9-107B759C524B}"/>
          </ac:spMkLst>
        </pc:spChg>
        <pc:graphicFrameChg chg="del mod">
          <ac:chgData name="Katie HARRISON" userId="S::kfharrison@wisc.edu::f5e22dcb-aa54-4825-b422-a6b74624f705" providerId="AD" clId="Web-{D4FCB9E7-F5CA-75A7-234E-9A8B9BD7B05C}" dt="2022-08-16T01:30:13.217" v="270"/>
          <ac:graphicFrameMkLst>
            <pc:docMk/>
            <pc:sldMk cId="4217288977" sldId="278"/>
            <ac:graphicFrameMk id="22" creationId="{742337BF-A611-C6AE-9142-2B6E801135DB}"/>
          </ac:graphicFrameMkLst>
        </pc:graphicFrameChg>
        <pc:picChg chg="add del mod">
          <ac:chgData name="Katie HARRISON" userId="S::kfharrison@wisc.edu::f5e22dcb-aa54-4825-b422-a6b74624f705" providerId="AD" clId="Web-{D4FCB9E7-F5CA-75A7-234E-9A8B9BD7B05C}" dt="2022-08-16T01:30:36.139" v="274" actId="14100"/>
          <ac:picMkLst>
            <pc:docMk/>
            <pc:sldMk cId="4217288977" sldId="278"/>
            <ac:picMk id="93" creationId="{3CDDC4A5-7374-863D-C97F-447AAE4EF34F}"/>
          </ac:picMkLst>
        </pc:picChg>
        <pc:picChg chg="add del">
          <ac:chgData name="Katie HARRISON" userId="S::kfharrison@wisc.edu::f5e22dcb-aa54-4825-b422-a6b74624f705" providerId="AD" clId="Web-{D4FCB9E7-F5CA-75A7-234E-9A8B9BD7B05C}" dt="2022-08-16T01:31:22.670" v="295"/>
          <ac:picMkLst>
            <pc:docMk/>
            <pc:sldMk cId="4217288977" sldId="278"/>
            <ac:picMk id="104" creationId="{918977A7-7894-1FA3-7592-CD46DF5611CC}"/>
          </ac:picMkLst>
        </pc:picChg>
        <pc:picChg chg="add mod">
          <ac:chgData name="Katie HARRISON" userId="S::kfharrison@wisc.edu::f5e22dcb-aa54-4825-b422-a6b74624f705" providerId="AD" clId="Web-{D4FCB9E7-F5CA-75A7-234E-9A8B9BD7B05C}" dt="2022-08-16T01:33:28.126" v="352" actId="1076"/>
          <ac:picMkLst>
            <pc:docMk/>
            <pc:sldMk cId="4217288977" sldId="278"/>
            <ac:picMk id="106" creationId="{3C5B2B5C-7198-6471-6DCE-4F40EDB2A59C}"/>
          </ac:picMkLst>
        </pc:picChg>
        <pc:picChg chg="add mod">
          <ac:chgData name="Katie HARRISON" userId="S::kfharrison@wisc.edu::f5e22dcb-aa54-4825-b422-a6b74624f705" providerId="AD" clId="Web-{D4FCB9E7-F5CA-75A7-234E-9A8B9BD7B05C}" dt="2022-08-16T01:33:39.876" v="356" actId="1076"/>
          <ac:picMkLst>
            <pc:docMk/>
            <pc:sldMk cId="4217288977" sldId="278"/>
            <ac:picMk id="108" creationId="{037B3582-B2B7-9EC3-70AF-3FE5F6488D9F}"/>
          </ac:picMkLst>
        </pc:picChg>
        <pc:picChg chg="add mod">
          <ac:chgData name="Katie HARRISON" userId="S::kfharrison@wisc.edu::f5e22dcb-aa54-4825-b422-a6b74624f705" providerId="AD" clId="Web-{D4FCB9E7-F5CA-75A7-234E-9A8B9BD7B05C}" dt="2022-08-16T01:33:36.751" v="355" actId="1076"/>
          <ac:picMkLst>
            <pc:docMk/>
            <pc:sldMk cId="4217288977" sldId="278"/>
            <ac:picMk id="110" creationId="{5868081E-040B-AD49-6560-CB05F0D763C8}"/>
          </ac:picMkLst>
        </pc:picChg>
      </pc:sldChg>
      <pc:sldChg chg="addSp delSp modSp mod setBg">
        <pc:chgData name="Katie HARRISON" userId="S::kfharrison@wisc.edu::f5e22dcb-aa54-4825-b422-a6b74624f705" providerId="AD" clId="Web-{D4FCB9E7-F5CA-75A7-234E-9A8B9BD7B05C}" dt="2022-08-16T01:22:24.311" v="258"/>
        <pc:sldMkLst>
          <pc:docMk/>
          <pc:sldMk cId="1183662717" sldId="282"/>
        </pc:sldMkLst>
        <pc:spChg chg="del mod ord">
          <ac:chgData name="Katie HARRISON" userId="S::kfharrison@wisc.edu::f5e22dcb-aa54-4825-b422-a6b74624f705" providerId="AD" clId="Web-{D4FCB9E7-F5CA-75A7-234E-9A8B9BD7B05C}" dt="2022-08-16T01:09:15.959" v="230"/>
          <ac:spMkLst>
            <pc:docMk/>
            <pc:sldMk cId="1183662717" sldId="282"/>
            <ac:spMk id="4" creationId="{E81A02D8-BB7A-BDF1-9DB1-E97BA6501694}"/>
          </ac:spMkLst>
        </pc:spChg>
        <pc:spChg chg="mod ord">
          <ac:chgData name="Katie HARRISON" userId="S::kfharrison@wisc.edu::f5e22dcb-aa54-4825-b422-a6b74624f705" providerId="AD" clId="Web-{D4FCB9E7-F5CA-75A7-234E-9A8B9BD7B05C}" dt="2022-08-16T01:07:07.070" v="189"/>
          <ac:spMkLst>
            <pc:docMk/>
            <pc:sldMk cId="1183662717" sldId="282"/>
            <ac:spMk id="5" creationId="{5920129A-1430-0F79-A524-97D0B3536715}"/>
          </ac:spMkLst>
        </pc:spChg>
        <pc:spChg chg="mod">
          <ac:chgData name="Katie HARRISON" userId="S::kfharrison@wisc.edu::f5e22dcb-aa54-4825-b422-a6b74624f705" providerId="AD" clId="Web-{D4FCB9E7-F5CA-75A7-234E-9A8B9BD7B05C}" dt="2022-08-16T01:07:07.070" v="189"/>
          <ac:spMkLst>
            <pc:docMk/>
            <pc:sldMk cId="1183662717" sldId="282"/>
            <ac:spMk id="6" creationId="{DC5253B5-CD13-B669-180C-AD0A2FB17E76}"/>
          </ac:spMkLst>
        </pc:spChg>
        <pc:spChg chg="del">
          <ac:chgData name="Katie HARRISON" userId="S::kfharrison@wisc.edu::f5e22dcb-aa54-4825-b422-a6b74624f705" providerId="AD" clId="Web-{D4FCB9E7-F5CA-75A7-234E-9A8B9BD7B05C}" dt="2022-08-16T00:50:16.937" v="121"/>
          <ac:spMkLst>
            <pc:docMk/>
            <pc:sldMk cId="1183662717" sldId="282"/>
            <ac:spMk id="7" creationId="{DCA512CF-41D8-E3CC-681F-717EB6D77EDE}"/>
          </ac:spMkLst>
        </pc:spChg>
        <pc:spChg chg="add mod">
          <ac:chgData name="Katie HARRISON" userId="S::kfharrison@wisc.edu::f5e22dcb-aa54-4825-b422-a6b74624f705" providerId="AD" clId="Web-{D4FCB9E7-F5CA-75A7-234E-9A8B9BD7B05C}" dt="2022-08-16T01:11:49.364" v="256" actId="1076"/>
          <ac:spMkLst>
            <pc:docMk/>
            <pc:sldMk cId="1183662717" sldId="282"/>
            <ac:spMk id="43" creationId="{EFDEFD2A-6462-39DA-1CC7-834D7845410A}"/>
          </ac:spMkLst>
        </pc:spChg>
        <pc:spChg chg="add">
          <ac:chgData name="Katie HARRISON" userId="S::kfharrison@wisc.edu::f5e22dcb-aa54-4825-b422-a6b74624f705" providerId="AD" clId="Web-{D4FCB9E7-F5CA-75A7-234E-9A8B9BD7B05C}" dt="2022-08-16T01:07:07.070" v="189"/>
          <ac:spMkLst>
            <pc:docMk/>
            <pc:sldMk cId="1183662717" sldId="282"/>
            <ac:spMk id="44" creationId="{2D6FBB9D-1CAA-4D05-AB33-BABDFE17B843}"/>
          </ac:spMkLst>
        </pc:spChg>
        <pc:spChg chg="add">
          <ac:chgData name="Katie HARRISON" userId="S::kfharrison@wisc.edu::f5e22dcb-aa54-4825-b422-a6b74624f705" providerId="AD" clId="Web-{D4FCB9E7-F5CA-75A7-234E-9A8B9BD7B05C}" dt="2022-08-16T01:07:07.070" v="189"/>
          <ac:spMkLst>
            <pc:docMk/>
            <pc:sldMk cId="1183662717" sldId="282"/>
            <ac:spMk id="45" creationId="{04727B71-B4B6-4823-80A1-68C40B475118}"/>
          </ac:spMkLst>
        </pc:spChg>
        <pc:spChg chg="add">
          <ac:chgData name="Katie HARRISON" userId="S::kfharrison@wisc.edu::f5e22dcb-aa54-4825-b422-a6b74624f705" providerId="AD" clId="Web-{D4FCB9E7-F5CA-75A7-234E-9A8B9BD7B05C}" dt="2022-08-16T01:07:07.070" v="189"/>
          <ac:spMkLst>
            <pc:docMk/>
            <pc:sldMk cId="1183662717" sldId="282"/>
            <ac:spMk id="46" creationId="{79A6DB05-9FB5-4B07-8675-74C23D4FD89D}"/>
          </ac:spMkLst>
        </pc:spChg>
        <pc:spChg chg="add del">
          <ac:chgData name="Katie HARRISON" userId="S::kfharrison@wisc.edu::f5e22dcb-aa54-4825-b422-a6b74624f705" providerId="AD" clId="Web-{D4FCB9E7-F5CA-75A7-234E-9A8B9BD7B05C}" dt="2022-08-16T01:03:25.335" v="174"/>
          <ac:spMkLst>
            <pc:docMk/>
            <pc:sldMk cId="1183662717" sldId="282"/>
            <ac:spMk id="47" creationId="{2D6FBB9D-1CAA-4D05-AB33-BABDFE17B843}"/>
          </ac:spMkLst>
        </pc:spChg>
        <pc:spChg chg="add">
          <ac:chgData name="Katie HARRISON" userId="S::kfharrison@wisc.edu::f5e22dcb-aa54-4825-b422-a6b74624f705" providerId="AD" clId="Web-{D4FCB9E7-F5CA-75A7-234E-9A8B9BD7B05C}" dt="2022-08-16T01:07:07.070" v="189"/>
          <ac:spMkLst>
            <pc:docMk/>
            <pc:sldMk cId="1183662717" sldId="282"/>
            <ac:spMk id="48" creationId="{B23FE733-F95B-4DF6-AFC5-BEEB3577C494}"/>
          </ac:spMkLst>
        </pc:spChg>
        <pc:spChg chg="add del">
          <ac:chgData name="Katie HARRISON" userId="S::kfharrison@wisc.edu::f5e22dcb-aa54-4825-b422-a6b74624f705" providerId="AD" clId="Web-{D4FCB9E7-F5CA-75A7-234E-9A8B9BD7B05C}" dt="2022-08-16T01:03:25.335" v="174"/>
          <ac:spMkLst>
            <pc:docMk/>
            <pc:sldMk cId="1183662717" sldId="282"/>
            <ac:spMk id="49" creationId="{04727B71-B4B6-4823-80A1-68C40B475118}"/>
          </ac:spMkLst>
        </pc:spChg>
        <pc:spChg chg="add">
          <ac:chgData name="Katie HARRISON" userId="S::kfharrison@wisc.edu::f5e22dcb-aa54-4825-b422-a6b74624f705" providerId="AD" clId="Web-{D4FCB9E7-F5CA-75A7-234E-9A8B9BD7B05C}" dt="2022-08-16T01:07:07.070" v="189"/>
          <ac:spMkLst>
            <pc:docMk/>
            <pc:sldMk cId="1183662717" sldId="282"/>
            <ac:spMk id="50" creationId="{9080D120-BD54-46E1-BA37-82F5E8089E90}"/>
          </ac:spMkLst>
        </pc:spChg>
        <pc:spChg chg="add del">
          <ac:chgData name="Katie HARRISON" userId="S::kfharrison@wisc.edu::f5e22dcb-aa54-4825-b422-a6b74624f705" providerId="AD" clId="Web-{D4FCB9E7-F5CA-75A7-234E-9A8B9BD7B05C}" dt="2022-08-16T01:03:25.335" v="174"/>
          <ac:spMkLst>
            <pc:docMk/>
            <pc:sldMk cId="1183662717" sldId="282"/>
            <ac:spMk id="51" creationId="{79A6DB05-9FB5-4B07-8675-74C23D4FD89D}"/>
          </ac:spMkLst>
        </pc:spChg>
        <pc:spChg chg="add">
          <ac:chgData name="Katie HARRISON" userId="S::kfharrison@wisc.edu::f5e22dcb-aa54-4825-b422-a6b74624f705" providerId="AD" clId="Web-{D4FCB9E7-F5CA-75A7-234E-9A8B9BD7B05C}" dt="2022-08-16T01:07:07.070" v="189"/>
          <ac:spMkLst>
            <pc:docMk/>
            <pc:sldMk cId="1183662717" sldId="282"/>
            <ac:spMk id="52" creationId="{81D83946-74FA-498A-AC80-9926F041B5C5}"/>
          </ac:spMkLst>
        </pc:spChg>
        <pc:spChg chg="add del">
          <ac:chgData name="Katie HARRISON" userId="S::kfharrison@wisc.edu::f5e22dcb-aa54-4825-b422-a6b74624f705" providerId="AD" clId="Web-{D4FCB9E7-F5CA-75A7-234E-9A8B9BD7B05C}" dt="2022-08-16T01:03:25.335" v="174"/>
          <ac:spMkLst>
            <pc:docMk/>
            <pc:sldMk cId="1183662717" sldId="282"/>
            <ac:spMk id="53" creationId="{AAA05C59-284A-43D9-AE28-6F5AA1F003A4}"/>
          </ac:spMkLst>
        </pc:spChg>
        <pc:spChg chg="add del">
          <ac:chgData name="Katie HARRISON" userId="S::kfharrison@wisc.edu::f5e22dcb-aa54-4825-b422-a6b74624f705" providerId="AD" clId="Web-{D4FCB9E7-F5CA-75A7-234E-9A8B9BD7B05C}" dt="2022-08-16T01:03:25.335" v="174"/>
          <ac:spMkLst>
            <pc:docMk/>
            <pc:sldMk cId="1183662717" sldId="282"/>
            <ac:spMk id="55" creationId="{120BB4C9-B781-4AEE-ACAB-8EE849F24F60}"/>
          </ac:spMkLst>
        </pc:spChg>
        <pc:spChg chg="add del">
          <ac:chgData name="Katie HARRISON" userId="S::kfharrison@wisc.edu::f5e22dcb-aa54-4825-b422-a6b74624f705" providerId="AD" clId="Web-{D4FCB9E7-F5CA-75A7-234E-9A8B9BD7B05C}" dt="2022-08-16T01:03:25.335" v="174"/>
          <ac:spMkLst>
            <pc:docMk/>
            <pc:sldMk cId="1183662717" sldId="282"/>
            <ac:spMk id="57" creationId="{975647DA-FC1D-4189-8B97-4EF3C2C0BAA6}"/>
          </ac:spMkLst>
        </pc:spChg>
        <pc:spChg chg="add">
          <ac:chgData name="Katie HARRISON" userId="S::kfharrison@wisc.edu::f5e22dcb-aa54-4825-b422-a6b74624f705" providerId="AD" clId="Web-{D4FCB9E7-F5CA-75A7-234E-9A8B9BD7B05C}" dt="2022-08-16T01:07:07.070" v="189"/>
          <ac:spMkLst>
            <pc:docMk/>
            <pc:sldMk cId="1183662717" sldId="282"/>
            <ac:spMk id="59" creationId="{5060D983-8B52-443A-8183-2A1DE05618B5}"/>
          </ac:spMkLst>
        </pc:spChg>
        <pc:graphicFrameChg chg="del">
          <ac:chgData name="Katie HARRISON" userId="S::kfharrison@wisc.edu::f5e22dcb-aa54-4825-b422-a6b74624f705" providerId="AD" clId="Web-{D4FCB9E7-F5CA-75A7-234E-9A8B9BD7B05C}" dt="2022-08-16T00:50:14.155" v="120"/>
          <ac:graphicFrameMkLst>
            <pc:docMk/>
            <pc:sldMk cId="1183662717" sldId="282"/>
            <ac:graphicFrameMk id="8" creationId="{56F05C0C-5189-8DED-C741-5DA17E2929F1}"/>
          </ac:graphicFrameMkLst>
        </pc:graphicFrameChg>
        <pc:picChg chg="del">
          <ac:chgData name="Katie HARRISON" userId="S::kfharrison@wisc.edu::f5e22dcb-aa54-4825-b422-a6b74624f705" providerId="AD" clId="Web-{D4FCB9E7-F5CA-75A7-234E-9A8B9BD7B05C}" dt="2022-08-16T00:50:20.218" v="122"/>
          <ac:picMkLst>
            <pc:docMk/>
            <pc:sldMk cId="1183662717" sldId="282"/>
            <ac:picMk id="2" creationId="{79424548-F976-717A-A5CA-4B3B2D534577}"/>
          </ac:picMkLst>
        </pc:picChg>
        <pc:picChg chg="add del mod">
          <ac:chgData name="Katie HARRISON" userId="S::kfharrison@wisc.edu::f5e22dcb-aa54-4825-b422-a6b74624f705" providerId="AD" clId="Web-{D4FCB9E7-F5CA-75A7-234E-9A8B9BD7B05C}" dt="2022-08-16T01:02:27.539" v="166"/>
          <ac:picMkLst>
            <pc:docMk/>
            <pc:sldMk cId="1183662717" sldId="282"/>
            <ac:picMk id="40" creationId="{6BD82ECB-ECDB-CFA2-B33E-463481EC1CCB}"/>
          </ac:picMkLst>
        </pc:picChg>
        <pc:picChg chg="add del mod">
          <ac:chgData name="Katie HARRISON" userId="S::kfharrison@wisc.edu::f5e22dcb-aa54-4825-b422-a6b74624f705" providerId="AD" clId="Web-{D4FCB9E7-F5CA-75A7-234E-9A8B9BD7B05C}" dt="2022-08-16T01:22:24.311" v="258"/>
          <ac:picMkLst>
            <pc:docMk/>
            <pc:sldMk cId="1183662717" sldId="282"/>
            <ac:picMk id="41" creationId="{F43D5B0F-BD5A-9A50-FC45-DBF6205305CF}"/>
          </ac:picMkLst>
        </pc:picChg>
        <pc:picChg chg="add mod">
          <ac:chgData name="Katie HARRISON" userId="S::kfharrison@wisc.edu::f5e22dcb-aa54-4825-b422-a6b74624f705" providerId="AD" clId="Web-{D4FCB9E7-F5CA-75A7-234E-9A8B9BD7B05C}" dt="2022-08-16T01:09:53.053" v="234" actId="14100"/>
          <ac:picMkLst>
            <pc:docMk/>
            <pc:sldMk cId="1183662717" sldId="282"/>
            <ac:picMk id="42" creationId="{1B763CC6-7594-0315-2E6E-0839ED2F5A9B}"/>
          </ac:picMkLst>
        </pc:picChg>
        <pc:picChg chg="add mod">
          <ac:chgData name="Katie HARRISON" userId="S::kfharrison@wisc.edu::f5e22dcb-aa54-4825-b422-a6b74624f705" providerId="AD" clId="Web-{D4FCB9E7-F5CA-75A7-234E-9A8B9BD7B05C}" dt="2022-08-16T01:11:21.567" v="251" actId="1076"/>
          <ac:picMkLst>
            <pc:docMk/>
            <pc:sldMk cId="1183662717" sldId="282"/>
            <ac:picMk id="54" creationId="{02E36EB2-D73C-3A27-4167-97E5CBBECDFD}"/>
          </ac:picMkLst>
        </pc:picChg>
      </pc:sldChg>
      <pc:sldChg chg="addSp delSp modSp modCm">
        <pc:chgData name="Katie HARRISON" userId="S::kfharrison@wisc.edu::f5e22dcb-aa54-4825-b422-a6b74624f705" providerId="AD" clId="Web-{D4FCB9E7-F5CA-75A7-234E-9A8B9BD7B05C}" dt="2022-08-16T02:36:53.271" v="701"/>
        <pc:sldMkLst>
          <pc:docMk/>
          <pc:sldMk cId="566026939" sldId="283"/>
        </pc:sldMkLst>
        <pc:spChg chg="mod">
          <ac:chgData name="Katie HARRISON" userId="S::kfharrison@wisc.edu::f5e22dcb-aa54-4825-b422-a6b74624f705" providerId="AD" clId="Web-{D4FCB9E7-F5CA-75A7-234E-9A8B9BD7B05C}" dt="2022-08-16T02:07:35.864" v="425" actId="20577"/>
          <ac:spMkLst>
            <pc:docMk/>
            <pc:sldMk cId="566026939" sldId="283"/>
            <ac:spMk id="2" creationId="{9810F596-A256-2973-B5BC-0AB1C2B186AC}"/>
          </ac:spMkLst>
        </pc:spChg>
        <pc:spChg chg="add mod">
          <ac:chgData name="Katie HARRISON" userId="S::kfharrison@wisc.edu::f5e22dcb-aa54-4825-b422-a6b74624f705" providerId="AD" clId="Web-{D4FCB9E7-F5CA-75A7-234E-9A8B9BD7B05C}" dt="2022-08-16T02:36:16.567" v="683" actId="14100"/>
          <ac:spMkLst>
            <pc:docMk/>
            <pc:sldMk cId="566026939" sldId="283"/>
            <ac:spMk id="3" creationId="{01BBC9E3-8E91-6B47-94D9-C9E8355DFCD2}"/>
          </ac:spMkLst>
        </pc:spChg>
        <pc:spChg chg="del mod">
          <ac:chgData name="Katie HARRISON" userId="S::kfharrison@wisc.edu::f5e22dcb-aa54-4825-b422-a6b74624f705" providerId="AD" clId="Web-{D4FCB9E7-F5CA-75A7-234E-9A8B9BD7B05C}" dt="2022-08-16T02:11:34.909" v="473"/>
          <ac:spMkLst>
            <pc:docMk/>
            <pc:sldMk cId="566026939" sldId="283"/>
            <ac:spMk id="4" creationId="{611A08B0-42CF-C8EF-C314-EAD4C06549BF}"/>
          </ac:spMkLst>
        </pc:spChg>
        <pc:spChg chg="add del mod">
          <ac:chgData name="Katie HARRISON" userId="S::kfharrison@wisc.edu::f5e22dcb-aa54-4825-b422-a6b74624f705" providerId="AD" clId="Web-{D4FCB9E7-F5CA-75A7-234E-9A8B9BD7B05C}" dt="2022-08-16T02:11:37.784" v="474"/>
          <ac:spMkLst>
            <pc:docMk/>
            <pc:sldMk cId="566026939" sldId="283"/>
            <ac:spMk id="8" creationId="{08D095B7-FF87-DF05-AC38-E7555D7739E5}"/>
          </ac:spMkLst>
        </pc:spChg>
        <pc:spChg chg="add">
          <ac:chgData name="Katie HARRISON" userId="S::kfharrison@wisc.edu::f5e22dcb-aa54-4825-b422-a6b74624f705" providerId="AD" clId="Web-{D4FCB9E7-F5CA-75A7-234E-9A8B9BD7B05C}" dt="2022-08-16T02:21:06.715" v="524"/>
          <ac:spMkLst>
            <pc:docMk/>
            <pc:sldMk cId="566026939" sldId="283"/>
            <ac:spMk id="10" creationId="{CE4EC137-C615-3C5E-EA17-86F3FFB8CE20}"/>
          </ac:spMkLst>
        </pc:spChg>
        <pc:spChg chg="add del mod">
          <ac:chgData name="Katie HARRISON" userId="S::kfharrison@wisc.edu::f5e22dcb-aa54-4825-b422-a6b74624f705" providerId="AD" clId="Web-{D4FCB9E7-F5CA-75A7-234E-9A8B9BD7B05C}" dt="2022-08-16T02:27:35.165" v="625"/>
          <ac:spMkLst>
            <pc:docMk/>
            <pc:sldMk cId="566026939" sldId="283"/>
            <ac:spMk id="11" creationId="{547D66C6-290E-B22F-1E37-636D4873D3D9}"/>
          </ac:spMkLst>
        </pc:spChg>
        <pc:spChg chg="add mod">
          <ac:chgData name="Katie HARRISON" userId="S::kfharrison@wisc.edu::f5e22dcb-aa54-4825-b422-a6b74624f705" providerId="AD" clId="Web-{D4FCB9E7-F5CA-75A7-234E-9A8B9BD7B05C}" dt="2022-08-16T02:35:29.380" v="664" actId="1076"/>
          <ac:spMkLst>
            <pc:docMk/>
            <pc:sldMk cId="566026939" sldId="283"/>
            <ac:spMk id="12" creationId="{7A5B5106-28BC-10B2-852B-BBEA0484A34A}"/>
          </ac:spMkLst>
        </pc:spChg>
        <pc:spChg chg="add del mod">
          <ac:chgData name="Katie HARRISON" userId="S::kfharrison@wisc.edu::f5e22dcb-aa54-4825-b422-a6b74624f705" providerId="AD" clId="Web-{D4FCB9E7-F5CA-75A7-234E-9A8B9BD7B05C}" dt="2022-08-16T02:32:51.896" v="640"/>
          <ac:spMkLst>
            <pc:docMk/>
            <pc:sldMk cId="566026939" sldId="283"/>
            <ac:spMk id="14" creationId="{9D7397B7-E9C9-841C-8B83-5080CC098CB7}"/>
          </ac:spMkLst>
        </pc:spChg>
        <pc:spChg chg="add mod">
          <ac:chgData name="Katie HARRISON" userId="S::kfharrison@wisc.edu::f5e22dcb-aa54-4825-b422-a6b74624f705" providerId="AD" clId="Web-{D4FCB9E7-F5CA-75A7-234E-9A8B9BD7B05C}" dt="2022-08-16T02:36:53.271" v="701"/>
          <ac:spMkLst>
            <pc:docMk/>
            <pc:sldMk cId="566026939" sldId="283"/>
            <ac:spMk id="18" creationId="{03EA8077-9D31-2CFA-0E8F-09964B147D9F}"/>
          </ac:spMkLst>
        </pc:spChg>
        <pc:picChg chg="del">
          <ac:chgData name="Katie HARRISON" userId="S::kfharrison@wisc.edu::f5e22dcb-aa54-4825-b422-a6b74624f705" providerId="AD" clId="Web-{D4FCB9E7-F5CA-75A7-234E-9A8B9BD7B05C}" dt="2022-08-16T02:19:37.794" v="503"/>
          <ac:picMkLst>
            <pc:docMk/>
            <pc:sldMk cId="566026939" sldId="283"/>
            <ac:picMk id="7" creationId="{776CA6D2-866D-7E98-146B-6E5AAE2F2E97}"/>
          </ac:picMkLst>
        </pc:picChg>
        <pc:picChg chg="add mod">
          <ac:chgData name="Katie HARRISON" userId="S::kfharrison@wisc.edu::f5e22dcb-aa54-4825-b422-a6b74624f705" providerId="AD" clId="Web-{D4FCB9E7-F5CA-75A7-234E-9A8B9BD7B05C}" dt="2022-08-16T02:35:25.302" v="663" actId="1076"/>
          <ac:picMkLst>
            <pc:docMk/>
            <pc:sldMk cId="566026939" sldId="283"/>
            <ac:picMk id="9" creationId="{334A0EB5-0D5A-5029-75CB-35BE1058EF63}"/>
          </ac:picMkLst>
        </pc:picChg>
        <pc:picChg chg="add del mod">
          <ac:chgData name="Katie HARRISON" userId="S::kfharrison@wisc.edu::f5e22dcb-aa54-4825-b422-a6b74624f705" providerId="AD" clId="Web-{D4FCB9E7-F5CA-75A7-234E-9A8B9BD7B05C}" dt="2022-08-16T02:31:10.178" v="629"/>
          <ac:picMkLst>
            <pc:docMk/>
            <pc:sldMk cId="566026939" sldId="283"/>
            <ac:picMk id="15" creationId="{63FD4674-3491-1653-67CA-2D7D817C4653}"/>
          </ac:picMkLst>
        </pc:picChg>
        <pc:picChg chg="add del mod">
          <ac:chgData name="Katie HARRISON" userId="S::kfharrison@wisc.edu::f5e22dcb-aa54-4825-b422-a6b74624f705" providerId="AD" clId="Web-{D4FCB9E7-F5CA-75A7-234E-9A8B9BD7B05C}" dt="2022-08-16T02:34:27.693" v="662"/>
          <ac:picMkLst>
            <pc:docMk/>
            <pc:sldMk cId="566026939" sldId="283"/>
            <ac:picMk id="16" creationId="{9173C38C-6E97-2F79-862D-F64BB469A26F}"/>
          </ac:picMkLst>
        </pc:picChg>
        <pc:cxnChg chg="add mod">
          <ac:chgData name="Katie HARRISON" userId="S::kfharrison@wisc.edu::f5e22dcb-aa54-4825-b422-a6b74624f705" providerId="AD" clId="Web-{D4FCB9E7-F5CA-75A7-234E-9A8B9BD7B05C}" dt="2022-08-16T02:25:32.291" v="555" actId="14100"/>
          <ac:cxnSpMkLst>
            <pc:docMk/>
            <pc:sldMk cId="566026939" sldId="283"/>
            <ac:cxnSpMk id="13" creationId="{ABCA1684-7A8B-47BF-A958-8DEB0CF960C7}"/>
          </ac:cxnSpMkLst>
        </pc:cxnChg>
        <pc:cxnChg chg="add del">
          <ac:chgData name="Katie HARRISON" userId="S::kfharrison@wisc.edu::f5e22dcb-aa54-4825-b422-a6b74624f705" providerId="AD" clId="Web-{D4FCB9E7-F5CA-75A7-234E-9A8B9BD7B05C}" dt="2022-08-16T02:33:47.131" v="654"/>
          <ac:cxnSpMkLst>
            <pc:docMk/>
            <pc:sldMk cId="566026939" sldId="283"/>
            <ac:cxnSpMk id="17" creationId="{6B955067-F19C-74E6-10B9-B8F24183BC48}"/>
          </ac:cxnSpMkLst>
        </pc:cxnChg>
      </pc:sldChg>
      <pc:sldChg chg="addSp delSp modSp">
        <pc:chgData name="Katie HARRISON" userId="S::kfharrison@wisc.edu::f5e22dcb-aa54-4825-b422-a6b74624f705" providerId="AD" clId="Web-{D4FCB9E7-F5CA-75A7-234E-9A8B9BD7B05C}" dt="2022-08-16T03:43:06.078" v="852" actId="20577"/>
        <pc:sldMkLst>
          <pc:docMk/>
          <pc:sldMk cId="3102211442" sldId="284"/>
        </pc:sldMkLst>
        <pc:spChg chg="mod">
          <ac:chgData name="Katie HARRISON" userId="S::kfharrison@wisc.edu::f5e22dcb-aa54-4825-b422-a6b74624f705" providerId="AD" clId="Web-{D4FCB9E7-F5CA-75A7-234E-9A8B9BD7B05C}" dt="2022-08-16T02:41:03.315" v="749" actId="1076"/>
          <ac:spMkLst>
            <pc:docMk/>
            <pc:sldMk cId="3102211442" sldId="284"/>
            <ac:spMk id="2" creationId="{C1575299-95A3-F5DC-229C-7BDA0FBECC01}"/>
          </ac:spMkLst>
        </pc:spChg>
        <pc:spChg chg="add mod">
          <ac:chgData name="Katie HARRISON" userId="S::kfharrison@wisc.edu::f5e22dcb-aa54-4825-b422-a6b74624f705" providerId="AD" clId="Web-{D4FCB9E7-F5CA-75A7-234E-9A8B9BD7B05C}" dt="2022-08-16T03:43:06.078" v="852" actId="20577"/>
          <ac:spMkLst>
            <pc:docMk/>
            <pc:sldMk cId="3102211442" sldId="284"/>
            <ac:spMk id="5" creationId="{A44BA422-258E-0A29-BBAD-5769C1F8F2BF}"/>
          </ac:spMkLst>
        </pc:spChg>
        <pc:spChg chg="add del mod">
          <ac:chgData name="Katie HARRISON" userId="S::kfharrison@wisc.edu::f5e22dcb-aa54-4825-b422-a6b74624f705" providerId="AD" clId="Web-{D4FCB9E7-F5CA-75A7-234E-9A8B9BD7B05C}" dt="2022-08-16T02:39:22.113" v="708"/>
          <ac:spMkLst>
            <pc:docMk/>
            <pc:sldMk cId="3102211442" sldId="284"/>
            <ac:spMk id="5" creationId="{AA63491D-1F44-4185-2EB8-1E8CFB044EC9}"/>
          </ac:spMkLst>
        </pc:spChg>
        <pc:spChg chg="add mod">
          <ac:chgData name="Katie HARRISON" userId="S::kfharrison@wisc.edu::f5e22dcb-aa54-4825-b422-a6b74624f705" providerId="AD" clId="Web-{D4FCB9E7-F5CA-75A7-234E-9A8B9BD7B05C}" dt="2022-08-16T03:29:27.007" v="834" actId="20577"/>
          <ac:spMkLst>
            <pc:docMk/>
            <pc:sldMk cId="3102211442" sldId="284"/>
            <ac:spMk id="6" creationId="{721FC8AD-E32A-40FC-61C4-122B099F56F6}"/>
          </ac:spMkLst>
        </pc:spChg>
        <pc:spChg chg="add mod">
          <ac:chgData name="Katie HARRISON" userId="S::kfharrison@wisc.edu::f5e22dcb-aa54-4825-b422-a6b74624f705" providerId="AD" clId="Web-{D4FCB9E7-F5CA-75A7-234E-9A8B9BD7B05C}" dt="2022-08-16T02:50:31.607" v="805" actId="1076"/>
          <ac:spMkLst>
            <pc:docMk/>
            <pc:sldMk cId="3102211442" sldId="284"/>
            <ac:spMk id="7" creationId="{0D775546-36ED-3ADF-7960-3F719ED1C4E1}"/>
          </ac:spMkLst>
        </pc:spChg>
        <pc:spChg chg="add del mod">
          <ac:chgData name="Katie HARRISON" userId="S::kfharrison@wisc.edu::f5e22dcb-aa54-4825-b422-a6b74624f705" providerId="AD" clId="Web-{D4FCB9E7-F5CA-75A7-234E-9A8B9BD7B05C}" dt="2022-08-16T02:48:11.655" v="781"/>
          <ac:spMkLst>
            <pc:docMk/>
            <pc:sldMk cId="3102211442" sldId="284"/>
            <ac:spMk id="8" creationId="{16466F73-F71E-1C9D-0D0C-30E851656F98}"/>
          </ac:spMkLst>
        </pc:spChg>
        <pc:spChg chg="add mod">
          <ac:chgData name="Katie HARRISON" userId="S::kfharrison@wisc.edu::f5e22dcb-aa54-4825-b422-a6b74624f705" providerId="AD" clId="Web-{D4FCB9E7-F5CA-75A7-234E-9A8B9BD7B05C}" dt="2022-08-16T03:38:11.090" v="835" actId="14100"/>
          <ac:spMkLst>
            <pc:docMk/>
            <pc:sldMk cId="3102211442" sldId="284"/>
            <ac:spMk id="16" creationId="{10C19D61-B224-60D6-E83C-DD7DACC41BE4}"/>
          </ac:spMkLst>
        </pc:spChg>
        <pc:spChg chg="del mod">
          <ac:chgData name="Katie HARRISON" userId="S::kfharrison@wisc.edu::f5e22dcb-aa54-4825-b422-a6b74624f705" providerId="AD" clId="Web-{D4FCB9E7-F5CA-75A7-234E-9A8B9BD7B05C}" dt="2022-08-16T02:39:13.379" v="705"/>
          <ac:spMkLst>
            <pc:docMk/>
            <pc:sldMk cId="3102211442" sldId="284"/>
            <ac:spMk id="17" creationId="{6A8A299B-816D-1BA0-61CD-20F30468DA11}"/>
          </ac:spMkLst>
        </pc:spChg>
        <pc:spChg chg="del">
          <ac:chgData name="Katie HARRISON" userId="S::kfharrison@wisc.edu::f5e22dcb-aa54-4825-b422-a6b74624f705" providerId="AD" clId="Web-{D4FCB9E7-F5CA-75A7-234E-9A8B9BD7B05C}" dt="2022-08-16T02:39:25.879" v="711"/>
          <ac:spMkLst>
            <pc:docMk/>
            <pc:sldMk cId="3102211442" sldId="284"/>
            <ac:spMk id="19" creationId="{888B5148-B3F3-5CA9-C24B-966A9684ACE7}"/>
          </ac:spMkLst>
        </pc:spChg>
        <pc:spChg chg="del mod">
          <ac:chgData name="Katie HARRISON" userId="S::kfharrison@wisc.edu::f5e22dcb-aa54-4825-b422-a6b74624f705" providerId="AD" clId="Web-{D4FCB9E7-F5CA-75A7-234E-9A8B9BD7B05C}" dt="2022-08-16T02:39:24.035" v="710"/>
          <ac:spMkLst>
            <pc:docMk/>
            <pc:sldMk cId="3102211442" sldId="284"/>
            <ac:spMk id="20" creationId="{DDEDE51C-9747-539E-747A-22B78A3183B0}"/>
          </ac:spMkLst>
        </pc:spChg>
        <pc:spChg chg="del">
          <ac:chgData name="Katie HARRISON" userId="S::kfharrison@wisc.edu::f5e22dcb-aa54-4825-b422-a6b74624f705" providerId="AD" clId="Web-{D4FCB9E7-F5CA-75A7-234E-9A8B9BD7B05C}" dt="2022-08-16T02:39:27.801" v="712"/>
          <ac:spMkLst>
            <pc:docMk/>
            <pc:sldMk cId="3102211442" sldId="284"/>
            <ac:spMk id="22" creationId="{2AD5A640-A0E8-8915-4615-995DCDB0A9BA}"/>
          </ac:spMkLst>
        </pc:spChg>
        <pc:picChg chg="add mod">
          <ac:chgData name="Katie HARRISON" userId="S::kfharrison@wisc.edu::f5e22dcb-aa54-4825-b422-a6b74624f705" providerId="AD" clId="Web-{D4FCB9E7-F5CA-75A7-234E-9A8B9BD7B05C}" dt="2022-08-16T03:42:02.905" v="847" actId="14100"/>
          <ac:picMkLst>
            <pc:docMk/>
            <pc:sldMk cId="3102211442" sldId="284"/>
            <ac:picMk id="3" creationId="{3326F056-367D-9928-3104-59E5518CA64D}"/>
          </ac:picMkLst>
        </pc:picChg>
        <pc:picChg chg="add mod">
          <ac:chgData name="Katie HARRISON" userId="S::kfharrison@wisc.edu::f5e22dcb-aa54-4825-b422-a6b74624f705" providerId="AD" clId="Web-{D4FCB9E7-F5CA-75A7-234E-9A8B9BD7B05C}" dt="2022-08-16T03:41:55.593" v="844" actId="1076"/>
          <ac:picMkLst>
            <pc:docMk/>
            <pc:sldMk cId="3102211442" sldId="284"/>
            <ac:picMk id="10" creationId="{D9458D91-4276-BD27-B917-42F5192128B9}"/>
          </ac:picMkLst>
        </pc:picChg>
        <pc:picChg chg="del">
          <ac:chgData name="Katie HARRISON" userId="S::kfharrison@wisc.edu::f5e22dcb-aa54-4825-b422-a6b74624f705" providerId="AD" clId="Web-{D4FCB9E7-F5CA-75A7-234E-9A8B9BD7B05C}" dt="2022-08-16T02:39:15.129" v="706"/>
          <ac:picMkLst>
            <pc:docMk/>
            <pc:sldMk cId="3102211442" sldId="284"/>
            <ac:picMk id="12" creationId="{C91D7D34-0FC5-6297-6E44-93C416F7C4CF}"/>
          </ac:picMkLst>
        </pc:picChg>
        <pc:picChg chg="del">
          <ac:chgData name="Katie HARRISON" userId="S::kfharrison@wisc.edu::f5e22dcb-aa54-4825-b422-a6b74624f705" providerId="AD" clId="Web-{D4FCB9E7-F5CA-75A7-234E-9A8B9BD7B05C}" dt="2022-08-16T02:39:20.285" v="707"/>
          <ac:picMkLst>
            <pc:docMk/>
            <pc:sldMk cId="3102211442" sldId="284"/>
            <ac:picMk id="14" creationId="{710BECC1-69E1-5D1E-9F2F-4911D0A18166}"/>
          </ac:picMkLst>
        </pc:picChg>
        <pc:picChg chg="add del mod">
          <ac:chgData name="Katie HARRISON" userId="S::kfharrison@wisc.edu::f5e22dcb-aa54-4825-b422-a6b74624f705" providerId="AD" clId="Web-{D4FCB9E7-F5CA-75A7-234E-9A8B9BD7B05C}" dt="2022-08-16T02:56:08.541" v="825"/>
          <ac:picMkLst>
            <pc:docMk/>
            <pc:sldMk cId="3102211442" sldId="284"/>
            <ac:picMk id="18" creationId="{B63F0265-ED68-D36E-7759-0F1F9D61579E}"/>
          </ac:picMkLst>
        </pc:picChg>
        <pc:picChg chg="del">
          <ac:chgData name="Katie HARRISON" userId="S::kfharrison@wisc.edu::f5e22dcb-aa54-4825-b422-a6b74624f705" providerId="AD" clId="Web-{D4FCB9E7-F5CA-75A7-234E-9A8B9BD7B05C}" dt="2022-08-16T02:39:07.551" v="702"/>
          <ac:picMkLst>
            <pc:docMk/>
            <pc:sldMk cId="3102211442" sldId="284"/>
            <ac:picMk id="21" creationId="{E48FA706-3279-EC2A-0030-F4B757A3552A}"/>
          </ac:picMkLst>
        </pc:picChg>
        <pc:picChg chg="add del mod">
          <ac:chgData name="Katie HARRISON" userId="S::kfharrison@wisc.edu::f5e22dcb-aa54-4825-b422-a6b74624f705" providerId="AD" clId="Web-{D4FCB9E7-F5CA-75A7-234E-9A8B9BD7B05C}" dt="2022-08-16T03:41:38.889" v="838"/>
          <ac:picMkLst>
            <pc:docMk/>
            <pc:sldMk cId="3102211442" sldId="284"/>
            <ac:picMk id="23" creationId="{ED4A53BD-023E-A183-D1B8-1B9547271C21}"/>
          </ac:picMkLst>
        </pc:picChg>
      </pc:sldChg>
      <pc:sldChg chg="del">
        <pc:chgData name="Katie HARRISON" userId="S::kfharrison@wisc.edu::f5e22dcb-aa54-4825-b422-a6b74624f705" providerId="AD" clId="Web-{D4FCB9E7-F5CA-75A7-234E-9A8B9BD7B05C}" dt="2022-08-16T01:32:30.966" v="316"/>
        <pc:sldMkLst>
          <pc:docMk/>
          <pc:sldMk cId="1762672277" sldId="285"/>
        </pc:sldMkLst>
      </pc:sldChg>
      <pc:sldChg chg="ord">
        <pc:chgData name="Katie HARRISON" userId="S::kfharrison@wisc.edu::f5e22dcb-aa54-4825-b422-a6b74624f705" providerId="AD" clId="Web-{D4FCB9E7-F5CA-75A7-234E-9A8B9BD7B05C}" dt="2022-08-16T01:58:59.059" v="392"/>
        <pc:sldMkLst>
          <pc:docMk/>
          <pc:sldMk cId="2342094520" sldId="286"/>
        </pc:sldMkLst>
      </pc:sldChg>
    </pc:docChg>
  </pc:docChgLst>
  <pc:docChgLst>
    <pc:chgData name="Katie HARRISON" userId="S::kfharrison@wisc.edu::f5e22dcb-aa54-4825-b422-a6b74624f705" providerId="AD" clId="Web-{7F76E428-0F77-C252-E400-DE4DC8B6956E}"/>
    <pc:docChg chg="modSld">
      <pc:chgData name="Katie HARRISON" userId="S::kfharrison@wisc.edu::f5e22dcb-aa54-4825-b422-a6b74624f705" providerId="AD" clId="Web-{7F76E428-0F77-C252-E400-DE4DC8B6956E}" dt="2022-08-16T15:34:02.621" v="228" actId="20577"/>
      <pc:docMkLst>
        <pc:docMk/>
      </pc:docMkLst>
      <pc:sldChg chg="modSp modCm">
        <pc:chgData name="Katie HARRISON" userId="S::kfharrison@wisc.edu::f5e22dcb-aa54-4825-b422-a6b74624f705" providerId="AD" clId="Web-{7F76E428-0F77-C252-E400-DE4DC8B6956E}" dt="2022-08-16T15:34:02.621" v="228" actId="20577"/>
        <pc:sldMkLst>
          <pc:docMk/>
          <pc:sldMk cId="109857222" sldId="256"/>
        </pc:sldMkLst>
        <pc:spChg chg="mod">
          <ac:chgData name="Katie HARRISON" userId="S::kfharrison@wisc.edu::f5e22dcb-aa54-4825-b422-a6b74624f705" providerId="AD" clId="Web-{7F76E428-0F77-C252-E400-DE4DC8B6956E}" dt="2022-08-16T15:34:02.621" v="228" actId="20577"/>
          <ac:spMkLst>
            <pc:docMk/>
            <pc:sldMk cId="109857222" sldId="256"/>
            <ac:spMk id="3" creationId="{00000000-0000-0000-0000-000000000000}"/>
          </ac:spMkLst>
        </pc:spChg>
      </pc:sldChg>
      <pc:sldChg chg="addSp delSp modSp modCm">
        <pc:chgData name="Katie HARRISON" userId="S::kfharrison@wisc.edu::f5e22dcb-aa54-4825-b422-a6b74624f705" providerId="AD" clId="Web-{7F76E428-0F77-C252-E400-DE4DC8B6956E}" dt="2022-08-16T05:36:19.274" v="26"/>
        <pc:sldMkLst>
          <pc:docMk/>
          <pc:sldMk cId="2509158788" sldId="259"/>
        </pc:sldMkLst>
        <pc:spChg chg="del">
          <ac:chgData name="Katie HARRISON" userId="S::kfharrison@wisc.edu::f5e22dcb-aa54-4825-b422-a6b74624f705" providerId="AD" clId="Web-{7F76E428-0F77-C252-E400-DE4DC8B6956E}" dt="2022-08-16T05:33:12.211" v="7"/>
          <ac:spMkLst>
            <pc:docMk/>
            <pc:sldMk cId="2509158788" sldId="259"/>
            <ac:spMk id="2" creationId="{6334FFBF-4AE8-1EA1-F780-D6603094931D}"/>
          </ac:spMkLst>
        </pc:spChg>
        <pc:picChg chg="del">
          <ac:chgData name="Katie HARRISON" userId="S::kfharrison@wisc.edu::f5e22dcb-aa54-4825-b422-a6b74624f705" providerId="AD" clId="Web-{7F76E428-0F77-C252-E400-DE4DC8B6956E}" dt="2022-08-16T05:33:49.070" v="15"/>
          <ac:picMkLst>
            <pc:docMk/>
            <pc:sldMk cId="2509158788" sldId="259"/>
            <ac:picMk id="3" creationId="{56686891-F6FE-FDEB-3343-CF53B94CE25C}"/>
          </ac:picMkLst>
        </pc:picChg>
        <pc:picChg chg="add del mod">
          <ac:chgData name="Katie HARRISON" userId="S::kfharrison@wisc.edu::f5e22dcb-aa54-4825-b422-a6b74624f705" providerId="AD" clId="Web-{7F76E428-0F77-C252-E400-DE4DC8B6956E}" dt="2022-08-16T05:33:10.352" v="6"/>
          <ac:picMkLst>
            <pc:docMk/>
            <pc:sldMk cId="2509158788" sldId="259"/>
            <ac:picMk id="6" creationId="{3DB8B5FA-4EC8-F408-1613-C1483534F3AD}"/>
          </ac:picMkLst>
        </pc:picChg>
        <pc:picChg chg="add mod">
          <ac:chgData name="Katie HARRISON" userId="S::kfharrison@wisc.edu::f5e22dcb-aa54-4825-b422-a6b74624f705" providerId="AD" clId="Web-{7F76E428-0F77-C252-E400-DE4DC8B6956E}" dt="2022-08-16T05:35:38.164" v="25" actId="1076"/>
          <ac:picMkLst>
            <pc:docMk/>
            <pc:sldMk cId="2509158788" sldId="259"/>
            <ac:picMk id="7" creationId="{40FB4ED4-9AEE-3C32-BAB4-FDC46253F0C0}"/>
          </ac:picMkLst>
        </pc:picChg>
        <pc:picChg chg="add mod">
          <ac:chgData name="Katie HARRISON" userId="S::kfharrison@wisc.edu::f5e22dcb-aa54-4825-b422-a6b74624f705" providerId="AD" clId="Web-{7F76E428-0F77-C252-E400-DE4DC8B6956E}" dt="2022-08-16T05:35:34.023" v="24" actId="1076"/>
          <ac:picMkLst>
            <pc:docMk/>
            <pc:sldMk cId="2509158788" sldId="259"/>
            <ac:picMk id="8" creationId="{D66BD3A5-D6FE-08FE-73BC-F577E886198C}"/>
          </ac:picMkLst>
        </pc:picChg>
        <pc:picChg chg="del">
          <ac:chgData name="Katie HARRISON" userId="S::kfharrison@wisc.edu::f5e22dcb-aa54-4825-b422-a6b74624f705" providerId="AD" clId="Web-{7F76E428-0F77-C252-E400-DE4DC8B6956E}" dt="2022-08-16T05:30:25.086" v="2"/>
          <ac:picMkLst>
            <pc:docMk/>
            <pc:sldMk cId="2509158788" sldId="259"/>
            <ac:picMk id="13" creationId="{70C014CA-3AA8-84B0-95F8-0885415C71B7}"/>
          </ac:picMkLst>
        </pc:picChg>
      </pc:sldChg>
      <pc:sldChg chg="modSp">
        <pc:chgData name="Katie HARRISON" userId="S::kfharrison@wisc.edu::f5e22dcb-aa54-4825-b422-a6b74624f705" providerId="AD" clId="Web-{7F76E428-0F77-C252-E400-DE4DC8B6956E}" dt="2022-08-16T10:19:50.457" v="158" actId="20577"/>
        <pc:sldMkLst>
          <pc:docMk/>
          <pc:sldMk cId="1253204765" sldId="275"/>
        </pc:sldMkLst>
        <pc:spChg chg="mod">
          <ac:chgData name="Katie HARRISON" userId="S::kfharrison@wisc.edu::f5e22dcb-aa54-4825-b422-a6b74624f705" providerId="AD" clId="Web-{7F76E428-0F77-C252-E400-DE4DC8B6956E}" dt="2022-08-16T10:19:50.457" v="158" actId="20577"/>
          <ac:spMkLst>
            <pc:docMk/>
            <pc:sldMk cId="1253204765" sldId="275"/>
            <ac:spMk id="2" creationId="{E3FF19E1-E0DE-0B75-5DEC-6436FF3388D6}"/>
          </ac:spMkLst>
        </pc:spChg>
      </pc:sldChg>
      <pc:sldChg chg="modSp">
        <pc:chgData name="Katie HARRISON" userId="S::kfharrison@wisc.edu::f5e22dcb-aa54-4825-b422-a6b74624f705" providerId="AD" clId="Web-{7F76E428-0F77-C252-E400-DE4DC8B6956E}" dt="2022-08-16T15:30:25.717" v="191" actId="14100"/>
        <pc:sldMkLst>
          <pc:docMk/>
          <pc:sldMk cId="4217288977" sldId="278"/>
        </pc:sldMkLst>
        <pc:spChg chg="mod">
          <ac:chgData name="Katie HARRISON" userId="S::kfharrison@wisc.edu::f5e22dcb-aa54-4825-b422-a6b74624f705" providerId="AD" clId="Web-{7F76E428-0F77-C252-E400-DE4DC8B6956E}" dt="2022-08-16T15:30:25.717" v="191" actId="14100"/>
          <ac:spMkLst>
            <pc:docMk/>
            <pc:sldMk cId="4217288977" sldId="278"/>
            <ac:spMk id="65" creationId="{8D211475-3824-0CC9-34C9-107B759C524B}"/>
          </ac:spMkLst>
        </pc:spChg>
      </pc:sldChg>
      <pc:sldChg chg="addSp delSp modSp mod setBg modCm">
        <pc:chgData name="Katie HARRISON" userId="S::kfharrison@wisc.edu::f5e22dcb-aa54-4825-b422-a6b74624f705" providerId="AD" clId="Web-{7F76E428-0F77-C252-E400-DE4DC8B6956E}" dt="2022-08-16T15:33:29.324" v="220" actId="20577"/>
        <pc:sldMkLst>
          <pc:docMk/>
          <pc:sldMk cId="1006650640" sldId="280"/>
        </pc:sldMkLst>
        <pc:spChg chg="mod">
          <ac:chgData name="Katie HARRISON" userId="S::kfharrison@wisc.edu::f5e22dcb-aa54-4825-b422-a6b74624f705" providerId="AD" clId="Web-{7F76E428-0F77-C252-E400-DE4DC8B6956E}" dt="2022-08-16T15:33:29.324" v="220" actId="20577"/>
          <ac:spMkLst>
            <pc:docMk/>
            <pc:sldMk cId="1006650640" sldId="280"/>
            <ac:spMk id="2" creationId="{78699449-6983-CBEB-D24C-8481596BD551}"/>
          </ac:spMkLst>
        </pc:spChg>
        <pc:spChg chg="del mod">
          <ac:chgData name="Katie HARRISON" userId="S::kfharrison@wisc.edu::f5e22dcb-aa54-4825-b422-a6b74624f705" providerId="AD" clId="Web-{7F76E428-0F77-C252-E400-DE4DC8B6956E}" dt="2022-08-16T05:37:58.305" v="29"/>
          <ac:spMkLst>
            <pc:docMk/>
            <pc:sldMk cId="1006650640" sldId="280"/>
            <ac:spMk id="4" creationId="{777D1173-2998-FCEE-C31B-D961027E54B0}"/>
          </ac:spMkLst>
        </pc:spChg>
        <pc:spChg chg="add mod">
          <ac:chgData name="Katie HARRISON" userId="S::kfharrison@wisc.edu::f5e22dcb-aa54-4825-b422-a6b74624f705" providerId="AD" clId="Web-{7F76E428-0F77-C252-E400-DE4DC8B6956E}" dt="2022-08-16T10:19:04.129" v="154" actId="20577"/>
          <ac:spMkLst>
            <pc:docMk/>
            <pc:sldMk cId="1006650640" sldId="280"/>
            <ac:spMk id="4" creationId="{D0E45E02-3FB4-7D7A-17B5-1E92B196A0A6}"/>
          </ac:spMkLst>
        </pc:spChg>
        <pc:spChg chg="mod ord">
          <ac:chgData name="Katie HARRISON" userId="S::kfharrison@wisc.edu::f5e22dcb-aa54-4825-b422-a6b74624f705" providerId="AD" clId="Web-{7F76E428-0F77-C252-E400-DE4DC8B6956E}" dt="2022-08-16T05:39:51.148" v="35"/>
          <ac:spMkLst>
            <pc:docMk/>
            <pc:sldMk cId="1006650640" sldId="280"/>
            <ac:spMk id="5" creationId="{D4495493-FF8C-EB96-7E90-73EA67B7E618}"/>
          </ac:spMkLst>
        </pc:spChg>
        <pc:spChg chg="add mod">
          <ac:chgData name="Katie HARRISON" userId="S::kfharrison@wisc.edu::f5e22dcb-aa54-4825-b422-a6b74624f705" providerId="AD" clId="Web-{7F76E428-0F77-C252-E400-DE4DC8B6956E}" dt="2022-08-16T05:40:35.977" v="54" actId="14100"/>
          <ac:spMkLst>
            <pc:docMk/>
            <pc:sldMk cId="1006650640" sldId="280"/>
            <ac:spMk id="6" creationId="{7655B94F-FE48-4295-4A78-C12CAD127C81}"/>
          </ac:spMkLst>
        </pc:spChg>
        <pc:spChg chg="add mod">
          <ac:chgData name="Katie HARRISON" userId="S::kfharrison@wisc.edu::f5e22dcb-aa54-4825-b422-a6b74624f705" providerId="AD" clId="Web-{7F76E428-0F77-C252-E400-DE4DC8B6956E}" dt="2022-08-16T10:05:07.043" v="114" actId="1076"/>
          <ac:spMkLst>
            <pc:docMk/>
            <pc:sldMk cId="1006650640" sldId="280"/>
            <ac:spMk id="7" creationId="{BA012E80-5276-411D-E118-F96FB1579ACD}"/>
          </ac:spMkLst>
        </pc:spChg>
        <pc:spChg chg="del">
          <ac:chgData name="Katie HARRISON" userId="S::kfharrison@wisc.edu::f5e22dcb-aa54-4825-b422-a6b74624f705" providerId="AD" clId="Web-{7F76E428-0F77-C252-E400-DE4DC8B6956E}" dt="2022-08-16T05:38:04.914" v="31"/>
          <ac:spMkLst>
            <pc:docMk/>
            <pc:sldMk cId="1006650640" sldId="280"/>
            <ac:spMk id="10" creationId="{D5B6B3F6-4E73-B55E-8301-BA1E58AD1336}"/>
          </ac:spMkLst>
        </pc:spChg>
        <pc:spChg chg="del">
          <ac:chgData name="Katie HARRISON" userId="S::kfharrison@wisc.edu::f5e22dcb-aa54-4825-b422-a6b74624f705" providerId="AD" clId="Web-{7F76E428-0F77-C252-E400-DE4DC8B6956E}" dt="2022-08-16T05:38:20.570" v="32"/>
          <ac:spMkLst>
            <pc:docMk/>
            <pc:sldMk cId="1006650640" sldId="280"/>
            <ac:spMk id="13" creationId="{35DC1F1C-1C8B-F4C9-BB24-B56AB48376EB}"/>
          </ac:spMkLst>
        </pc:spChg>
        <pc:spChg chg="add">
          <ac:chgData name="Katie HARRISON" userId="S::kfharrison@wisc.edu::f5e22dcb-aa54-4825-b422-a6b74624f705" providerId="AD" clId="Web-{7F76E428-0F77-C252-E400-DE4DC8B6956E}" dt="2022-08-16T05:39:51.148" v="35"/>
          <ac:spMkLst>
            <pc:docMk/>
            <pc:sldMk cId="1006650640" sldId="280"/>
            <ac:spMk id="14" creationId="{8D06CE56-3881-4ADA-8CEF-D18B02C242A3}"/>
          </ac:spMkLst>
        </pc:spChg>
        <pc:spChg chg="add">
          <ac:chgData name="Katie HARRISON" userId="S::kfharrison@wisc.edu::f5e22dcb-aa54-4825-b422-a6b74624f705" providerId="AD" clId="Web-{7F76E428-0F77-C252-E400-DE4DC8B6956E}" dt="2022-08-16T05:39:51.148" v="35"/>
          <ac:spMkLst>
            <pc:docMk/>
            <pc:sldMk cId="1006650640" sldId="280"/>
            <ac:spMk id="16" creationId="{79F3C543-62EC-4433-9C93-A2CD8764E9B4}"/>
          </ac:spMkLst>
        </pc:spChg>
        <pc:spChg chg="add">
          <ac:chgData name="Katie HARRISON" userId="S::kfharrison@wisc.edu::f5e22dcb-aa54-4825-b422-a6b74624f705" providerId="AD" clId="Web-{7F76E428-0F77-C252-E400-DE4DC8B6956E}" dt="2022-08-16T05:39:51.148" v="35"/>
          <ac:spMkLst>
            <pc:docMk/>
            <pc:sldMk cId="1006650640" sldId="280"/>
            <ac:spMk id="18" creationId="{68AF5748-FED8-45BA-8631-26D1D10F3246}"/>
          </ac:spMkLst>
        </pc:spChg>
        <pc:spChg chg="add">
          <ac:chgData name="Katie HARRISON" userId="S::kfharrison@wisc.edu::f5e22dcb-aa54-4825-b422-a6b74624f705" providerId="AD" clId="Web-{7F76E428-0F77-C252-E400-DE4DC8B6956E}" dt="2022-08-16T05:39:51.148" v="35"/>
          <ac:spMkLst>
            <pc:docMk/>
            <pc:sldMk cId="1006650640" sldId="280"/>
            <ac:spMk id="20" creationId="{AF2F604E-43BE-4DC3-B983-E071523364F8}"/>
          </ac:spMkLst>
        </pc:spChg>
        <pc:spChg chg="add">
          <ac:chgData name="Katie HARRISON" userId="S::kfharrison@wisc.edu::f5e22dcb-aa54-4825-b422-a6b74624f705" providerId="AD" clId="Web-{7F76E428-0F77-C252-E400-DE4DC8B6956E}" dt="2022-08-16T05:39:51.148" v="35"/>
          <ac:spMkLst>
            <pc:docMk/>
            <pc:sldMk cId="1006650640" sldId="280"/>
            <ac:spMk id="22" creationId="{08C9B587-E65E-4B52-B37C-ABEBB6E87928}"/>
          </ac:spMkLst>
        </pc:spChg>
        <pc:picChg chg="mod">
          <ac:chgData name="Katie HARRISON" userId="S::kfharrison@wisc.edu::f5e22dcb-aa54-4825-b422-a6b74624f705" providerId="AD" clId="Web-{7F76E428-0F77-C252-E400-DE4DC8B6956E}" dt="2022-08-16T05:40:47.680" v="55" actId="1076"/>
          <ac:picMkLst>
            <pc:docMk/>
            <pc:sldMk cId="1006650640" sldId="280"/>
            <ac:picMk id="9" creationId="{2643A441-C519-A7AB-6472-D4A5696747A2}"/>
          </ac:picMkLst>
        </pc:picChg>
      </pc:sldChg>
      <pc:sldChg chg="addSp delSp modSp modCm">
        <pc:chgData name="Katie HARRISON" userId="S::kfharrison@wisc.edu::f5e22dcb-aa54-4825-b422-a6b74624f705" providerId="AD" clId="Web-{7F76E428-0F77-C252-E400-DE4DC8B6956E}" dt="2022-08-16T15:29:21.640" v="170" actId="20577"/>
        <pc:sldMkLst>
          <pc:docMk/>
          <pc:sldMk cId="608946128" sldId="281"/>
        </pc:sldMkLst>
        <pc:spChg chg="add del mod">
          <ac:chgData name="Katie HARRISON" userId="S::kfharrison@wisc.edu::f5e22dcb-aa54-4825-b422-a6b74624f705" providerId="AD" clId="Web-{7F76E428-0F77-C252-E400-DE4DC8B6956E}" dt="2022-08-16T15:29:21.640" v="170" actId="20577"/>
          <ac:spMkLst>
            <pc:docMk/>
            <pc:sldMk cId="608946128" sldId="281"/>
            <ac:spMk id="5" creationId="{F152EBBB-DF7A-3D9C-0CEE-2A40FBC7A427}"/>
          </ac:spMkLst>
        </pc:spChg>
        <pc:spChg chg="add del mod">
          <ac:chgData name="Katie HARRISON" userId="S::kfharrison@wisc.edu::f5e22dcb-aa54-4825-b422-a6b74624f705" providerId="AD" clId="Web-{7F76E428-0F77-C252-E400-DE4DC8B6956E}" dt="2022-08-16T15:29:04.515" v="160"/>
          <ac:spMkLst>
            <pc:docMk/>
            <pc:sldMk cId="608946128" sldId="281"/>
            <ac:spMk id="6" creationId="{EDCDBCFA-F61A-CFBF-C939-85A6E8D2AAA6}"/>
          </ac:spMkLst>
        </pc:spChg>
      </pc:sldChg>
      <pc:sldChg chg="modSp">
        <pc:chgData name="Katie HARRISON" userId="S::kfharrison@wisc.edu::f5e22dcb-aa54-4825-b422-a6b74624f705" providerId="AD" clId="Web-{7F76E428-0F77-C252-E400-DE4DC8B6956E}" dt="2022-08-16T15:29:36.249" v="174" actId="20577"/>
        <pc:sldMkLst>
          <pc:docMk/>
          <pc:sldMk cId="1183662717" sldId="282"/>
        </pc:sldMkLst>
        <pc:spChg chg="mod">
          <ac:chgData name="Katie HARRISON" userId="S::kfharrison@wisc.edu::f5e22dcb-aa54-4825-b422-a6b74624f705" providerId="AD" clId="Web-{7F76E428-0F77-C252-E400-DE4DC8B6956E}" dt="2022-08-16T15:29:36.249" v="174" actId="20577"/>
          <ac:spMkLst>
            <pc:docMk/>
            <pc:sldMk cId="1183662717" sldId="282"/>
            <ac:spMk id="6" creationId="{DC5253B5-CD13-B669-180C-AD0A2FB17E76}"/>
          </ac:spMkLst>
        </pc:spChg>
      </pc:sldChg>
    </pc:docChg>
  </pc:docChgLst>
  <pc:docChgLst>
    <pc:chgData name="Katie HARRISON" userId="S::kfharrison@wisc.edu::f5e22dcb-aa54-4825-b422-a6b74624f705" providerId="AD" clId="Web-{07357271-CE70-C1AE-3476-5AC6BDF65929}"/>
    <pc:docChg chg="modSld">
      <pc:chgData name="Katie HARRISON" userId="S::kfharrison@wisc.edu::f5e22dcb-aa54-4825-b422-a6b74624f705" providerId="AD" clId="Web-{07357271-CE70-C1AE-3476-5AC6BDF65929}" dt="2022-08-15T14:21:02.950" v="298"/>
      <pc:docMkLst>
        <pc:docMk/>
      </pc:docMkLst>
      <pc:sldChg chg="modNotes">
        <pc:chgData name="Katie HARRISON" userId="S::kfharrison@wisc.edu::f5e22dcb-aa54-4825-b422-a6b74624f705" providerId="AD" clId="Web-{07357271-CE70-C1AE-3476-5AC6BDF65929}" dt="2022-08-15T14:21:02.950" v="298"/>
        <pc:sldMkLst>
          <pc:docMk/>
          <pc:sldMk cId="861447989" sldId="266"/>
        </pc:sldMkLst>
      </pc:sldChg>
      <pc:sldChg chg="modNotes">
        <pc:chgData name="Katie HARRISON" userId="S::kfharrison@wisc.edu::f5e22dcb-aa54-4825-b422-a6b74624f705" providerId="AD" clId="Web-{07357271-CE70-C1AE-3476-5AC6BDF65929}" dt="2022-08-15T14:20:02.325" v="280"/>
        <pc:sldMkLst>
          <pc:docMk/>
          <pc:sldMk cId="566026939" sldId="283"/>
        </pc:sldMkLst>
      </pc:sldChg>
    </pc:docChg>
  </pc:docChgLst>
  <pc:docChgLst>
    <pc:chgData name="Katie HARRISON" userId="S::kfharrison@wisc.edu::f5e22dcb-aa54-4825-b422-a6b74624f705" providerId="AD" clId="Web-{095512D6-9F7A-DE3A-75BA-403B1257B475}"/>
    <pc:docChg chg="delSld modSld sldOrd">
      <pc:chgData name="Katie HARRISON" userId="S::kfharrison@wisc.edu::f5e22dcb-aa54-4825-b422-a6b74624f705" providerId="AD" clId="Web-{095512D6-9F7A-DE3A-75BA-403B1257B475}" dt="2022-08-14T08:56:27.863" v="876" actId="20577"/>
      <pc:docMkLst>
        <pc:docMk/>
      </pc:docMkLst>
      <pc:sldChg chg="addSp delSp modSp addAnim delAnim">
        <pc:chgData name="Katie HARRISON" userId="S::kfharrison@wisc.edu::f5e22dcb-aa54-4825-b422-a6b74624f705" providerId="AD" clId="Web-{095512D6-9F7A-DE3A-75BA-403B1257B475}" dt="2022-08-14T08:56:27.863" v="876" actId="20577"/>
        <pc:sldMkLst>
          <pc:docMk/>
          <pc:sldMk cId="2509158788" sldId="259"/>
        </pc:sldMkLst>
        <pc:spChg chg="add mod">
          <ac:chgData name="Katie HARRISON" userId="S::kfharrison@wisc.edu::f5e22dcb-aa54-4825-b422-a6b74624f705" providerId="AD" clId="Web-{095512D6-9F7A-DE3A-75BA-403B1257B475}" dt="2022-08-14T08:56:27.863" v="876" actId="20577"/>
          <ac:spMkLst>
            <pc:docMk/>
            <pc:sldMk cId="2509158788" sldId="259"/>
            <ac:spMk id="2" creationId="{6334FFBF-4AE8-1EA1-F780-D6603094931D}"/>
          </ac:spMkLst>
        </pc:spChg>
        <pc:spChg chg="add del mod">
          <ac:chgData name="Katie HARRISON" userId="S::kfharrison@wisc.edu::f5e22dcb-aa54-4825-b422-a6b74624f705" providerId="AD" clId="Web-{095512D6-9F7A-DE3A-75BA-403B1257B475}" dt="2022-08-14T08:56:24.113" v="874" actId="20577"/>
          <ac:spMkLst>
            <pc:docMk/>
            <pc:sldMk cId="2509158788" sldId="259"/>
            <ac:spMk id="3" creationId="{15E21F0B-0442-2631-044F-733244555DA4}"/>
          </ac:spMkLst>
        </pc:spChg>
        <pc:spChg chg="mod ord">
          <ac:chgData name="Katie HARRISON" userId="S::kfharrison@wisc.edu::f5e22dcb-aa54-4825-b422-a6b74624f705" providerId="AD" clId="Web-{095512D6-9F7A-DE3A-75BA-403B1257B475}" dt="2022-08-14T08:55:49.902" v="855"/>
          <ac:spMkLst>
            <pc:docMk/>
            <pc:sldMk cId="2509158788" sldId="259"/>
            <ac:spMk id="4" creationId="{05DB6340-162A-4892-7705-8487110AA7DD}"/>
          </ac:spMkLst>
        </pc:spChg>
        <pc:spChg chg="add del mod">
          <ac:chgData name="Katie HARRISON" userId="S::kfharrison@wisc.edu::f5e22dcb-aa54-4825-b422-a6b74624f705" providerId="AD" clId="Web-{095512D6-9F7A-DE3A-75BA-403B1257B475}" dt="2022-08-14T08:55:54.684" v="858"/>
          <ac:spMkLst>
            <pc:docMk/>
            <pc:sldMk cId="2509158788" sldId="259"/>
            <ac:spMk id="7" creationId="{E9DD4CED-DA2D-ADA6-DEF4-663D5E521ED1}"/>
          </ac:spMkLst>
        </pc:spChg>
        <pc:spChg chg="del">
          <ac:chgData name="Katie HARRISON" userId="S::kfharrison@wisc.edu::f5e22dcb-aa54-4825-b422-a6b74624f705" providerId="AD" clId="Web-{095512D6-9F7A-DE3A-75BA-403B1257B475}" dt="2022-08-14T08:55:49.902" v="855"/>
          <ac:spMkLst>
            <pc:docMk/>
            <pc:sldMk cId="2509158788" sldId="259"/>
            <ac:spMk id="13" creationId="{8D06CE56-3881-4ADA-8CEF-D18B02C242A3}"/>
          </ac:spMkLst>
        </pc:spChg>
        <pc:spChg chg="del">
          <ac:chgData name="Katie HARRISON" userId="S::kfharrison@wisc.edu::f5e22dcb-aa54-4825-b422-a6b74624f705" providerId="AD" clId="Web-{095512D6-9F7A-DE3A-75BA-403B1257B475}" dt="2022-08-14T08:55:49.902" v="855"/>
          <ac:spMkLst>
            <pc:docMk/>
            <pc:sldMk cId="2509158788" sldId="259"/>
            <ac:spMk id="15" creationId="{79F3C543-62EC-4433-9C93-A2CD8764E9B4}"/>
          </ac:spMkLst>
        </pc:spChg>
        <pc:spChg chg="del">
          <ac:chgData name="Katie HARRISON" userId="S::kfharrison@wisc.edu::f5e22dcb-aa54-4825-b422-a6b74624f705" providerId="AD" clId="Web-{095512D6-9F7A-DE3A-75BA-403B1257B475}" dt="2022-08-14T08:55:49.902" v="855"/>
          <ac:spMkLst>
            <pc:docMk/>
            <pc:sldMk cId="2509158788" sldId="259"/>
            <ac:spMk id="17" creationId="{017517EF-BD4D-4055-BDB4-A322C53568AD}"/>
          </ac:spMkLst>
        </pc:spChg>
        <pc:spChg chg="del">
          <ac:chgData name="Katie HARRISON" userId="S::kfharrison@wisc.edu::f5e22dcb-aa54-4825-b422-a6b74624f705" providerId="AD" clId="Web-{095512D6-9F7A-DE3A-75BA-403B1257B475}" dt="2022-08-14T08:55:49.902" v="855"/>
          <ac:spMkLst>
            <pc:docMk/>
            <pc:sldMk cId="2509158788" sldId="259"/>
            <ac:spMk id="19" creationId="{0ADDB668-2CA4-4D2B-9C34-3487CA330BA8}"/>
          </ac:spMkLst>
        </pc:spChg>
        <pc:spChg chg="del">
          <ac:chgData name="Katie HARRISON" userId="S::kfharrison@wisc.edu::f5e22dcb-aa54-4825-b422-a6b74624f705" providerId="AD" clId="Web-{095512D6-9F7A-DE3A-75BA-403B1257B475}" dt="2022-08-14T08:55:49.902" v="855"/>
          <ac:spMkLst>
            <pc:docMk/>
            <pc:sldMk cId="2509158788" sldId="259"/>
            <ac:spMk id="21" creationId="{2568BC19-F052-4108-93E1-6A3D1DEC072F}"/>
          </ac:spMkLst>
        </pc:spChg>
        <pc:spChg chg="del">
          <ac:chgData name="Katie HARRISON" userId="S::kfharrison@wisc.edu::f5e22dcb-aa54-4825-b422-a6b74624f705" providerId="AD" clId="Web-{095512D6-9F7A-DE3A-75BA-403B1257B475}" dt="2022-08-14T08:55:49.902" v="855"/>
          <ac:spMkLst>
            <pc:docMk/>
            <pc:sldMk cId="2509158788" sldId="259"/>
            <ac:spMk id="23" creationId="{D5FD337D-4D6B-4C8B-B6F5-121097E09881}"/>
          </ac:spMkLst>
        </pc:spChg>
        <pc:spChg chg="add">
          <ac:chgData name="Katie HARRISON" userId="S::kfharrison@wisc.edu::f5e22dcb-aa54-4825-b422-a6b74624f705" providerId="AD" clId="Web-{095512D6-9F7A-DE3A-75BA-403B1257B475}" dt="2022-08-14T08:55:49.902" v="855"/>
          <ac:spMkLst>
            <pc:docMk/>
            <pc:sldMk cId="2509158788" sldId="259"/>
            <ac:spMk id="25" creationId="{84ECDE7A-6944-466D-8FFE-149A29BA6BAE}"/>
          </ac:spMkLst>
        </pc:spChg>
        <pc:spChg chg="add">
          <ac:chgData name="Katie HARRISON" userId="S::kfharrison@wisc.edu::f5e22dcb-aa54-4825-b422-a6b74624f705" providerId="AD" clId="Web-{095512D6-9F7A-DE3A-75BA-403B1257B475}" dt="2022-08-14T08:55:49.902" v="855"/>
          <ac:spMkLst>
            <pc:docMk/>
            <pc:sldMk cId="2509158788" sldId="259"/>
            <ac:spMk id="34" creationId="{768EB4DD-3704-43AD-92B3-C4E0C6EA92CB}"/>
          </ac:spMkLst>
        </pc:spChg>
        <pc:spChg chg="add">
          <ac:chgData name="Katie HARRISON" userId="S::kfharrison@wisc.edu::f5e22dcb-aa54-4825-b422-a6b74624f705" providerId="AD" clId="Web-{095512D6-9F7A-DE3A-75BA-403B1257B475}" dt="2022-08-14T08:55:49.902" v="855"/>
          <ac:spMkLst>
            <pc:docMk/>
            <pc:sldMk cId="2509158788" sldId="259"/>
            <ac:spMk id="42" creationId="{B3420082-9415-44EC-802E-C77D71D59C57}"/>
          </ac:spMkLst>
        </pc:spChg>
        <pc:spChg chg="add">
          <ac:chgData name="Katie HARRISON" userId="S::kfharrison@wisc.edu::f5e22dcb-aa54-4825-b422-a6b74624f705" providerId="AD" clId="Web-{095512D6-9F7A-DE3A-75BA-403B1257B475}" dt="2022-08-14T08:55:49.902" v="855"/>
          <ac:spMkLst>
            <pc:docMk/>
            <pc:sldMk cId="2509158788" sldId="259"/>
            <ac:spMk id="43" creationId="{55A52C45-1FCB-4636-A80F-2849B8226C01}"/>
          </ac:spMkLst>
        </pc:spChg>
        <pc:picChg chg="mod">
          <ac:chgData name="Katie HARRISON" userId="S::kfharrison@wisc.edu::f5e22dcb-aa54-4825-b422-a6b74624f705" providerId="AD" clId="Web-{095512D6-9F7A-DE3A-75BA-403B1257B475}" dt="2022-08-14T08:55:49.902" v="855"/>
          <ac:picMkLst>
            <pc:docMk/>
            <pc:sldMk cId="2509158788" sldId="259"/>
            <ac:picMk id="5" creationId="{F64732B0-743E-0C1A-7EC9-89857311D657}"/>
          </ac:picMkLst>
        </pc:picChg>
      </pc:sldChg>
      <pc:sldChg chg="addSp delSp modSp">
        <pc:chgData name="Katie HARRISON" userId="S::kfharrison@wisc.edu::f5e22dcb-aa54-4825-b422-a6b74624f705" providerId="AD" clId="Web-{095512D6-9F7A-DE3A-75BA-403B1257B475}" dt="2022-08-14T08:47:38.101" v="836" actId="1076"/>
        <pc:sldMkLst>
          <pc:docMk/>
          <pc:sldMk cId="1686000644" sldId="263"/>
        </pc:sldMkLst>
        <pc:picChg chg="add mod">
          <ac:chgData name="Katie HARRISON" userId="S::kfharrison@wisc.edu::f5e22dcb-aa54-4825-b422-a6b74624f705" providerId="AD" clId="Web-{095512D6-9F7A-DE3A-75BA-403B1257B475}" dt="2022-08-14T08:47:38.101" v="836" actId="1076"/>
          <ac:picMkLst>
            <pc:docMk/>
            <pc:sldMk cId="1686000644" sldId="263"/>
            <ac:picMk id="3" creationId="{433513B2-DD55-F6E1-F83D-6C7C60D63440}"/>
          </ac:picMkLst>
        </pc:picChg>
        <pc:picChg chg="del">
          <ac:chgData name="Katie HARRISON" userId="S::kfharrison@wisc.edu::f5e22dcb-aa54-4825-b422-a6b74624f705" providerId="AD" clId="Web-{095512D6-9F7A-DE3A-75BA-403B1257B475}" dt="2022-08-14T08:47:23.398" v="830"/>
          <ac:picMkLst>
            <pc:docMk/>
            <pc:sldMk cId="1686000644" sldId="263"/>
            <ac:picMk id="4" creationId="{11EB0236-E7D4-4DFA-32E6-7AF84892E993}"/>
          </ac:picMkLst>
        </pc:picChg>
      </pc:sldChg>
      <pc:sldChg chg="del">
        <pc:chgData name="Katie HARRISON" userId="S::kfharrison@wisc.edu::f5e22dcb-aa54-4825-b422-a6b74624f705" providerId="AD" clId="Web-{095512D6-9F7A-DE3A-75BA-403B1257B475}" dt="2022-08-14T08:02:03.557" v="592"/>
        <pc:sldMkLst>
          <pc:docMk/>
          <pc:sldMk cId="1975411790" sldId="273"/>
        </pc:sldMkLst>
      </pc:sldChg>
      <pc:sldChg chg="modSp">
        <pc:chgData name="Katie HARRISON" userId="S::kfharrison@wisc.edu::f5e22dcb-aa54-4825-b422-a6b74624f705" providerId="AD" clId="Web-{095512D6-9F7A-DE3A-75BA-403B1257B475}" dt="2022-08-14T08:19:19.427" v="825" actId="20577"/>
        <pc:sldMkLst>
          <pc:docMk/>
          <pc:sldMk cId="1253204765" sldId="275"/>
        </pc:sldMkLst>
        <pc:spChg chg="mod">
          <ac:chgData name="Katie HARRISON" userId="S::kfharrison@wisc.edu::f5e22dcb-aa54-4825-b422-a6b74624f705" providerId="AD" clId="Web-{095512D6-9F7A-DE3A-75BA-403B1257B475}" dt="2022-08-14T08:19:19.427" v="825" actId="20577"/>
          <ac:spMkLst>
            <pc:docMk/>
            <pc:sldMk cId="1253204765" sldId="275"/>
            <ac:spMk id="12" creationId="{E6578B81-A555-63E5-66B3-3E5C7D98A6A6}"/>
          </ac:spMkLst>
        </pc:spChg>
        <pc:spChg chg="mod">
          <ac:chgData name="Katie HARRISON" userId="S::kfharrison@wisc.edu::f5e22dcb-aa54-4825-b422-a6b74624f705" providerId="AD" clId="Web-{095512D6-9F7A-DE3A-75BA-403B1257B475}" dt="2022-08-14T08:11:03.883" v="612" actId="20577"/>
          <ac:spMkLst>
            <pc:docMk/>
            <pc:sldMk cId="1253204765" sldId="275"/>
            <ac:spMk id="15" creationId="{CB97674F-F074-F7F9-32A8-54C10ED7287E}"/>
          </ac:spMkLst>
        </pc:spChg>
      </pc:sldChg>
      <pc:sldChg chg="modSp ord modCm">
        <pc:chgData name="Katie HARRISON" userId="S::kfharrison@wisc.edu::f5e22dcb-aa54-4825-b422-a6b74624f705" providerId="AD" clId="Web-{095512D6-9F7A-DE3A-75BA-403B1257B475}" dt="2022-08-14T07:59:01.303" v="535" actId="20577"/>
        <pc:sldMkLst>
          <pc:docMk/>
          <pc:sldMk cId="608946128" sldId="281"/>
        </pc:sldMkLst>
        <pc:spChg chg="mod">
          <ac:chgData name="Katie HARRISON" userId="S::kfharrison@wisc.edu::f5e22dcb-aa54-4825-b422-a6b74624f705" providerId="AD" clId="Web-{095512D6-9F7A-DE3A-75BA-403B1257B475}" dt="2022-08-14T07:48:49.428" v="398" actId="20577"/>
          <ac:spMkLst>
            <pc:docMk/>
            <pc:sldMk cId="608946128" sldId="281"/>
            <ac:spMk id="3" creationId="{B1ED300C-3926-D0E1-0DA7-1383EC2C8071}"/>
          </ac:spMkLst>
        </pc:spChg>
        <pc:spChg chg="mod">
          <ac:chgData name="Katie HARRISON" userId="S::kfharrison@wisc.edu::f5e22dcb-aa54-4825-b422-a6b74624f705" providerId="AD" clId="Web-{095512D6-9F7A-DE3A-75BA-403B1257B475}" dt="2022-08-14T07:59:01.303" v="535" actId="20577"/>
          <ac:spMkLst>
            <pc:docMk/>
            <pc:sldMk cId="608946128" sldId="281"/>
            <ac:spMk id="5" creationId="{F152EBBB-DF7A-3D9C-0CEE-2A40FBC7A427}"/>
          </ac:spMkLst>
        </pc:spChg>
      </pc:sldChg>
      <pc:sldChg chg="addSp delSp modSp">
        <pc:chgData name="Katie HARRISON" userId="S::kfharrison@wisc.edu::f5e22dcb-aa54-4825-b422-a6b74624f705" providerId="AD" clId="Web-{095512D6-9F7A-DE3A-75BA-403B1257B475}" dt="2022-08-14T08:55:31.242" v="854" actId="20577"/>
        <pc:sldMkLst>
          <pc:docMk/>
          <pc:sldMk cId="1183662717" sldId="282"/>
        </pc:sldMkLst>
        <pc:spChg chg="mod">
          <ac:chgData name="Katie HARRISON" userId="S::kfharrison@wisc.edu::f5e22dcb-aa54-4825-b422-a6b74624f705" providerId="AD" clId="Web-{095512D6-9F7A-DE3A-75BA-403B1257B475}" dt="2022-08-14T08:55:31.242" v="854" actId="20577"/>
          <ac:spMkLst>
            <pc:docMk/>
            <pc:sldMk cId="1183662717" sldId="282"/>
            <ac:spMk id="2" creationId="{06544138-86F3-6D2C-FFB2-9ED7D4BA8032}"/>
          </ac:spMkLst>
        </pc:spChg>
        <pc:spChg chg="mod">
          <ac:chgData name="Katie HARRISON" userId="S::kfharrison@wisc.edu::f5e22dcb-aa54-4825-b422-a6b74624f705" providerId="AD" clId="Web-{095512D6-9F7A-DE3A-75BA-403B1257B475}" dt="2022-08-14T08:29:14.035" v="829" actId="20577"/>
          <ac:spMkLst>
            <pc:docMk/>
            <pc:sldMk cId="1183662717" sldId="282"/>
            <ac:spMk id="4" creationId="{E81A02D8-BB7A-BDF1-9DB1-E97BA6501694}"/>
          </ac:spMkLst>
        </pc:spChg>
        <pc:spChg chg="add mod">
          <ac:chgData name="Katie HARRISON" userId="S::kfharrison@wisc.edu::f5e22dcb-aa54-4825-b422-a6b74624f705" providerId="AD" clId="Web-{095512D6-9F7A-DE3A-75BA-403B1257B475}" dt="2022-08-14T08:19:12.426" v="821" actId="20577"/>
          <ac:spMkLst>
            <pc:docMk/>
            <pc:sldMk cId="1183662717" sldId="282"/>
            <ac:spMk id="6" creationId="{DC5253B5-CD13-B669-180C-AD0A2FB17E76}"/>
          </ac:spMkLst>
        </pc:spChg>
        <pc:picChg chg="add del">
          <ac:chgData name="Katie HARRISON" userId="S::kfharrison@wisc.edu::f5e22dcb-aa54-4825-b422-a6b74624f705" providerId="AD" clId="Web-{095512D6-9F7A-DE3A-75BA-403B1257B475}" dt="2022-08-14T08:18:36.113" v="764"/>
          <ac:picMkLst>
            <pc:docMk/>
            <pc:sldMk cId="1183662717" sldId="282"/>
            <ac:picMk id="8" creationId="{D66A8511-656B-1255-7002-99822947031A}"/>
          </ac:picMkLst>
        </pc:picChg>
      </pc:sldChg>
      <pc:sldChg chg="addSp delSp modSp">
        <pc:chgData name="Katie HARRISON" userId="S::kfharrison@wisc.edu::f5e22dcb-aa54-4825-b422-a6b74624f705" providerId="AD" clId="Web-{095512D6-9F7A-DE3A-75BA-403B1257B475}" dt="2022-08-14T07:12:02.139" v="171" actId="1076"/>
        <pc:sldMkLst>
          <pc:docMk/>
          <pc:sldMk cId="3102211442" sldId="284"/>
        </pc:sldMkLst>
        <pc:spChg chg="add del mod">
          <ac:chgData name="Katie HARRISON" userId="S::kfharrison@wisc.edu::f5e22dcb-aa54-4825-b422-a6b74624f705" providerId="AD" clId="Web-{095512D6-9F7A-DE3A-75BA-403B1257B475}" dt="2022-08-14T06:50:47.722" v="16"/>
          <ac:spMkLst>
            <pc:docMk/>
            <pc:sldMk cId="3102211442" sldId="284"/>
            <ac:spMk id="3" creationId="{B7790C1F-FCA1-C0C7-B413-D10D9581DC29}"/>
          </ac:spMkLst>
        </pc:spChg>
        <pc:spChg chg="mod">
          <ac:chgData name="Katie HARRISON" userId="S::kfharrison@wisc.edu::f5e22dcb-aa54-4825-b422-a6b74624f705" providerId="AD" clId="Web-{095512D6-9F7A-DE3A-75BA-403B1257B475}" dt="2022-08-14T07:07:59.958" v="117" actId="20577"/>
          <ac:spMkLst>
            <pc:docMk/>
            <pc:sldMk cId="3102211442" sldId="284"/>
            <ac:spMk id="4" creationId="{E556866B-84AB-18AA-595B-5A155F6F37DF}"/>
          </ac:spMkLst>
        </pc:spChg>
        <pc:spChg chg="del mod">
          <ac:chgData name="Katie HARRISON" userId="S::kfharrison@wisc.edu::f5e22dcb-aa54-4825-b422-a6b74624f705" providerId="AD" clId="Web-{095512D6-9F7A-DE3A-75BA-403B1257B475}" dt="2022-08-14T07:06:15.798" v="88"/>
          <ac:spMkLst>
            <pc:docMk/>
            <pc:sldMk cId="3102211442" sldId="284"/>
            <ac:spMk id="6" creationId="{B300463A-BF39-CA69-A2A4-C27B51F0CC7F}"/>
          </ac:spMkLst>
        </pc:spChg>
        <pc:spChg chg="add del mod">
          <ac:chgData name="Katie HARRISON" userId="S::kfharrison@wisc.edu::f5e22dcb-aa54-4825-b422-a6b74624f705" providerId="AD" clId="Web-{095512D6-9F7A-DE3A-75BA-403B1257B475}" dt="2022-08-14T06:54:15.845" v="25"/>
          <ac:spMkLst>
            <pc:docMk/>
            <pc:sldMk cId="3102211442" sldId="284"/>
            <ac:spMk id="10" creationId="{51E3DEFE-8A07-5E38-41C2-DB884A73C989}"/>
          </ac:spMkLst>
        </pc:spChg>
        <pc:spChg chg="add del">
          <ac:chgData name="Katie HARRISON" userId="S::kfharrison@wisc.edu::f5e22dcb-aa54-4825-b422-a6b74624f705" providerId="AD" clId="Web-{095512D6-9F7A-DE3A-75BA-403B1257B475}" dt="2022-08-14T07:00:32.082" v="68"/>
          <ac:spMkLst>
            <pc:docMk/>
            <pc:sldMk cId="3102211442" sldId="284"/>
            <ac:spMk id="16" creationId="{8E02A37B-E5D7-6C3C-93F8-C2BD85FD16FE}"/>
          </ac:spMkLst>
        </pc:spChg>
        <pc:spChg chg="add mod">
          <ac:chgData name="Katie HARRISON" userId="S::kfharrison@wisc.edu::f5e22dcb-aa54-4825-b422-a6b74624f705" providerId="AD" clId="Web-{095512D6-9F7A-DE3A-75BA-403B1257B475}" dt="2022-08-14T07:11:09.215" v="156" actId="20577"/>
          <ac:spMkLst>
            <pc:docMk/>
            <pc:sldMk cId="3102211442" sldId="284"/>
            <ac:spMk id="17" creationId="{6A8A299B-816D-1BA0-61CD-20F30468DA11}"/>
          </ac:spMkLst>
        </pc:spChg>
        <pc:spChg chg="add del">
          <ac:chgData name="Katie HARRISON" userId="S::kfharrison@wisc.edu::f5e22dcb-aa54-4825-b422-a6b74624f705" providerId="AD" clId="Web-{095512D6-9F7A-DE3A-75BA-403B1257B475}" dt="2022-08-14T07:08:24.568" v="119"/>
          <ac:spMkLst>
            <pc:docMk/>
            <pc:sldMk cId="3102211442" sldId="284"/>
            <ac:spMk id="18" creationId="{8BE49068-44A6-B5BD-75FB-244C3948DBE3}"/>
          </ac:spMkLst>
        </pc:spChg>
        <pc:spChg chg="add mod">
          <ac:chgData name="Katie HARRISON" userId="S::kfharrison@wisc.edu::f5e22dcb-aa54-4825-b422-a6b74624f705" providerId="AD" clId="Web-{095512D6-9F7A-DE3A-75BA-403B1257B475}" dt="2022-08-14T07:11:57.654" v="170" actId="1076"/>
          <ac:spMkLst>
            <pc:docMk/>
            <pc:sldMk cId="3102211442" sldId="284"/>
            <ac:spMk id="19" creationId="{888B5148-B3F3-5CA9-C24B-966A9684ACE7}"/>
          </ac:spMkLst>
        </pc:spChg>
        <pc:spChg chg="add mod">
          <ac:chgData name="Katie HARRISON" userId="S::kfharrison@wisc.edu::f5e22dcb-aa54-4825-b422-a6b74624f705" providerId="AD" clId="Web-{095512D6-9F7A-DE3A-75BA-403B1257B475}" dt="2022-08-14T07:12:02.139" v="171" actId="1076"/>
          <ac:spMkLst>
            <pc:docMk/>
            <pc:sldMk cId="3102211442" sldId="284"/>
            <ac:spMk id="20" creationId="{DDEDE51C-9747-539E-747A-22B78A3183B0}"/>
          </ac:spMkLst>
        </pc:spChg>
        <pc:spChg chg="add mod">
          <ac:chgData name="Katie HARRISON" userId="S::kfharrison@wisc.edu::f5e22dcb-aa54-4825-b422-a6b74624f705" providerId="AD" clId="Web-{095512D6-9F7A-DE3A-75BA-403B1257B475}" dt="2022-08-14T07:11:19.903" v="159" actId="20577"/>
          <ac:spMkLst>
            <pc:docMk/>
            <pc:sldMk cId="3102211442" sldId="284"/>
            <ac:spMk id="22" creationId="{2AD5A640-A0E8-8915-4615-995DCDB0A9BA}"/>
          </ac:spMkLst>
        </pc:spChg>
        <pc:picChg chg="del mod">
          <ac:chgData name="Katie HARRISON" userId="S::kfharrison@wisc.edu::f5e22dcb-aa54-4825-b422-a6b74624f705" providerId="AD" clId="Web-{095512D6-9F7A-DE3A-75BA-403B1257B475}" dt="2022-08-14T06:54:12.579" v="24"/>
          <ac:picMkLst>
            <pc:docMk/>
            <pc:sldMk cId="3102211442" sldId="284"/>
            <ac:picMk id="5" creationId="{1F1E980E-3725-18AE-2949-8D14A59D2494}"/>
          </ac:picMkLst>
        </pc:picChg>
        <pc:picChg chg="add del mod">
          <ac:chgData name="Katie HARRISON" userId="S::kfharrison@wisc.edu::f5e22dcb-aa54-4825-b422-a6b74624f705" providerId="AD" clId="Web-{095512D6-9F7A-DE3A-75BA-403B1257B475}" dt="2022-08-14T07:10:07.072" v="138"/>
          <ac:picMkLst>
            <pc:docMk/>
            <pc:sldMk cId="3102211442" sldId="284"/>
            <ac:picMk id="7" creationId="{847C1229-54E0-0189-9C13-5D0BD8F85ACD}"/>
          </ac:picMkLst>
        </pc:picChg>
        <pc:picChg chg="add mod ord">
          <ac:chgData name="Katie HARRISON" userId="S::kfharrison@wisc.edu::f5e22dcb-aa54-4825-b422-a6b74624f705" providerId="AD" clId="Web-{095512D6-9F7A-DE3A-75BA-403B1257B475}" dt="2022-08-14T07:07:00.893" v="94" actId="14100"/>
          <ac:picMkLst>
            <pc:docMk/>
            <pc:sldMk cId="3102211442" sldId="284"/>
            <ac:picMk id="12" creationId="{C91D7D34-0FC5-6297-6E44-93C416F7C4CF}"/>
          </ac:picMkLst>
        </pc:picChg>
        <pc:picChg chg="add mod">
          <ac:chgData name="Katie HARRISON" userId="S::kfharrison@wisc.edu::f5e22dcb-aa54-4825-b422-a6b74624f705" providerId="AD" clId="Web-{095512D6-9F7A-DE3A-75BA-403B1257B475}" dt="2022-08-14T07:07:10.644" v="97" actId="14100"/>
          <ac:picMkLst>
            <pc:docMk/>
            <pc:sldMk cId="3102211442" sldId="284"/>
            <ac:picMk id="14" creationId="{710BECC1-69E1-5D1E-9F2F-4911D0A18166}"/>
          </ac:picMkLst>
        </pc:picChg>
        <pc:picChg chg="add mod">
          <ac:chgData name="Katie HARRISON" userId="S::kfharrison@wisc.edu::f5e22dcb-aa54-4825-b422-a6b74624f705" providerId="AD" clId="Web-{095512D6-9F7A-DE3A-75BA-403B1257B475}" dt="2022-08-14T07:10:33.073" v="142" actId="1076"/>
          <ac:picMkLst>
            <pc:docMk/>
            <pc:sldMk cId="3102211442" sldId="284"/>
            <ac:picMk id="21" creationId="{E48FA706-3279-EC2A-0030-F4B757A3552A}"/>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BB84E1F-7813-4AAC-B896-A7C14639E80A}" type="doc">
      <dgm:prSet loTypeId="urn:microsoft.com/office/officeart/2005/8/layout/list1" loCatId="list" qsTypeId="urn:microsoft.com/office/officeart/2005/8/quickstyle/simple2" qsCatId="simple" csTypeId="urn:microsoft.com/office/officeart/2005/8/colors/accent3_2" csCatId="accent3"/>
      <dgm:spPr/>
      <dgm:t>
        <a:bodyPr/>
        <a:lstStyle/>
        <a:p>
          <a:endParaRPr lang="en-US"/>
        </a:p>
      </dgm:t>
    </dgm:pt>
    <dgm:pt modelId="{30292E23-9D51-4D63-B674-2777D6BD9AE3}">
      <dgm:prSet/>
      <dgm:spPr/>
      <dgm:t>
        <a:bodyPr/>
        <a:lstStyle/>
        <a:p>
          <a:r>
            <a:rPr lang="en-US"/>
            <a:t>Supernova</a:t>
          </a:r>
        </a:p>
      </dgm:t>
    </dgm:pt>
    <dgm:pt modelId="{D82AC909-7804-4FDC-8FF5-1A2C9897C61C}" type="parTrans" cxnId="{53D9C313-9ECB-4E61-9F88-429C4E60FC23}">
      <dgm:prSet/>
      <dgm:spPr/>
      <dgm:t>
        <a:bodyPr/>
        <a:lstStyle/>
        <a:p>
          <a:endParaRPr lang="en-US"/>
        </a:p>
      </dgm:t>
    </dgm:pt>
    <dgm:pt modelId="{9E0072ED-9FF5-48A2-A1F5-A5C31B43D12F}" type="sibTrans" cxnId="{53D9C313-9ECB-4E61-9F88-429C4E60FC23}">
      <dgm:prSet/>
      <dgm:spPr/>
      <dgm:t>
        <a:bodyPr/>
        <a:lstStyle/>
        <a:p>
          <a:endParaRPr lang="en-US"/>
        </a:p>
      </dgm:t>
    </dgm:pt>
    <dgm:pt modelId="{FF0C62F9-4A7F-4C4D-91BF-EBCC6F5A6F14}">
      <dgm:prSet/>
      <dgm:spPr/>
      <dgm:t>
        <a:bodyPr/>
        <a:lstStyle/>
        <a:p>
          <a:r>
            <a:rPr lang="en-US">
              <a:latin typeface="Neue Haas Grotesk Text Pro"/>
            </a:rPr>
            <a:t>Neutrinos</a:t>
          </a:r>
          <a:endParaRPr lang="en-US"/>
        </a:p>
      </dgm:t>
    </dgm:pt>
    <dgm:pt modelId="{54796A4A-4E65-40F7-90A6-0546A1BCB2F4}" type="parTrans" cxnId="{BACA0918-2A07-476C-B7FA-E0A4C809E839}">
      <dgm:prSet/>
      <dgm:spPr/>
      <dgm:t>
        <a:bodyPr/>
        <a:lstStyle/>
        <a:p>
          <a:endParaRPr lang="en-US"/>
        </a:p>
      </dgm:t>
    </dgm:pt>
    <dgm:pt modelId="{8CE33B4B-5C5E-4C05-B133-FFBC0E33D584}" type="sibTrans" cxnId="{BACA0918-2A07-476C-B7FA-E0A4C809E839}">
      <dgm:prSet/>
      <dgm:spPr/>
      <dgm:t>
        <a:bodyPr/>
        <a:lstStyle/>
        <a:p>
          <a:endParaRPr lang="en-US"/>
        </a:p>
      </dgm:t>
    </dgm:pt>
    <dgm:pt modelId="{DA8D83AD-B05A-4AB5-AA25-25E713189A12}">
      <dgm:prSet/>
      <dgm:spPr/>
      <dgm:t>
        <a:bodyPr/>
        <a:lstStyle/>
        <a:p>
          <a:r>
            <a:rPr lang="en-US"/>
            <a:t>Hamiltonian</a:t>
          </a:r>
        </a:p>
      </dgm:t>
    </dgm:pt>
    <dgm:pt modelId="{519F6633-35E6-4797-868A-2C8AB7F8CFA9}" type="parTrans" cxnId="{626B1942-1370-4368-988F-55BF390346CB}">
      <dgm:prSet/>
      <dgm:spPr/>
      <dgm:t>
        <a:bodyPr/>
        <a:lstStyle/>
        <a:p>
          <a:endParaRPr lang="en-US"/>
        </a:p>
      </dgm:t>
    </dgm:pt>
    <dgm:pt modelId="{D814049D-9C64-49F2-BB7E-50481007493D}" type="sibTrans" cxnId="{626B1942-1370-4368-988F-55BF390346CB}">
      <dgm:prSet/>
      <dgm:spPr/>
      <dgm:t>
        <a:bodyPr/>
        <a:lstStyle/>
        <a:p>
          <a:endParaRPr lang="en-US"/>
        </a:p>
      </dgm:t>
    </dgm:pt>
    <dgm:pt modelId="{23972FA2-7B48-497D-AD63-80318FA846A0}">
      <dgm:prSet/>
      <dgm:spPr/>
      <dgm:t>
        <a:bodyPr/>
        <a:lstStyle/>
        <a:p>
          <a:r>
            <a:rPr lang="en-US"/>
            <a:t>Quantum</a:t>
          </a:r>
        </a:p>
      </dgm:t>
    </dgm:pt>
    <dgm:pt modelId="{E1E97F2F-C939-469D-A743-1BED59BBB7FE}" type="parTrans" cxnId="{5DD5098B-E832-4776-9053-8604D2B57AF3}">
      <dgm:prSet/>
      <dgm:spPr/>
      <dgm:t>
        <a:bodyPr/>
        <a:lstStyle/>
        <a:p>
          <a:endParaRPr lang="en-US"/>
        </a:p>
      </dgm:t>
    </dgm:pt>
    <dgm:pt modelId="{2C54360E-A16E-4F73-B4A2-190739B2C466}" type="sibTrans" cxnId="{5DD5098B-E832-4776-9053-8604D2B57AF3}">
      <dgm:prSet/>
      <dgm:spPr/>
      <dgm:t>
        <a:bodyPr/>
        <a:lstStyle/>
        <a:p>
          <a:endParaRPr lang="en-US"/>
        </a:p>
      </dgm:t>
    </dgm:pt>
    <dgm:pt modelId="{B319315C-9D8D-4392-9189-C27AF0CB43B2}" type="pres">
      <dgm:prSet presAssocID="{6BB84E1F-7813-4AAC-B896-A7C14639E80A}" presName="linear" presStyleCnt="0">
        <dgm:presLayoutVars>
          <dgm:dir/>
          <dgm:animLvl val="lvl"/>
          <dgm:resizeHandles val="exact"/>
        </dgm:presLayoutVars>
      </dgm:prSet>
      <dgm:spPr/>
    </dgm:pt>
    <dgm:pt modelId="{BD8C9D8F-1CF2-438F-9C35-B41382EF96D1}" type="pres">
      <dgm:prSet presAssocID="{30292E23-9D51-4D63-B674-2777D6BD9AE3}" presName="parentLin" presStyleCnt="0"/>
      <dgm:spPr/>
    </dgm:pt>
    <dgm:pt modelId="{8768D58A-68FA-42F3-90F1-96C7C8EA6936}" type="pres">
      <dgm:prSet presAssocID="{30292E23-9D51-4D63-B674-2777D6BD9AE3}" presName="parentLeftMargin" presStyleLbl="node1" presStyleIdx="0" presStyleCnt="4"/>
      <dgm:spPr/>
    </dgm:pt>
    <dgm:pt modelId="{57822217-B30F-4E9D-B9AA-DA251CDD44BE}" type="pres">
      <dgm:prSet presAssocID="{30292E23-9D51-4D63-B674-2777D6BD9AE3}" presName="parentText" presStyleLbl="node1" presStyleIdx="0" presStyleCnt="4">
        <dgm:presLayoutVars>
          <dgm:chMax val="0"/>
          <dgm:bulletEnabled val="1"/>
        </dgm:presLayoutVars>
      </dgm:prSet>
      <dgm:spPr/>
    </dgm:pt>
    <dgm:pt modelId="{6CB4EA4C-9B7E-40E5-8042-1914A2E5A850}" type="pres">
      <dgm:prSet presAssocID="{30292E23-9D51-4D63-B674-2777D6BD9AE3}" presName="negativeSpace" presStyleCnt="0"/>
      <dgm:spPr/>
    </dgm:pt>
    <dgm:pt modelId="{8C8F21BC-EB45-4EB1-B961-D44EF9D449C1}" type="pres">
      <dgm:prSet presAssocID="{30292E23-9D51-4D63-B674-2777D6BD9AE3}" presName="childText" presStyleLbl="conFgAcc1" presStyleIdx="0" presStyleCnt="4">
        <dgm:presLayoutVars>
          <dgm:bulletEnabled val="1"/>
        </dgm:presLayoutVars>
      </dgm:prSet>
      <dgm:spPr/>
    </dgm:pt>
    <dgm:pt modelId="{094E9D34-38E1-49F6-A466-32C5771E8DEA}" type="pres">
      <dgm:prSet presAssocID="{9E0072ED-9FF5-48A2-A1F5-A5C31B43D12F}" presName="spaceBetweenRectangles" presStyleCnt="0"/>
      <dgm:spPr/>
    </dgm:pt>
    <dgm:pt modelId="{D3A46153-52B1-4366-8637-FCF1CD981B7B}" type="pres">
      <dgm:prSet presAssocID="{FF0C62F9-4A7F-4C4D-91BF-EBCC6F5A6F14}" presName="parentLin" presStyleCnt="0"/>
      <dgm:spPr/>
    </dgm:pt>
    <dgm:pt modelId="{646F237C-4E3C-427D-A0B5-599DB77DDAE8}" type="pres">
      <dgm:prSet presAssocID="{FF0C62F9-4A7F-4C4D-91BF-EBCC6F5A6F14}" presName="parentLeftMargin" presStyleLbl="node1" presStyleIdx="0" presStyleCnt="4"/>
      <dgm:spPr/>
    </dgm:pt>
    <dgm:pt modelId="{6510F942-1B88-40A1-98BB-747C5AE473E2}" type="pres">
      <dgm:prSet presAssocID="{FF0C62F9-4A7F-4C4D-91BF-EBCC6F5A6F14}" presName="parentText" presStyleLbl="node1" presStyleIdx="1" presStyleCnt="4">
        <dgm:presLayoutVars>
          <dgm:chMax val="0"/>
          <dgm:bulletEnabled val="1"/>
        </dgm:presLayoutVars>
      </dgm:prSet>
      <dgm:spPr/>
    </dgm:pt>
    <dgm:pt modelId="{CF0BCD77-976D-4E69-BF9E-30E8AB587A07}" type="pres">
      <dgm:prSet presAssocID="{FF0C62F9-4A7F-4C4D-91BF-EBCC6F5A6F14}" presName="negativeSpace" presStyleCnt="0"/>
      <dgm:spPr/>
    </dgm:pt>
    <dgm:pt modelId="{380CEE65-0DF6-43C6-A55E-D0B795FC4FD1}" type="pres">
      <dgm:prSet presAssocID="{FF0C62F9-4A7F-4C4D-91BF-EBCC6F5A6F14}" presName="childText" presStyleLbl="conFgAcc1" presStyleIdx="1" presStyleCnt="4">
        <dgm:presLayoutVars>
          <dgm:bulletEnabled val="1"/>
        </dgm:presLayoutVars>
      </dgm:prSet>
      <dgm:spPr/>
    </dgm:pt>
    <dgm:pt modelId="{3EA3B087-9D5D-4BB8-A8CC-31D899F65A28}" type="pres">
      <dgm:prSet presAssocID="{8CE33B4B-5C5E-4C05-B133-FFBC0E33D584}" presName="spaceBetweenRectangles" presStyleCnt="0"/>
      <dgm:spPr/>
    </dgm:pt>
    <dgm:pt modelId="{B7CB641C-752B-42C4-B371-D108098AE57C}" type="pres">
      <dgm:prSet presAssocID="{DA8D83AD-B05A-4AB5-AA25-25E713189A12}" presName="parentLin" presStyleCnt="0"/>
      <dgm:spPr/>
    </dgm:pt>
    <dgm:pt modelId="{E86006DF-2E60-4DD9-A22A-88B19B191B44}" type="pres">
      <dgm:prSet presAssocID="{DA8D83AD-B05A-4AB5-AA25-25E713189A12}" presName="parentLeftMargin" presStyleLbl="node1" presStyleIdx="1" presStyleCnt="4"/>
      <dgm:spPr/>
    </dgm:pt>
    <dgm:pt modelId="{D73EAE0F-DD89-4E54-A237-DB87B1EC0D87}" type="pres">
      <dgm:prSet presAssocID="{DA8D83AD-B05A-4AB5-AA25-25E713189A12}" presName="parentText" presStyleLbl="node1" presStyleIdx="2" presStyleCnt="4">
        <dgm:presLayoutVars>
          <dgm:chMax val="0"/>
          <dgm:bulletEnabled val="1"/>
        </dgm:presLayoutVars>
      </dgm:prSet>
      <dgm:spPr/>
    </dgm:pt>
    <dgm:pt modelId="{F8953F94-443A-4646-AD12-68D487065756}" type="pres">
      <dgm:prSet presAssocID="{DA8D83AD-B05A-4AB5-AA25-25E713189A12}" presName="negativeSpace" presStyleCnt="0"/>
      <dgm:spPr/>
    </dgm:pt>
    <dgm:pt modelId="{2889B2A9-1F2E-4E19-8C4E-772EA1C6306F}" type="pres">
      <dgm:prSet presAssocID="{DA8D83AD-B05A-4AB5-AA25-25E713189A12}" presName="childText" presStyleLbl="conFgAcc1" presStyleIdx="2" presStyleCnt="4">
        <dgm:presLayoutVars>
          <dgm:bulletEnabled val="1"/>
        </dgm:presLayoutVars>
      </dgm:prSet>
      <dgm:spPr/>
    </dgm:pt>
    <dgm:pt modelId="{8B085E5F-13CD-4738-8BA4-43FFA82D1FFB}" type="pres">
      <dgm:prSet presAssocID="{D814049D-9C64-49F2-BB7E-50481007493D}" presName="spaceBetweenRectangles" presStyleCnt="0"/>
      <dgm:spPr/>
    </dgm:pt>
    <dgm:pt modelId="{40C14E72-D9F2-40FC-BDB0-25455B2FA5F2}" type="pres">
      <dgm:prSet presAssocID="{23972FA2-7B48-497D-AD63-80318FA846A0}" presName="parentLin" presStyleCnt="0"/>
      <dgm:spPr/>
    </dgm:pt>
    <dgm:pt modelId="{6704B094-14A1-41B8-9D1F-1BA70893FCE9}" type="pres">
      <dgm:prSet presAssocID="{23972FA2-7B48-497D-AD63-80318FA846A0}" presName="parentLeftMargin" presStyleLbl="node1" presStyleIdx="2" presStyleCnt="4"/>
      <dgm:spPr/>
    </dgm:pt>
    <dgm:pt modelId="{7ABFC029-0F4F-4158-8881-470CD6A087E4}" type="pres">
      <dgm:prSet presAssocID="{23972FA2-7B48-497D-AD63-80318FA846A0}" presName="parentText" presStyleLbl="node1" presStyleIdx="3" presStyleCnt="4">
        <dgm:presLayoutVars>
          <dgm:chMax val="0"/>
          <dgm:bulletEnabled val="1"/>
        </dgm:presLayoutVars>
      </dgm:prSet>
      <dgm:spPr/>
    </dgm:pt>
    <dgm:pt modelId="{32DC81F8-8AE1-4DDB-9FB0-D31213CC062B}" type="pres">
      <dgm:prSet presAssocID="{23972FA2-7B48-497D-AD63-80318FA846A0}" presName="negativeSpace" presStyleCnt="0"/>
      <dgm:spPr/>
    </dgm:pt>
    <dgm:pt modelId="{5FCCA2A5-9AB7-403F-A730-66D31D864836}" type="pres">
      <dgm:prSet presAssocID="{23972FA2-7B48-497D-AD63-80318FA846A0}" presName="childText" presStyleLbl="conFgAcc1" presStyleIdx="3" presStyleCnt="4">
        <dgm:presLayoutVars>
          <dgm:bulletEnabled val="1"/>
        </dgm:presLayoutVars>
      </dgm:prSet>
      <dgm:spPr/>
    </dgm:pt>
  </dgm:ptLst>
  <dgm:cxnLst>
    <dgm:cxn modelId="{6153F509-68C3-4E5D-B389-3A38A0456827}" type="presOf" srcId="{30292E23-9D51-4D63-B674-2777D6BD9AE3}" destId="{8768D58A-68FA-42F3-90F1-96C7C8EA6936}" srcOrd="0" destOrd="0" presId="urn:microsoft.com/office/officeart/2005/8/layout/list1"/>
    <dgm:cxn modelId="{53D9C313-9ECB-4E61-9F88-429C4E60FC23}" srcId="{6BB84E1F-7813-4AAC-B896-A7C14639E80A}" destId="{30292E23-9D51-4D63-B674-2777D6BD9AE3}" srcOrd="0" destOrd="0" parTransId="{D82AC909-7804-4FDC-8FF5-1A2C9897C61C}" sibTransId="{9E0072ED-9FF5-48A2-A1F5-A5C31B43D12F}"/>
    <dgm:cxn modelId="{BACA0918-2A07-476C-B7FA-E0A4C809E839}" srcId="{6BB84E1F-7813-4AAC-B896-A7C14639E80A}" destId="{FF0C62F9-4A7F-4C4D-91BF-EBCC6F5A6F14}" srcOrd="1" destOrd="0" parTransId="{54796A4A-4E65-40F7-90A6-0546A1BCB2F4}" sibTransId="{8CE33B4B-5C5E-4C05-B133-FFBC0E33D584}"/>
    <dgm:cxn modelId="{00734B26-E287-459A-8403-653B456F0044}" type="presOf" srcId="{6BB84E1F-7813-4AAC-B896-A7C14639E80A}" destId="{B319315C-9D8D-4392-9189-C27AF0CB43B2}" srcOrd="0" destOrd="0" presId="urn:microsoft.com/office/officeart/2005/8/layout/list1"/>
    <dgm:cxn modelId="{F9402331-4290-4B01-8C31-585D88E5F868}" type="presOf" srcId="{30292E23-9D51-4D63-B674-2777D6BD9AE3}" destId="{57822217-B30F-4E9D-B9AA-DA251CDD44BE}" srcOrd="1" destOrd="0" presId="urn:microsoft.com/office/officeart/2005/8/layout/list1"/>
    <dgm:cxn modelId="{5FF2533E-616E-4769-BCC5-8E89435BB0BF}" type="presOf" srcId="{FF0C62F9-4A7F-4C4D-91BF-EBCC6F5A6F14}" destId="{6510F942-1B88-40A1-98BB-747C5AE473E2}" srcOrd="1" destOrd="0" presId="urn:microsoft.com/office/officeart/2005/8/layout/list1"/>
    <dgm:cxn modelId="{626B1942-1370-4368-988F-55BF390346CB}" srcId="{6BB84E1F-7813-4AAC-B896-A7C14639E80A}" destId="{DA8D83AD-B05A-4AB5-AA25-25E713189A12}" srcOrd="2" destOrd="0" parTransId="{519F6633-35E6-4797-868A-2C8AB7F8CFA9}" sibTransId="{D814049D-9C64-49F2-BB7E-50481007493D}"/>
    <dgm:cxn modelId="{8AE2D562-EEA2-4D19-8341-AD24C31BE7B2}" type="presOf" srcId="{DA8D83AD-B05A-4AB5-AA25-25E713189A12}" destId="{E86006DF-2E60-4DD9-A22A-88B19B191B44}" srcOrd="0" destOrd="0" presId="urn:microsoft.com/office/officeart/2005/8/layout/list1"/>
    <dgm:cxn modelId="{5DD5098B-E832-4776-9053-8604D2B57AF3}" srcId="{6BB84E1F-7813-4AAC-B896-A7C14639E80A}" destId="{23972FA2-7B48-497D-AD63-80318FA846A0}" srcOrd="3" destOrd="0" parTransId="{E1E97F2F-C939-469D-A743-1BED59BBB7FE}" sibTransId="{2C54360E-A16E-4F73-B4A2-190739B2C466}"/>
    <dgm:cxn modelId="{ADBD418B-2E37-4397-9688-C3B81CD64E7A}" type="presOf" srcId="{23972FA2-7B48-497D-AD63-80318FA846A0}" destId="{6704B094-14A1-41B8-9D1F-1BA70893FCE9}" srcOrd="0" destOrd="0" presId="urn:microsoft.com/office/officeart/2005/8/layout/list1"/>
    <dgm:cxn modelId="{1D99E1B1-A83F-44E5-9731-DA49AC60367E}" type="presOf" srcId="{23972FA2-7B48-497D-AD63-80318FA846A0}" destId="{7ABFC029-0F4F-4158-8881-470CD6A087E4}" srcOrd="1" destOrd="0" presId="urn:microsoft.com/office/officeart/2005/8/layout/list1"/>
    <dgm:cxn modelId="{CF9A18C3-CB90-4164-B5C5-44CB7B4F7C92}" type="presOf" srcId="{FF0C62F9-4A7F-4C4D-91BF-EBCC6F5A6F14}" destId="{646F237C-4E3C-427D-A0B5-599DB77DDAE8}" srcOrd="0" destOrd="0" presId="urn:microsoft.com/office/officeart/2005/8/layout/list1"/>
    <dgm:cxn modelId="{DAE7C6E6-A83A-4272-ABB7-24489349C856}" type="presOf" srcId="{DA8D83AD-B05A-4AB5-AA25-25E713189A12}" destId="{D73EAE0F-DD89-4E54-A237-DB87B1EC0D87}" srcOrd="1" destOrd="0" presId="urn:microsoft.com/office/officeart/2005/8/layout/list1"/>
    <dgm:cxn modelId="{F76E1EC7-BD97-433F-B08F-3CF80A9D0403}" type="presParOf" srcId="{B319315C-9D8D-4392-9189-C27AF0CB43B2}" destId="{BD8C9D8F-1CF2-438F-9C35-B41382EF96D1}" srcOrd="0" destOrd="0" presId="urn:microsoft.com/office/officeart/2005/8/layout/list1"/>
    <dgm:cxn modelId="{A6F45F22-9115-43FE-A79B-003DB5FD77C9}" type="presParOf" srcId="{BD8C9D8F-1CF2-438F-9C35-B41382EF96D1}" destId="{8768D58A-68FA-42F3-90F1-96C7C8EA6936}" srcOrd="0" destOrd="0" presId="urn:microsoft.com/office/officeart/2005/8/layout/list1"/>
    <dgm:cxn modelId="{7968E342-3525-45DC-BF8E-7FD096D5F38A}" type="presParOf" srcId="{BD8C9D8F-1CF2-438F-9C35-B41382EF96D1}" destId="{57822217-B30F-4E9D-B9AA-DA251CDD44BE}" srcOrd="1" destOrd="0" presId="urn:microsoft.com/office/officeart/2005/8/layout/list1"/>
    <dgm:cxn modelId="{77A17CF3-271A-4F04-B361-68E026450FB0}" type="presParOf" srcId="{B319315C-9D8D-4392-9189-C27AF0CB43B2}" destId="{6CB4EA4C-9B7E-40E5-8042-1914A2E5A850}" srcOrd="1" destOrd="0" presId="urn:microsoft.com/office/officeart/2005/8/layout/list1"/>
    <dgm:cxn modelId="{B461FB84-9643-4890-A267-37D185117CA6}" type="presParOf" srcId="{B319315C-9D8D-4392-9189-C27AF0CB43B2}" destId="{8C8F21BC-EB45-4EB1-B961-D44EF9D449C1}" srcOrd="2" destOrd="0" presId="urn:microsoft.com/office/officeart/2005/8/layout/list1"/>
    <dgm:cxn modelId="{3C94F3D7-F598-4C93-8D71-EF74D45C7179}" type="presParOf" srcId="{B319315C-9D8D-4392-9189-C27AF0CB43B2}" destId="{094E9D34-38E1-49F6-A466-32C5771E8DEA}" srcOrd="3" destOrd="0" presId="urn:microsoft.com/office/officeart/2005/8/layout/list1"/>
    <dgm:cxn modelId="{DFD7E858-C85F-41AC-8FE9-2E47699A1FC6}" type="presParOf" srcId="{B319315C-9D8D-4392-9189-C27AF0CB43B2}" destId="{D3A46153-52B1-4366-8637-FCF1CD981B7B}" srcOrd="4" destOrd="0" presId="urn:microsoft.com/office/officeart/2005/8/layout/list1"/>
    <dgm:cxn modelId="{F76D9B45-0B0B-4D90-997B-FAFF2A9AF74D}" type="presParOf" srcId="{D3A46153-52B1-4366-8637-FCF1CD981B7B}" destId="{646F237C-4E3C-427D-A0B5-599DB77DDAE8}" srcOrd="0" destOrd="0" presId="urn:microsoft.com/office/officeart/2005/8/layout/list1"/>
    <dgm:cxn modelId="{ED708F6E-E052-443A-BC54-B06328A25144}" type="presParOf" srcId="{D3A46153-52B1-4366-8637-FCF1CD981B7B}" destId="{6510F942-1B88-40A1-98BB-747C5AE473E2}" srcOrd="1" destOrd="0" presId="urn:microsoft.com/office/officeart/2005/8/layout/list1"/>
    <dgm:cxn modelId="{76A658C1-02BE-4BC1-B541-EDC2BCA4FBD6}" type="presParOf" srcId="{B319315C-9D8D-4392-9189-C27AF0CB43B2}" destId="{CF0BCD77-976D-4E69-BF9E-30E8AB587A07}" srcOrd="5" destOrd="0" presId="urn:microsoft.com/office/officeart/2005/8/layout/list1"/>
    <dgm:cxn modelId="{85E101DD-81FD-479C-9611-6459C901CF53}" type="presParOf" srcId="{B319315C-9D8D-4392-9189-C27AF0CB43B2}" destId="{380CEE65-0DF6-43C6-A55E-D0B795FC4FD1}" srcOrd="6" destOrd="0" presId="urn:microsoft.com/office/officeart/2005/8/layout/list1"/>
    <dgm:cxn modelId="{6324123C-5D20-4F83-9A5C-2F40020C8AA5}" type="presParOf" srcId="{B319315C-9D8D-4392-9189-C27AF0CB43B2}" destId="{3EA3B087-9D5D-4BB8-A8CC-31D899F65A28}" srcOrd="7" destOrd="0" presId="urn:microsoft.com/office/officeart/2005/8/layout/list1"/>
    <dgm:cxn modelId="{29450C7E-C98F-48DE-9AEC-1AFC69CF7987}" type="presParOf" srcId="{B319315C-9D8D-4392-9189-C27AF0CB43B2}" destId="{B7CB641C-752B-42C4-B371-D108098AE57C}" srcOrd="8" destOrd="0" presId="urn:microsoft.com/office/officeart/2005/8/layout/list1"/>
    <dgm:cxn modelId="{AD6AC5F4-CE85-4494-ACED-585B76BA7D6D}" type="presParOf" srcId="{B7CB641C-752B-42C4-B371-D108098AE57C}" destId="{E86006DF-2E60-4DD9-A22A-88B19B191B44}" srcOrd="0" destOrd="0" presId="urn:microsoft.com/office/officeart/2005/8/layout/list1"/>
    <dgm:cxn modelId="{132E10D1-BCFF-4689-9171-AAC4CD9403AA}" type="presParOf" srcId="{B7CB641C-752B-42C4-B371-D108098AE57C}" destId="{D73EAE0F-DD89-4E54-A237-DB87B1EC0D87}" srcOrd="1" destOrd="0" presId="urn:microsoft.com/office/officeart/2005/8/layout/list1"/>
    <dgm:cxn modelId="{5EF1563F-9B8A-48C3-928D-AF16FC6AFB7A}" type="presParOf" srcId="{B319315C-9D8D-4392-9189-C27AF0CB43B2}" destId="{F8953F94-443A-4646-AD12-68D487065756}" srcOrd="9" destOrd="0" presId="urn:microsoft.com/office/officeart/2005/8/layout/list1"/>
    <dgm:cxn modelId="{E5FE9278-322A-40A0-A542-263381BCB040}" type="presParOf" srcId="{B319315C-9D8D-4392-9189-C27AF0CB43B2}" destId="{2889B2A9-1F2E-4E19-8C4E-772EA1C6306F}" srcOrd="10" destOrd="0" presId="urn:microsoft.com/office/officeart/2005/8/layout/list1"/>
    <dgm:cxn modelId="{5DE7D2E5-FCAE-4B8B-A520-58A7A19F1752}" type="presParOf" srcId="{B319315C-9D8D-4392-9189-C27AF0CB43B2}" destId="{8B085E5F-13CD-4738-8BA4-43FFA82D1FFB}" srcOrd="11" destOrd="0" presId="urn:microsoft.com/office/officeart/2005/8/layout/list1"/>
    <dgm:cxn modelId="{E71943BD-AEFE-4777-8510-FA04B8D68B09}" type="presParOf" srcId="{B319315C-9D8D-4392-9189-C27AF0CB43B2}" destId="{40C14E72-D9F2-40FC-BDB0-25455B2FA5F2}" srcOrd="12" destOrd="0" presId="urn:microsoft.com/office/officeart/2005/8/layout/list1"/>
    <dgm:cxn modelId="{4DC2C55B-B27F-4AF6-98B8-0B2B2369E7F4}" type="presParOf" srcId="{40C14E72-D9F2-40FC-BDB0-25455B2FA5F2}" destId="{6704B094-14A1-41B8-9D1F-1BA70893FCE9}" srcOrd="0" destOrd="0" presId="urn:microsoft.com/office/officeart/2005/8/layout/list1"/>
    <dgm:cxn modelId="{E3CFF4BB-BCD2-4BEB-A9F3-02445E4C8EDC}" type="presParOf" srcId="{40C14E72-D9F2-40FC-BDB0-25455B2FA5F2}" destId="{7ABFC029-0F4F-4158-8881-470CD6A087E4}" srcOrd="1" destOrd="0" presId="urn:microsoft.com/office/officeart/2005/8/layout/list1"/>
    <dgm:cxn modelId="{63B5D86E-866A-449C-B33C-2C99D9E5B9F7}" type="presParOf" srcId="{B319315C-9D8D-4392-9189-C27AF0CB43B2}" destId="{32DC81F8-8AE1-4DDB-9FB0-D31213CC062B}" srcOrd="13" destOrd="0" presId="urn:microsoft.com/office/officeart/2005/8/layout/list1"/>
    <dgm:cxn modelId="{2A0F607B-9A49-44ED-8B86-32DA38ED2EC0}" type="presParOf" srcId="{B319315C-9D8D-4392-9189-C27AF0CB43B2}" destId="{5FCCA2A5-9AB7-403F-A730-66D31D864836}" srcOrd="14"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751B4C7-65B5-45B3-B0B6-107E19B96C5B}" type="doc">
      <dgm:prSet loTypeId="urn:microsoft.com/office/officeart/2005/8/layout/hChevron3" loCatId="process" qsTypeId="urn:microsoft.com/office/officeart/2005/8/quickstyle/simple1" qsCatId="simple" csTypeId="urn:microsoft.com/office/officeart/2005/8/colors/accent1_2" csCatId="accent1" phldr="1"/>
      <dgm:spPr/>
    </dgm:pt>
    <dgm:pt modelId="{061FCE21-940B-4BC3-A7DD-9B5D4262B8CE}">
      <dgm:prSet phldrT="[Text]" phldr="0"/>
      <dgm:spPr/>
      <dgm:t>
        <a:bodyPr/>
        <a:lstStyle/>
        <a:p>
          <a:r>
            <a:rPr lang="en-US">
              <a:latin typeface="Neue Haas Grotesk Text Pro"/>
            </a:rPr>
            <a:t>Hamiltonian</a:t>
          </a:r>
          <a:endParaRPr lang="en-US"/>
        </a:p>
      </dgm:t>
    </dgm:pt>
    <dgm:pt modelId="{69FDED60-64C0-49DF-9B17-FAA4B9D17156}" type="parTrans" cxnId="{C412E8C9-D25D-4F08-AFA0-0F04E011E98D}">
      <dgm:prSet/>
      <dgm:spPr/>
    </dgm:pt>
    <dgm:pt modelId="{CBCC3FF7-29A6-4705-A487-D6EA706813BB}" type="sibTrans" cxnId="{C412E8C9-D25D-4F08-AFA0-0F04E011E98D}">
      <dgm:prSet/>
      <dgm:spPr/>
    </dgm:pt>
    <dgm:pt modelId="{22C969DC-AF6C-4A16-A5D0-6BD7774DFED5}">
      <dgm:prSet phldrT="[Text]" phldr="0"/>
      <dgm:spPr/>
      <dgm:t>
        <a:bodyPr/>
        <a:lstStyle/>
        <a:p>
          <a:pPr rtl="0"/>
          <a:r>
            <a:rPr lang="en-US">
              <a:latin typeface="Neue Haas Grotesk Text Pro"/>
            </a:rPr>
            <a:t>Unitary matrix form</a:t>
          </a:r>
          <a:endParaRPr lang="en-US"/>
        </a:p>
      </dgm:t>
    </dgm:pt>
    <dgm:pt modelId="{710FC8A3-FA49-4483-86E7-F2D5FF9AF12F}" type="parTrans" cxnId="{837BC9AA-B6C5-48F9-BA1E-E6E3776C51EE}">
      <dgm:prSet/>
      <dgm:spPr/>
    </dgm:pt>
    <dgm:pt modelId="{B79C5488-A502-47B6-B325-6D80223627BC}" type="sibTrans" cxnId="{837BC9AA-B6C5-48F9-BA1E-E6E3776C51EE}">
      <dgm:prSet/>
      <dgm:spPr/>
    </dgm:pt>
    <dgm:pt modelId="{C044E8B8-245B-4DEE-A5A0-35227BA1A0D7}">
      <dgm:prSet phldrT="[Text]" phldr="0"/>
      <dgm:spPr/>
      <dgm:t>
        <a:bodyPr/>
        <a:lstStyle/>
        <a:p>
          <a:pPr rtl="0"/>
          <a:r>
            <a:rPr lang="en-US" err="1">
              <a:latin typeface="Neue Haas Grotesk Text Pro"/>
            </a:rPr>
            <a:t>Trotterize</a:t>
          </a:r>
          <a:r>
            <a:rPr lang="en-US">
              <a:latin typeface="Neue Haas Grotesk Text Pro"/>
            </a:rPr>
            <a:t> into gates</a:t>
          </a:r>
          <a:endParaRPr lang="en-US"/>
        </a:p>
      </dgm:t>
    </dgm:pt>
    <dgm:pt modelId="{57142190-95DB-4115-9EA2-8057BB25A779}" type="parTrans" cxnId="{76EAF47A-1E8B-4B08-8B2D-CCC39E1605A3}">
      <dgm:prSet/>
      <dgm:spPr/>
    </dgm:pt>
    <dgm:pt modelId="{26AC5D94-3056-48F5-81C5-00B0D228B502}" type="sibTrans" cxnId="{76EAF47A-1E8B-4B08-8B2D-CCC39E1605A3}">
      <dgm:prSet/>
      <dgm:spPr/>
    </dgm:pt>
    <dgm:pt modelId="{36048C7A-6B67-49CE-8201-8AE2E02656AA}" type="pres">
      <dgm:prSet presAssocID="{E751B4C7-65B5-45B3-B0B6-107E19B96C5B}" presName="Name0" presStyleCnt="0">
        <dgm:presLayoutVars>
          <dgm:dir/>
          <dgm:resizeHandles val="exact"/>
        </dgm:presLayoutVars>
      </dgm:prSet>
      <dgm:spPr/>
    </dgm:pt>
    <dgm:pt modelId="{2CDE2128-0F04-48D3-8929-2B3F37DB921A}" type="pres">
      <dgm:prSet presAssocID="{061FCE21-940B-4BC3-A7DD-9B5D4262B8CE}" presName="parTxOnly" presStyleLbl="node1" presStyleIdx="0" presStyleCnt="3">
        <dgm:presLayoutVars>
          <dgm:bulletEnabled val="1"/>
        </dgm:presLayoutVars>
      </dgm:prSet>
      <dgm:spPr/>
    </dgm:pt>
    <dgm:pt modelId="{9502D9FB-70D2-4D2C-8B41-87D719767E21}" type="pres">
      <dgm:prSet presAssocID="{CBCC3FF7-29A6-4705-A487-D6EA706813BB}" presName="parSpace" presStyleCnt="0"/>
      <dgm:spPr/>
    </dgm:pt>
    <dgm:pt modelId="{4F0F6640-F01B-4747-B61A-2B90E8DC5217}" type="pres">
      <dgm:prSet presAssocID="{22C969DC-AF6C-4A16-A5D0-6BD7774DFED5}" presName="parTxOnly" presStyleLbl="node1" presStyleIdx="1" presStyleCnt="3">
        <dgm:presLayoutVars>
          <dgm:bulletEnabled val="1"/>
        </dgm:presLayoutVars>
      </dgm:prSet>
      <dgm:spPr/>
    </dgm:pt>
    <dgm:pt modelId="{91ED31F2-9E23-44AC-B343-6F3F6797178C}" type="pres">
      <dgm:prSet presAssocID="{B79C5488-A502-47B6-B325-6D80223627BC}" presName="parSpace" presStyleCnt="0"/>
      <dgm:spPr/>
    </dgm:pt>
    <dgm:pt modelId="{EF46C665-568B-4222-9469-2AE903DFF288}" type="pres">
      <dgm:prSet presAssocID="{C044E8B8-245B-4DEE-A5A0-35227BA1A0D7}" presName="parTxOnly" presStyleLbl="node1" presStyleIdx="2" presStyleCnt="3">
        <dgm:presLayoutVars>
          <dgm:bulletEnabled val="1"/>
        </dgm:presLayoutVars>
      </dgm:prSet>
      <dgm:spPr/>
    </dgm:pt>
  </dgm:ptLst>
  <dgm:cxnLst>
    <dgm:cxn modelId="{69FDD803-D8A7-4EA1-BDE6-9248E6E5DCA9}" type="presOf" srcId="{22C969DC-AF6C-4A16-A5D0-6BD7774DFED5}" destId="{4F0F6640-F01B-4747-B61A-2B90E8DC5217}" srcOrd="0" destOrd="0" presId="urn:microsoft.com/office/officeart/2005/8/layout/hChevron3"/>
    <dgm:cxn modelId="{B91FCA6D-94D2-4019-991F-A31FAFDBCF7A}" type="presOf" srcId="{C044E8B8-245B-4DEE-A5A0-35227BA1A0D7}" destId="{EF46C665-568B-4222-9469-2AE903DFF288}" srcOrd="0" destOrd="0" presId="urn:microsoft.com/office/officeart/2005/8/layout/hChevron3"/>
    <dgm:cxn modelId="{109F804F-6D1C-4325-8F05-5FE16E6F5D7C}" type="presOf" srcId="{061FCE21-940B-4BC3-A7DD-9B5D4262B8CE}" destId="{2CDE2128-0F04-48D3-8929-2B3F37DB921A}" srcOrd="0" destOrd="0" presId="urn:microsoft.com/office/officeart/2005/8/layout/hChevron3"/>
    <dgm:cxn modelId="{76EAF47A-1E8B-4B08-8B2D-CCC39E1605A3}" srcId="{E751B4C7-65B5-45B3-B0B6-107E19B96C5B}" destId="{C044E8B8-245B-4DEE-A5A0-35227BA1A0D7}" srcOrd="2" destOrd="0" parTransId="{57142190-95DB-4115-9EA2-8057BB25A779}" sibTransId="{26AC5D94-3056-48F5-81C5-00B0D228B502}"/>
    <dgm:cxn modelId="{837BC9AA-B6C5-48F9-BA1E-E6E3776C51EE}" srcId="{E751B4C7-65B5-45B3-B0B6-107E19B96C5B}" destId="{22C969DC-AF6C-4A16-A5D0-6BD7774DFED5}" srcOrd="1" destOrd="0" parTransId="{710FC8A3-FA49-4483-86E7-F2D5FF9AF12F}" sibTransId="{B79C5488-A502-47B6-B325-6D80223627BC}"/>
    <dgm:cxn modelId="{C412E8C9-D25D-4F08-AFA0-0F04E011E98D}" srcId="{E751B4C7-65B5-45B3-B0B6-107E19B96C5B}" destId="{061FCE21-940B-4BC3-A7DD-9B5D4262B8CE}" srcOrd="0" destOrd="0" parTransId="{69FDED60-64C0-49DF-9B17-FAA4B9D17156}" sibTransId="{CBCC3FF7-29A6-4705-A487-D6EA706813BB}"/>
    <dgm:cxn modelId="{98D591F0-9C66-4B0B-9B45-A2FFA2EA9208}" type="presOf" srcId="{E751B4C7-65B5-45B3-B0B6-107E19B96C5B}" destId="{36048C7A-6B67-49CE-8201-8AE2E02656AA}" srcOrd="0" destOrd="0" presId="urn:microsoft.com/office/officeart/2005/8/layout/hChevron3"/>
    <dgm:cxn modelId="{95BDB92B-CED7-4EAD-8E8B-FD391847D018}" type="presParOf" srcId="{36048C7A-6B67-49CE-8201-8AE2E02656AA}" destId="{2CDE2128-0F04-48D3-8929-2B3F37DB921A}" srcOrd="0" destOrd="0" presId="urn:microsoft.com/office/officeart/2005/8/layout/hChevron3"/>
    <dgm:cxn modelId="{B73AA3DE-CBA3-4021-9B11-A3569E1F3A06}" type="presParOf" srcId="{36048C7A-6B67-49CE-8201-8AE2E02656AA}" destId="{9502D9FB-70D2-4D2C-8B41-87D719767E21}" srcOrd="1" destOrd="0" presId="urn:microsoft.com/office/officeart/2005/8/layout/hChevron3"/>
    <dgm:cxn modelId="{E9A05A72-8F70-4C49-B755-C47234DA13B8}" type="presParOf" srcId="{36048C7A-6B67-49CE-8201-8AE2E02656AA}" destId="{4F0F6640-F01B-4747-B61A-2B90E8DC5217}" srcOrd="2" destOrd="0" presId="urn:microsoft.com/office/officeart/2005/8/layout/hChevron3"/>
    <dgm:cxn modelId="{8B8D55AC-0883-4CCC-8918-CB2AB9C2578F}" type="presParOf" srcId="{36048C7A-6B67-49CE-8201-8AE2E02656AA}" destId="{91ED31F2-9E23-44AC-B343-6F3F6797178C}" srcOrd="3" destOrd="0" presId="urn:microsoft.com/office/officeart/2005/8/layout/hChevron3"/>
    <dgm:cxn modelId="{8FD1E64F-CC66-4E5A-B5B4-1EA8C348C0CE}" type="presParOf" srcId="{36048C7A-6B67-49CE-8201-8AE2E02656AA}" destId="{EF46C665-568B-4222-9469-2AE903DFF288}" srcOrd="4" destOrd="0" presId="urn:microsoft.com/office/officeart/2005/8/layout/hChevron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8F21BC-EB45-4EB1-B961-D44EF9D449C1}">
      <dsp:nvSpPr>
        <dsp:cNvPr id="0" name=""/>
        <dsp:cNvSpPr/>
      </dsp:nvSpPr>
      <dsp:spPr>
        <a:xfrm>
          <a:off x="0" y="320198"/>
          <a:ext cx="4314645" cy="5292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7822217-B30F-4E9D-B9AA-DA251CDD44BE}">
      <dsp:nvSpPr>
        <dsp:cNvPr id="0" name=""/>
        <dsp:cNvSpPr/>
      </dsp:nvSpPr>
      <dsp:spPr>
        <a:xfrm>
          <a:off x="215732" y="10238"/>
          <a:ext cx="3020251" cy="61992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4158" tIns="0" rIns="114158" bIns="0" numCol="1" spcCol="1270" anchor="ctr" anchorCtr="0">
          <a:noAutofit/>
        </a:bodyPr>
        <a:lstStyle/>
        <a:p>
          <a:pPr marL="0" lvl="0" indent="0" algn="l" defTabSz="933450">
            <a:lnSpc>
              <a:spcPct val="90000"/>
            </a:lnSpc>
            <a:spcBef>
              <a:spcPct val="0"/>
            </a:spcBef>
            <a:spcAft>
              <a:spcPct val="35000"/>
            </a:spcAft>
            <a:buNone/>
          </a:pPr>
          <a:r>
            <a:rPr lang="en-US" sz="2100" kern="1200"/>
            <a:t>Supernova</a:t>
          </a:r>
        </a:p>
      </dsp:txBody>
      <dsp:txXfrm>
        <a:off x="245994" y="40500"/>
        <a:ext cx="2959727" cy="559396"/>
      </dsp:txXfrm>
    </dsp:sp>
    <dsp:sp modelId="{380CEE65-0DF6-43C6-A55E-D0B795FC4FD1}">
      <dsp:nvSpPr>
        <dsp:cNvPr id="0" name=""/>
        <dsp:cNvSpPr/>
      </dsp:nvSpPr>
      <dsp:spPr>
        <a:xfrm>
          <a:off x="0" y="1272758"/>
          <a:ext cx="4314645" cy="5292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510F942-1B88-40A1-98BB-747C5AE473E2}">
      <dsp:nvSpPr>
        <dsp:cNvPr id="0" name=""/>
        <dsp:cNvSpPr/>
      </dsp:nvSpPr>
      <dsp:spPr>
        <a:xfrm>
          <a:off x="215732" y="962798"/>
          <a:ext cx="3020251" cy="61992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4158" tIns="0" rIns="114158" bIns="0" numCol="1" spcCol="1270" anchor="ctr" anchorCtr="0">
          <a:noAutofit/>
        </a:bodyPr>
        <a:lstStyle/>
        <a:p>
          <a:pPr marL="0" lvl="0" indent="0" algn="l" defTabSz="933450">
            <a:lnSpc>
              <a:spcPct val="90000"/>
            </a:lnSpc>
            <a:spcBef>
              <a:spcPct val="0"/>
            </a:spcBef>
            <a:spcAft>
              <a:spcPct val="35000"/>
            </a:spcAft>
            <a:buNone/>
          </a:pPr>
          <a:r>
            <a:rPr lang="en-US" sz="2100" kern="1200">
              <a:latin typeface="Neue Haas Grotesk Text Pro"/>
            </a:rPr>
            <a:t>Neutrinos</a:t>
          </a:r>
          <a:endParaRPr lang="en-US" sz="2100" kern="1200"/>
        </a:p>
      </dsp:txBody>
      <dsp:txXfrm>
        <a:off x="245994" y="993060"/>
        <a:ext cx="2959727" cy="559396"/>
      </dsp:txXfrm>
    </dsp:sp>
    <dsp:sp modelId="{2889B2A9-1F2E-4E19-8C4E-772EA1C6306F}">
      <dsp:nvSpPr>
        <dsp:cNvPr id="0" name=""/>
        <dsp:cNvSpPr/>
      </dsp:nvSpPr>
      <dsp:spPr>
        <a:xfrm>
          <a:off x="0" y="2225318"/>
          <a:ext cx="4314645" cy="5292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73EAE0F-DD89-4E54-A237-DB87B1EC0D87}">
      <dsp:nvSpPr>
        <dsp:cNvPr id="0" name=""/>
        <dsp:cNvSpPr/>
      </dsp:nvSpPr>
      <dsp:spPr>
        <a:xfrm>
          <a:off x="215732" y="1915358"/>
          <a:ext cx="3020251" cy="61992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4158" tIns="0" rIns="114158" bIns="0" numCol="1" spcCol="1270" anchor="ctr" anchorCtr="0">
          <a:noAutofit/>
        </a:bodyPr>
        <a:lstStyle/>
        <a:p>
          <a:pPr marL="0" lvl="0" indent="0" algn="l" defTabSz="933450">
            <a:lnSpc>
              <a:spcPct val="90000"/>
            </a:lnSpc>
            <a:spcBef>
              <a:spcPct val="0"/>
            </a:spcBef>
            <a:spcAft>
              <a:spcPct val="35000"/>
            </a:spcAft>
            <a:buNone/>
          </a:pPr>
          <a:r>
            <a:rPr lang="en-US" sz="2100" kern="1200"/>
            <a:t>Hamiltonian</a:t>
          </a:r>
        </a:p>
      </dsp:txBody>
      <dsp:txXfrm>
        <a:off x="245994" y="1945620"/>
        <a:ext cx="2959727" cy="559396"/>
      </dsp:txXfrm>
    </dsp:sp>
    <dsp:sp modelId="{5FCCA2A5-9AB7-403F-A730-66D31D864836}">
      <dsp:nvSpPr>
        <dsp:cNvPr id="0" name=""/>
        <dsp:cNvSpPr/>
      </dsp:nvSpPr>
      <dsp:spPr>
        <a:xfrm>
          <a:off x="0" y="3177878"/>
          <a:ext cx="4314645" cy="5292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ABFC029-0F4F-4158-8881-470CD6A087E4}">
      <dsp:nvSpPr>
        <dsp:cNvPr id="0" name=""/>
        <dsp:cNvSpPr/>
      </dsp:nvSpPr>
      <dsp:spPr>
        <a:xfrm>
          <a:off x="215732" y="2867918"/>
          <a:ext cx="3020251" cy="61992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4158" tIns="0" rIns="114158" bIns="0" numCol="1" spcCol="1270" anchor="ctr" anchorCtr="0">
          <a:noAutofit/>
        </a:bodyPr>
        <a:lstStyle/>
        <a:p>
          <a:pPr marL="0" lvl="0" indent="0" algn="l" defTabSz="933450">
            <a:lnSpc>
              <a:spcPct val="90000"/>
            </a:lnSpc>
            <a:spcBef>
              <a:spcPct val="0"/>
            </a:spcBef>
            <a:spcAft>
              <a:spcPct val="35000"/>
            </a:spcAft>
            <a:buNone/>
          </a:pPr>
          <a:r>
            <a:rPr lang="en-US" sz="2100" kern="1200"/>
            <a:t>Quantum</a:t>
          </a:r>
        </a:p>
      </dsp:txBody>
      <dsp:txXfrm>
        <a:off x="245994" y="2898180"/>
        <a:ext cx="2959727" cy="5593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DE2128-0F04-48D3-8929-2B3F37DB921A}">
      <dsp:nvSpPr>
        <dsp:cNvPr id="0" name=""/>
        <dsp:cNvSpPr/>
      </dsp:nvSpPr>
      <dsp:spPr>
        <a:xfrm>
          <a:off x="4488" y="2222065"/>
          <a:ext cx="3924762" cy="156990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6022" tIns="88011" rIns="44006" bIns="88011" numCol="1" spcCol="1270" anchor="ctr" anchorCtr="0">
          <a:noAutofit/>
        </a:bodyPr>
        <a:lstStyle/>
        <a:p>
          <a:pPr marL="0" lvl="0" indent="0" algn="ctr" defTabSz="1466850">
            <a:lnSpc>
              <a:spcPct val="90000"/>
            </a:lnSpc>
            <a:spcBef>
              <a:spcPct val="0"/>
            </a:spcBef>
            <a:spcAft>
              <a:spcPct val="35000"/>
            </a:spcAft>
            <a:buNone/>
          </a:pPr>
          <a:r>
            <a:rPr lang="en-US" sz="3300" kern="1200">
              <a:latin typeface="Neue Haas Grotesk Text Pro"/>
            </a:rPr>
            <a:t>Hamiltonian</a:t>
          </a:r>
          <a:endParaRPr lang="en-US" sz="3300" kern="1200"/>
        </a:p>
      </dsp:txBody>
      <dsp:txXfrm>
        <a:off x="4488" y="2222065"/>
        <a:ext cx="3532286" cy="1569905"/>
      </dsp:txXfrm>
    </dsp:sp>
    <dsp:sp modelId="{4F0F6640-F01B-4747-B61A-2B90E8DC5217}">
      <dsp:nvSpPr>
        <dsp:cNvPr id="0" name=""/>
        <dsp:cNvSpPr/>
      </dsp:nvSpPr>
      <dsp:spPr>
        <a:xfrm>
          <a:off x="3144298" y="2222065"/>
          <a:ext cx="3924762" cy="1569905"/>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2017" tIns="88011" rIns="44006" bIns="88011" numCol="1" spcCol="1270" anchor="ctr" anchorCtr="0">
          <a:noAutofit/>
        </a:bodyPr>
        <a:lstStyle/>
        <a:p>
          <a:pPr marL="0" lvl="0" indent="0" algn="ctr" defTabSz="1466850" rtl="0">
            <a:lnSpc>
              <a:spcPct val="90000"/>
            </a:lnSpc>
            <a:spcBef>
              <a:spcPct val="0"/>
            </a:spcBef>
            <a:spcAft>
              <a:spcPct val="35000"/>
            </a:spcAft>
            <a:buNone/>
          </a:pPr>
          <a:r>
            <a:rPr lang="en-US" sz="3300" kern="1200">
              <a:latin typeface="Neue Haas Grotesk Text Pro"/>
            </a:rPr>
            <a:t>Unitary matrix form</a:t>
          </a:r>
          <a:endParaRPr lang="en-US" sz="3300" kern="1200"/>
        </a:p>
      </dsp:txBody>
      <dsp:txXfrm>
        <a:off x="3929251" y="2222065"/>
        <a:ext cx="2354857" cy="1569905"/>
      </dsp:txXfrm>
    </dsp:sp>
    <dsp:sp modelId="{EF46C665-568B-4222-9469-2AE903DFF288}">
      <dsp:nvSpPr>
        <dsp:cNvPr id="0" name=""/>
        <dsp:cNvSpPr/>
      </dsp:nvSpPr>
      <dsp:spPr>
        <a:xfrm>
          <a:off x="6284108" y="2222065"/>
          <a:ext cx="3924762" cy="1569905"/>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2017" tIns="88011" rIns="44006" bIns="88011" numCol="1" spcCol="1270" anchor="ctr" anchorCtr="0">
          <a:noAutofit/>
        </a:bodyPr>
        <a:lstStyle/>
        <a:p>
          <a:pPr marL="0" lvl="0" indent="0" algn="ctr" defTabSz="1466850" rtl="0">
            <a:lnSpc>
              <a:spcPct val="90000"/>
            </a:lnSpc>
            <a:spcBef>
              <a:spcPct val="0"/>
            </a:spcBef>
            <a:spcAft>
              <a:spcPct val="35000"/>
            </a:spcAft>
            <a:buNone/>
          </a:pPr>
          <a:r>
            <a:rPr lang="en-US" sz="3300" kern="1200" err="1">
              <a:latin typeface="Neue Haas Grotesk Text Pro"/>
            </a:rPr>
            <a:t>Trotterize</a:t>
          </a:r>
          <a:r>
            <a:rPr lang="en-US" sz="3300" kern="1200">
              <a:latin typeface="Neue Haas Grotesk Text Pro"/>
            </a:rPr>
            <a:t> into gates</a:t>
          </a:r>
          <a:endParaRPr lang="en-US" sz="3300" kern="1200"/>
        </a:p>
      </dsp:txBody>
      <dsp:txXfrm>
        <a:off x="7069061" y="2222065"/>
        <a:ext cx="2354857" cy="1569905"/>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0C26E5-5439-406B-B2B8-21FC2F6F6E34}" type="datetimeFigureOut">
              <a:t>11/28/2022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2957B1-04D9-4BB9-87AD-AAE9A79BE7F0}" type="slidenum">
              <a:t>‹#›</a:t>
            </a:fld>
            <a:endParaRPr lang="en-US"/>
          </a:p>
        </p:txBody>
      </p:sp>
    </p:spTree>
    <p:extLst>
      <p:ext uri="{BB962C8B-B14F-4D97-AF65-F5344CB8AC3E}">
        <p14:creationId xmlns:p14="http://schemas.microsoft.com/office/powerpoint/2010/main" val="402057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Take a breath, click to the next slide :)</a:t>
            </a:r>
          </a:p>
        </p:txBody>
      </p:sp>
      <p:sp>
        <p:nvSpPr>
          <p:cNvPr id="4" name="Slide Number Placeholder 3"/>
          <p:cNvSpPr>
            <a:spLocks noGrp="1"/>
          </p:cNvSpPr>
          <p:nvPr>
            <p:ph type="sldNum" sz="quarter" idx="5"/>
          </p:nvPr>
        </p:nvSpPr>
        <p:spPr/>
        <p:txBody>
          <a:bodyPr/>
          <a:lstStyle/>
          <a:p>
            <a:fld id="{C02957B1-04D9-4BB9-87AD-AAE9A79BE7F0}" type="slidenum">
              <a:rPr lang="en-US"/>
              <a:t>1</a:t>
            </a:fld>
            <a:endParaRPr lang="en-US"/>
          </a:p>
        </p:txBody>
      </p:sp>
    </p:spTree>
    <p:extLst>
      <p:ext uri="{BB962C8B-B14F-4D97-AF65-F5344CB8AC3E}">
        <p14:creationId xmlns:p14="http://schemas.microsoft.com/office/powerpoint/2010/main" val="9670013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Supernovas are one of the largest sources of energy know to exist.</a:t>
            </a:r>
          </a:p>
          <a:p>
            <a:r>
              <a:rPr lang="en-US"/>
              <a:t>Producing in 100 seconds the same amount of energy our sun would need 10 billion years to produce</a:t>
            </a:r>
            <a:endParaRPr lang="en-US">
              <a:cs typeface="Calibri"/>
            </a:endParaRPr>
          </a:p>
          <a:p>
            <a:r>
              <a:rPr lang="en-US">
                <a:cs typeface="Calibri"/>
              </a:rPr>
              <a:t>And yet, we know shockingly little about these energy giants.</a:t>
            </a:r>
          </a:p>
          <a:p>
            <a:endParaRPr lang="en-US">
              <a:cs typeface="Calibri"/>
            </a:endParaRPr>
          </a:p>
        </p:txBody>
      </p:sp>
      <p:sp>
        <p:nvSpPr>
          <p:cNvPr id="4" name="Slide Number Placeholder 3"/>
          <p:cNvSpPr>
            <a:spLocks noGrp="1"/>
          </p:cNvSpPr>
          <p:nvPr>
            <p:ph type="sldNum" sz="quarter" idx="5"/>
          </p:nvPr>
        </p:nvSpPr>
        <p:spPr/>
        <p:txBody>
          <a:bodyPr/>
          <a:lstStyle/>
          <a:p>
            <a:fld id="{C02957B1-04D9-4BB9-87AD-AAE9A79BE7F0}" type="slidenum">
              <a:t>2</a:t>
            </a:fld>
            <a:endParaRPr lang="en-US"/>
          </a:p>
        </p:txBody>
      </p:sp>
    </p:spTree>
    <p:extLst>
      <p:ext uri="{BB962C8B-B14F-4D97-AF65-F5344CB8AC3E}">
        <p14:creationId xmlns:p14="http://schemas.microsoft.com/office/powerpoint/2010/main" val="40032722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What we </a:t>
            </a:r>
            <a:r>
              <a:rPr lang="en-US" b="1">
                <a:cs typeface="Calibri"/>
              </a:rPr>
              <a:t>do </a:t>
            </a:r>
            <a:r>
              <a:rPr lang="en-US">
                <a:cs typeface="Calibri"/>
              </a:rPr>
              <a:t>know is that neutrinos are a great way to learn more.</a:t>
            </a:r>
          </a:p>
          <a:p>
            <a:r>
              <a:rPr lang="en-US">
                <a:cs typeface="Calibri"/>
              </a:rPr>
              <a:t>The first reason is because of their abundance. supernovas are 570 billion times brighter than our sun, and yet only 1% of a supernovas total energy goes into producing visible light, the other 99% is converted into neutrinos.</a:t>
            </a:r>
          </a:p>
          <a:p>
            <a:r>
              <a:rPr lang="en-US">
                <a:cs typeface="Calibri"/>
              </a:rPr>
              <a:t>But more important than their quantity, is a neutrino's behavior. Essentially massless and with a neutral charge, means </a:t>
            </a:r>
            <a:r>
              <a:rPr lang="en-US"/>
              <a:t>neutrinos Interact so weakly with their environment, that they manage to escape the supernova's radius </a:t>
            </a:r>
            <a:endParaRPr lang="en-US">
              <a:cs typeface="Calibri"/>
            </a:endParaRPr>
          </a:p>
          <a:p>
            <a:r>
              <a:rPr lang="en-US">
                <a:cs typeface="Calibri"/>
              </a:rPr>
              <a:t>Thus, </a:t>
            </a:r>
            <a:r>
              <a:rPr lang="en-US"/>
              <a:t>by modeling the time evolution of neutrino energy  we can get a glimpse of a supernova’s inner core.</a:t>
            </a:r>
            <a:endParaRPr lang="en-US">
              <a:cs typeface="Calibri"/>
            </a:endParaRPr>
          </a:p>
          <a:p>
            <a:endParaRPr lang="en-US">
              <a:cs typeface="Calibri"/>
            </a:endParaRPr>
          </a:p>
          <a:p>
            <a:r>
              <a:rPr lang="en-US"/>
              <a:t>However, even though neutrinos have a weak interaction with their environment, this does not mean neutrino energy remains unchanged. Neutrinos themselves oscillate between what we call flavors states, where each flavor has its own energy. The state of a neutrino is dependent on the flavors of the neutrinos around it. Thus, we end up with a mess of collective neutrino oscillations, or in terms of quantum, we end up with entanglement. </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C02957B1-04D9-4BB9-87AD-AAE9A79BE7F0}" type="slidenum">
              <a:t>3</a:t>
            </a:fld>
            <a:endParaRPr lang="en-US"/>
          </a:p>
        </p:txBody>
      </p:sp>
    </p:spTree>
    <p:extLst>
      <p:ext uri="{BB962C8B-B14F-4D97-AF65-F5344CB8AC3E}">
        <p14:creationId xmlns:p14="http://schemas.microsoft.com/office/powerpoint/2010/main" val="35969927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Entanglement makes calculating neutrino energies incredibly difficult though not impossible to solve on a classical computer because of </a:t>
            </a:r>
          </a:p>
          <a:p>
            <a:r>
              <a:rPr lang="en-US"/>
              <a:t>the many, nonlinear terms you need to solve for. This graph compares the current classical methods for computing collective neutrino oscillations and the time it takes them to calculate the energy of N neutrinos .</a:t>
            </a:r>
            <a:endParaRPr lang="en-US">
              <a:cs typeface="Calibri"/>
            </a:endParaRPr>
          </a:p>
          <a:p>
            <a:r>
              <a:rPr lang="en-US"/>
              <a:t>As the number of neutrinos in our environment increases, the challenge of computing their total energy scales exponentially, requiring so much time and so many resources, </a:t>
            </a:r>
            <a:endParaRPr lang="en-US">
              <a:cs typeface="Calibri"/>
            </a:endParaRPr>
          </a:p>
          <a:p>
            <a:r>
              <a:rPr lang="en-US"/>
              <a:t>we’ve mostly given up trying to compute any sizable problem classically. </a:t>
            </a:r>
            <a:endParaRPr lang="en-US">
              <a:cs typeface="Calibri"/>
            </a:endParaRPr>
          </a:p>
        </p:txBody>
      </p:sp>
      <p:sp>
        <p:nvSpPr>
          <p:cNvPr id="4" name="Slide Number Placeholder 3"/>
          <p:cNvSpPr>
            <a:spLocks noGrp="1"/>
          </p:cNvSpPr>
          <p:nvPr>
            <p:ph type="sldNum" sz="quarter" idx="5"/>
          </p:nvPr>
        </p:nvSpPr>
        <p:spPr/>
        <p:txBody>
          <a:bodyPr/>
          <a:lstStyle/>
          <a:p>
            <a:fld id="{C02957B1-04D9-4BB9-87AD-AAE9A79BE7F0}" type="slidenum">
              <a:rPr lang="en-US"/>
              <a:t>4</a:t>
            </a:fld>
            <a:endParaRPr lang="en-US"/>
          </a:p>
        </p:txBody>
      </p:sp>
    </p:spTree>
    <p:extLst>
      <p:ext uri="{BB962C8B-B14F-4D97-AF65-F5344CB8AC3E}">
        <p14:creationId xmlns:p14="http://schemas.microsoft.com/office/powerpoint/2010/main" val="31145011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This is where quantum comes in.</a:t>
            </a:r>
          </a:p>
          <a:p>
            <a:r>
              <a:rPr lang="en-US"/>
              <a:t>Quantum computing is a fundamentally different approach to tough questions and can potentially solve problems too large and time-consuming for classical computers.  How it works is by basing calculations on probabilities rather than measured solutions. Doing this allows us to explore multiple outcomes simultaneously which theoretically, can reduce the amount of time and resources needed to solve a problem.</a:t>
            </a:r>
            <a:endParaRPr lang="en-US">
              <a:cs typeface="Calibri"/>
            </a:endParaRPr>
          </a:p>
        </p:txBody>
      </p:sp>
      <p:sp>
        <p:nvSpPr>
          <p:cNvPr id="4" name="Slide Number Placeholder 3"/>
          <p:cNvSpPr>
            <a:spLocks noGrp="1"/>
          </p:cNvSpPr>
          <p:nvPr>
            <p:ph type="sldNum" sz="quarter" idx="5"/>
          </p:nvPr>
        </p:nvSpPr>
        <p:spPr/>
        <p:txBody>
          <a:bodyPr/>
          <a:lstStyle/>
          <a:p>
            <a:fld id="{C02957B1-04D9-4BB9-87AD-AAE9A79BE7F0}" type="slidenum">
              <a:rPr lang="en-US"/>
              <a:t>5</a:t>
            </a:fld>
            <a:endParaRPr lang="en-US"/>
          </a:p>
        </p:txBody>
      </p:sp>
    </p:spTree>
    <p:extLst>
      <p:ext uri="{BB962C8B-B14F-4D97-AF65-F5344CB8AC3E}">
        <p14:creationId xmlns:p14="http://schemas.microsoft.com/office/powerpoint/2010/main" val="27026547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It does this by applying a method called </a:t>
            </a:r>
            <a:r>
              <a:rPr lang="en-US" err="1"/>
              <a:t>trotterization</a:t>
            </a:r>
            <a:r>
              <a:rPr lang="en-US"/>
              <a:t> which is the breakdown of entangled neutrino oscillations in smaller operations such as a rotation or flip, when these so-called gate manipulations are applied to qubits, a circuit is created that can then be used to calculate the probability of the desired outcome.</a:t>
            </a:r>
          </a:p>
          <a:p>
            <a:endParaRPr lang="en-US">
              <a:cs typeface="Calibri"/>
            </a:endParaRPr>
          </a:p>
          <a:p>
            <a:r>
              <a:rPr lang="en-US"/>
              <a:t>So to recap, neutrinos give us information about supernovas, but it’s difficult and expensive to calculate their energy using classical means, due to the collective neutrino oscillations. Quantum offers an alternate, potentially faster method of achieving the same results as classical means.</a:t>
            </a:r>
            <a:endParaRPr lang="en-US">
              <a:cs typeface="Calibri"/>
            </a:endParaRPr>
          </a:p>
        </p:txBody>
      </p:sp>
      <p:sp>
        <p:nvSpPr>
          <p:cNvPr id="4" name="Slide Number Placeholder 3"/>
          <p:cNvSpPr>
            <a:spLocks noGrp="1"/>
          </p:cNvSpPr>
          <p:nvPr>
            <p:ph type="sldNum" sz="quarter" idx="5"/>
          </p:nvPr>
        </p:nvSpPr>
        <p:spPr/>
        <p:txBody>
          <a:bodyPr/>
          <a:lstStyle/>
          <a:p>
            <a:fld id="{C02957B1-04D9-4BB9-87AD-AAE9A79BE7F0}" type="slidenum">
              <a:rPr lang="en-US"/>
              <a:t>6</a:t>
            </a:fld>
            <a:endParaRPr lang="en-US"/>
          </a:p>
        </p:txBody>
      </p:sp>
    </p:spTree>
    <p:extLst>
      <p:ext uri="{BB962C8B-B14F-4D97-AF65-F5344CB8AC3E}">
        <p14:creationId xmlns:p14="http://schemas.microsoft.com/office/powerpoint/2010/main" val="31926458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lvl="1" indent="-285750">
              <a:buFont typeface="Courier New"/>
              <a:buChar char="○"/>
            </a:pPr>
            <a:r>
              <a:rPr lang="en-US"/>
              <a:t>However, quantum computers currently have limitations and we're still trying to get them to work well enough to compete with classical methods.</a:t>
            </a:r>
          </a:p>
          <a:p>
            <a:pPr marL="285750" lvl="1" indent="-285750">
              <a:buFont typeface="Courier New"/>
              <a:buChar char="○"/>
            </a:pPr>
            <a:r>
              <a:rPr lang="en-US"/>
              <a:t> the struggle is that qubit states are super fragile and easily influenced by even the tiniest bit of error in a gate calibration or leak of input from the outside Enviromint. This means that as we increase the number of qubits and consequently gate operations, in our system. The amount of error due to partially unaligned elements cause our probabilities to deviate significantly from the correct value calculated on a classical computer. </a:t>
            </a:r>
            <a:endParaRPr lang="en-US">
              <a:cs typeface="Calibri"/>
            </a:endParaRPr>
          </a:p>
          <a:p>
            <a:pPr lvl="1">
              <a:buFont typeface="Courier New"/>
              <a:buChar char="○"/>
            </a:pPr>
            <a:r>
              <a:rPr lang="en-US"/>
              <a:t>To improve quantum computers, I focused my efforts on implementing two methods to reduce error.</a:t>
            </a:r>
            <a:endParaRPr lang="en-US">
              <a:cs typeface="Calibri" panose="020F0502020204030204"/>
            </a:endParaRPr>
          </a:p>
          <a:p>
            <a:pPr lvl="2">
              <a:buFont typeface="Wingdings"/>
              <a:buChar char="▪"/>
            </a:pPr>
            <a:r>
              <a:rPr lang="en-US"/>
              <a:t>Gate Reduction</a:t>
            </a:r>
            <a:endParaRPr lang="en-US">
              <a:cs typeface="Calibri" panose="020F0502020204030204"/>
            </a:endParaRPr>
          </a:p>
          <a:p>
            <a:pPr lvl="2">
              <a:buFont typeface="Wingdings"/>
              <a:buChar char="▪"/>
            </a:pPr>
            <a:r>
              <a:rPr lang="en-US"/>
              <a:t>Implementation of pulse-based quantum</a:t>
            </a:r>
            <a:endParaRPr lang="en-US">
              <a:cs typeface="Calibri"/>
            </a:endParaRPr>
          </a:p>
          <a:p>
            <a:pPr marL="285750" lvl="1" indent="-285750">
              <a:buFont typeface="Courier New"/>
              <a:buChar char="○"/>
            </a:pP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C02957B1-04D9-4BB9-87AD-AAE9A79BE7F0}" type="slidenum">
              <a:rPr lang="en-US"/>
              <a:t>7</a:t>
            </a:fld>
            <a:endParaRPr lang="en-US"/>
          </a:p>
        </p:txBody>
      </p:sp>
    </p:spTree>
    <p:extLst>
      <p:ext uri="{BB962C8B-B14F-4D97-AF65-F5344CB8AC3E}">
        <p14:creationId xmlns:p14="http://schemas.microsoft.com/office/powerpoint/2010/main" val="38056445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first METHOD  is gate reduction.</a:t>
            </a:r>
          </a:p>
          <a:p>
            <a:r>
              <a:rPr lang="en-US"/>
              <a:t>Quantum circuits use predefined microwave pulse signals as a means to apply gates. This means that the gates themselves are not tailored to individual qubits and are therefore are a significant sources of noise.</a:t>
            </a:r>
            <a:endParaRPr lang="en-US">
              <a:cs typeface="Calibri" panose="020F0502020204030204"/>
            </a:endParaRPr>
          </a:p>
          <a:p>
            <a:pPr marL="628650" lvl="1" indent="-171450">
              <a:buFont typeface="Courier New"/>
              <a:buChar char="○"/>
            </a:pPr>
            <a:r>
              <a:rPr lang="en-US"/>
              <a:t>In general, when you transform a Hamiltonian or energy equation, the straightforward </a:t>
            </a:r>
            <a:r>
              <a:rPr lang="en-US" b="1"/>
              <a:t>standard method </a:t>
            </a:r>
            <a:r>
              <a:rPr lang="en-US"/>
              <a:t>is to break your system into its base gates, to create something like the first circuit. This works for a few qubits but scales poorly. </a:t>
            </a:r>
            <a:endParaRPr lang="en-US">
              <a:cs typeface="Calibri" panose="020F0502020204030204"/>
            </a:endParaRPr>
          </a:p>
          <a:p>
            <a:pPr marL="628650" lvl="1" indent="-171450">
              <a:buFont typeface="Courier New"/>
              <a:buChar char="○"/>
            </a:pPr>
            <a:r>
              <a:rPr lang="en-US"/>
              <a:t>To decrease the number of gates needed to represent our neutrino energy I took a transformation method created by </a:t>
            </a:r>
            <a:r>
              <a:rPr lang="en-US" err="1"/>
              <a:t>vidal</a:t>
            </a:r>
            <a:r>
              <a:rPr lang="en-US"/>
              <a:t> and </a:t>
            </a:r>
            <a:r>
              <a:rPr lang="en-US" err="1"/>
              <a:t>dawson</a:t>
            </a:r>
            <a:r>
              <a:rPr lang="en-US"/>
              <a:t> in 2004, for two qubits and modified it fit a four-qubit system modeling our neutrino oscillations. </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C02957B1-04D9-4BB9-87AD-AAE9A79BE7F0}" type="slidenum">
              <a:rPr lang="en-US"/>
              <a:t>8</a:t>
            </a:fld>
            <a:endParaRPr lang="en-US"/>
          </a:p>
        </p:txBody>
      </p:sp>
    </p:spTree>
    <p:extLst>
      <p:ext uri="{BB962C8B-B14F-4D97-AF65-F5344CB8AC3E}">
        <p14:creationId xmlns:p14="http://schemas.microsoft.com/office/powerpoint/2010/main" val="25616283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28650" lvl="1" indent="-171450">
              <a:buFont typeface="Courier New"/>
              <a:buChar char="○"/>
            </a:pPr>
            <a:r>
              <a:rPr lang="en-US"/>
              <a:t>Here are the results as run-on IBM’s </a:t>
            </a:r>
            <a:r>
              <a:rPr lang="en-US" err="1"/>
              <a:t>Qasm_simulatior</a:t>
            </a:r>
            <a:r>
              <a:rPr lang="en-US"/>
              <a:t>.</a:t>
            </a:r>
          </a:p>
          <a:p>
            <a:pPr marL="1085850" lvl="2" indent="-171450">
              <a:buFont typeface="Wingdings"/>
              <a:buChar char="▪"/>
            </a:pPr>
            <a:r>
              <a:rPr lang="en-US"/>
              <a:t>On the left is a graph comparing the probability our two neutrinos remain in the electron-neutrino state as a function of time. It compares the results from the classical to the standard and improved quantum circuit models. As you can see, there’s not much of a difference between the three methods. early on they all give about the same probability. Though the quantum methods will get worse while the classical will stay the same as time goes by.</a:t>
            </a:r>
            <a:endParaRPr lang="en-US">
              <a:cs typeface="Calibri"/>
            </a:endParaRPr>
          </a:p>
          <a:p>
            <a:pPr marL="1085850" lvl="2" indent="-171450">
              <a:buFont typeface="Wingdings"/>
              <a:buChar char="▪"/>
            </a:pPr>
            <a:r>
              <a:rPr lang="en-US"/>
              <a:t>On the other hand, we have the graph for a 4-neutrino system on the right which shows a significant improvement when you compare the standard method and the improved method</a:t>
            </a:r>
            <a:endParaRPr lang="en-US">
              <a:cs typeface="Calibri"/>
            </a:endParaRPr>
          </a:p>
          <a:p>
            <a:pPr marL="1085850" lvl="2" indent="-171450">
              <a:buFont typeface="Wingdings"/>
              <a:buChar char="▪"/>
            </a:pPr>
            <a:r>
              <a:rPr lang="en-US"/>
              <a:t>The reason we see so much error in the 4-qubit standard method is because it has a lot of gate yes, but more specifically it has a lot of C-NOT gates which is a gate that is directly responsible for entangling qubits. This gate produces the most error because it has to accept input from two different sources. The improved method greatly reduces the number of C-NOT gates and thus has a much better probability. While we’ve only applied this method to 2 and 4 qubit examples due to a limitation of our available resources, these results, indicate we can scale this method to any N-neutrino system and effectively reduce the number of needed gates by nearly.</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C02957B1-04D9-4BB9-87AD-AAE9A79BE7F0}" type="slidenum">
              <a:rPr lang="en-US"/>
              <a:t>9</a:t>
            </a:fld>
            <a:endParaRPr lang="en-US"/>
          </a:p>
        </p:txBody>
      </p:sp>
    </p:spTree>
    <p:extLst>
      <p:ext uri="{BB962C8B-B14F-4D97-AF65-F5344CB8AC3E}">
        <p14:creationId xmlns:p14="http://schemas.microsoft.com/office/powerpoint/2010/main" val="2236253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lvl="1" indent="-285750">
              <a:buFont typeface="Courier New"/>
              <a:buChar char="○"/>
            </a:pPr>
            <a:r>
              <a:rPr lang="en-US"/>
              <a:t>After we reduced the number of gates, we introduced a 2nd method of reducing errors.</a:t>
            </a:r>
          </a:p>
          <a:p>
            <a:pPr marL="285750" lvl="1" indent="-285750">
              <a:buFont typeface="Courier New"/>
              <a:buChar char="○"/>
            </a:pPr>
            <a:r>
              <a:rPr lang="en-US"/>
              <a:t>The Implementation of pulse-level quantum</a:t>
            </a:r>
            <a:endParaRPr lang="en-US">
              <a:cs typeface="Calibri"/>
            </a:endParaRPr>
          </a:p>
          <a:p>
            <a:pPr marL="285750" lvl="1" indent="-285750">
              <a:buFont typeface="Courier New"/>
              <a:buChar char="○"/>
            </a:pPr>
            <a:r>
              <a:rPr lang="en-US"/>
              <a:t>As I mentioned previously, what we call circuit quantum is based on the foundation that all qubits are the same and therefore incorrectly assumes that they require the same preprogrammed microwave pulse for a given gate manipulation to be performed. This leads to additional noise in our circuit.</a:t>
            </a:r>
            <a:endParaRPr lang="en-US">
              <a:cs typeface="Calibri"/>
            </a:endParaRPr>
          </a:p>
          <a:p>
            <a:pPr marL="285750" lvl="1" indent="-285750">
              <a:buFont typeface="Courier New"/>
              <a:buChar char="○"/>
            </a:pPr>
            <a:r>
              <a:rPr lang="en-US"/>
              <a:t>On the other hand, Pulse-based quantum computing allows for precise control of real quantum hardware. Rather than use a preprogrammed gate as in the case of circuit-based quantum, we instead perform a series of tests to determine which precise amplitude and frequency to send our microwave signal at so the exact operation we require is performed.</a:t>
            </a:r>
            <a:endParaRPr lang="en-US">
              <a:cs typeface="Calibri"/>
            </a:endParaRPr>
          </a:p>
          <a:p>
            <a:pPr marL="285750" lvl="1" indent="-285750">
              <a:buFont typeface="Courier New"/>
              <a:buChar char="○"/>
            </a:pPr>
            <a:r>
              <a:rPr lang="en-US" b="1"/>
              <a:t>Thus, we end up with a schedule of pulses rather than a circuit of gates </a:t>
            </a:r>
            <a:endParaRPr lang="en-US"/>
          </a:p>
          <a:p>
            <a:endParaRPr lang="en-US">
              <a:cs typeface="Calibri"/>
            </a:endParaRPr>
          </a:p>
        </p:txBody>
      </p:sp>
      <p:sp>
        <p:nvSpPr>
          <p:cNvPr id="4" name="Slide Number Placeholder 3"/>
          <p:cNvSpPr>
            <a:spLocks noGrp="1"/>
          </p:cNvSpPr>
          <p:nvPr>
            <p:ph type="sldNum" sz="quarter" idx="5"/>
          </p:nvPr>
        </p:nvSpPr>
        <p:spPr/>
        <p:txBody>
          <a:bodyPr/>
          <a:lstStyle/>
          <a:p>
            <a:fld id="{C02957B1-04D9-4BB9-87AD-AAE9A79BE7F0}" type="slidenum">
              <a:rPr lang="en-US"/>
              <a:t>10</a:t>
            </a:fld>
            <a:endParaRPr lang="en-US"/>
          </a:p>
        </p:txBody>
      </p:sp>
    </p:spTree>
    <p:extLst>
      <p:ext uri="{BB962C8B-B14F-4D97-AF65-F5344CB8AC3E}">
        <p14:creationId xmlns:p14="http://schemas.microsoft.com/office/powerpoint/2010/main" val="12935588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buFont typeface="Courier New"/>
              <a:buChar char="○"/>
            </a:pPr>
            <a:r>
              <a:rPr lang="en-US"/>
              <a:t>As of now here are our results using pulse-based quantum</a:t>
            </a:r>
          </a:p>
          <a:p>
            <a:pPr lvl="1">
              <a:buFont typeface="Courier New"/>
              <a:buChar char="○"/>
            </a:pPr>
            <a:r>
              <a:rPr lang="en-US"/>
              <a:t>The graph on the left shows the probability of finding 2 neutrinos both in the electron neutrino state as calculated by classical, circuit, and pulse level methods.</a:t>
            </a:r>
            <a:endParaRPr lang="en-US">
              <a:cs typeface="Calibri"/>
            </a:endParaRPr>
          </a:p>
          <a:p>
            <a:pPr lvl="1">
              <a:buFont typeface="Courier New"/>
              <a:buChar char="○"/>
            </a:pPr>
            <a:r>
              <a:rPr lang="en-US"/>
              <a:t>You can see that comparably speaking, the probabilities calculated using quantum are much lower than the classical and much different than what we saw in the previous graph. This is because this calculation was run on one of IBM’s actual quantum computers. Previously we were using simulations of quantum computers since it’s much faster and we only needed to know if the reduction of gates made a difference which could easily be seen on both a simulation and an actual quantum computer. However, when comparing two quantum methods it was necessary to run experiments on a real quantum computer, one with a lot more noise and error. So, while our results for the pulse level method are worse them the results for the circuit-based method, while this isn’t ideal, it is expected. Because pulse-based quantum is tailored to each qubit, a lot of steps need to be done before we achieve good results. We haven’t had enough time yet to make all the necessary adjustments.</a:t>
            </a:r>
            <a:endParaRPr lang="en-US">
              <a:cs typeface="Calibri"/>
            </a:endParaRPr>
          </a:p>
          <a:p>
            <a:pPr marL="0" lvl="1"/>
            <a:endParaRPr lang="en-US">
              <a:cs typeface="Calibri"/>
            </a:endParaRPr>
          </a:p>
        </p:txBody>
      </p:sp>
      <p:sp>
        <p:nvSpPr>
          <p:cNvPr id="4" name="Slide Number Placeholder 3"/>
          <p:cNvSpPr>
            <a:spLocks noGrp="1"/>
          </p:cNvSpPr>
          <p:nvPr>
            <p:ph type="sldNum" sz="quarter" idx="5"/>
          </p:nvPr>
        </p:nvSpPr>
        <p:spPr/>
        <p:txBody>
          <a:bodyPr/>
          <a:lstStyle/>
          <a:p>
            <a:fld id="{C02957B1-04D9-4BB9-87AD-AAE9A79BE7F0}" type="slidenum">
              <a:rPr lang="en-US"/>
              <a:t>11</a:t>
            </a:fld>
            <a:endParaRPr lang="en-US"/>
          </a:p>
        </p:txBody>
      </p:sp>
    </p:spTree>
    <p:extLst>
      <p:ext uri="{BB962C8B-B14F-4D97-AF65-F5344CB8AC3E}">
        <p14:creationId xmlns:p14="http://schemas.microsoft.com/office/powerpoint/2010/main" val="9749679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lvl="1" indent="-285750">
              <a:buFont typeface="Courier New"/>
              <a:buChar char="○"/>
            </a:pPr>
            <a:r>
              <a:rPr lang="en-US"/>
              <a:t>remedy this, Future research will expand to include;</a:t>
            </a:r>
          </a:p>
          <a:p>
            <a:pPr marL="285750" lvl="2" indent="-285750">
              <a:buFont typeface="Wingdings"/>
              <a:buChar char="▪"/>
            </a:pPr>
            <a:r>
              <a:rPr lang="en-US"/>
              <a:t>The Incorporate of error Mitigation </a:t>
            </a:r>
            <a:endParaRPr lang="en-US">
              <a:cs typeface="Calibri"/>
            </a:endParaRPr>
          </a:p>
          <a:p>
            <a:pPr marL="285750" lvl="2" indent="-285750">
              <a:buFont typeface="Wingdings"/>
              <a:buChar char="▪"/>
            </a:pPr>
            <a:r>
              <a:rPr lang="en-US"/>
              <a:t>A more </a:t>
            </a:r>
            <a:r>
              <a:rPr lang="en-US" err="1"/>
              <a:t>indepth</a:t>
            </a:r>
            <a:r>
              <a:rPr lang="en-US"/>
              <a:t> Comparison of  Additional methods of Gate evolution </a:t>
            </a:r>
            <a:endParaRPr lang="en-US">
              <a:cs typeface="Calibri"/>
            </a:endParaRPr>
          </a:p>
          <a:p>
            <a:pPr marL="285750" lvl="2" indent="-285750">
              <a:buFont typeface="Wingdings"/>
              <a:buChar char="▪"/>
            </a:pPr>
            <a:r>
              <a:rPr lang="en-US"/>
              <a:t>Consideration of Cancelation pulses before and after pulse schedules</a:t>
            </a:r>
            <a:endParaRPr lang="en-US">
              <a:cs typeface="Calibri"/>
            </a:endParaRPr>
          </a:p>
          <a:p>
            <a:pPr marL="285750" lvl="2" indent="-285750">
              <a:buFont typeface="Wingdings"/>
              <a:buChar char="▪"/>
            </a:pPr>
            <a:r>
              <a:rPr lang="en-US"/>
              <a:t>And the Expansion of our Model to three flavors as is applicable in real world analysis </a:t>
            </a:r>
            <a:endParaRPr lang="en-US">
              <a:cs typeface="Calibri"/>
            </a:endParaRPr>
          </a:p>
          <a:p>
            <a:pPr marL="285750" lvl="2" indent="-285750">
              <a:buFont typeface="Wingdings"/>
              <a:buChar char="▪"/>
            </a:pPr>
            <a:endParaRPr lang="en-US">
              <a:cs typeface="Calibri"/>
            </a:endParaRPr>
          </a:p>
          <a:p>
            <a:pPr marL="285750" lvl="2" indent="-285750">
              <a:buFont typeface="Wingdings"/>
              <a:buChar char="▪"/>
            </a:pPr>
            <a:r>
              <a:rPr lang="en-US"/>
              <a:t>So, there is still a LOT work to be done, but we’re optimistic  our results set us on the path to one day achieving the necessary number of low error qubits needed to efficiently calculate the energy of collective neutrino oscillations.</a:t>
            </a:r>
            <a:endParaRPr lang="en-US">
              <a:cs typeface="Calibri"/>
            </a:endParaRPr>
          </a:p>
          <a:p>
            <a:pPr marL="285750" lvl="2" indent="-285750">
              <a:buFont typeface="Wingdings"/>
              <a:buChar char="▪"/>
            </a:pPr>
            <a:endParaRPr lang="en-US">
              <a:cs typeface="Calibri"/>
            </a:endParaRPr>
          </a:p>
          <a:p>
            <a:pPr marL="285750" lvl="2" indent="-285750">
              <a:buFont typeface="Wingdings"/>
              <a:buChar char="▪"/>
            </a:pPr>
            <a:r>
              <a:rPr lang="en-US">
                <a:cs typeface="Calibri"/>
              </a:rPr>
              <a:t>THANK YOU</a:t>
            </a:r>
          </a:p>
          <a:p>
            <a:endParaRPr lang="en-US">
              <a:cs typeface="Calibri"/>
            </a:endParaRPr>
          </a:p>
        </p:txBody>
      </p:sp>
      <p:sp>
        <p:nvSpPr>
          <p:cNvPr id="4" name="Slide Number Placeholder 3"/>
          <p:cNvSpPr>
            <a:spLocks noGrp="1"/>
          </p:cNvSpPr>
          <p:nvPr>
            <p:ph type="sldNum" sz="quarter" idx="5"/>
          </p:nvPr>
        </p:nvSpPr>
        <p:spPr/>
        <p:txBody>
          <a:bodyPr/>
          <a:lstStyle/>
          <a:p>
            <a:fld id="{C02957B1-04D9-4BB9-87AD-AAE9A79BE7F0}" type="slidenum">
              <a:rPr lang="en-US"/>
              <a:t>12</a:t>
            </a:fld>
            <a:endParaRPr lang="en-US"/>
          </a:p>
        </p:txBody>
      </p:sp>
    </p:spTree>
    <p:extLst>
      <p:ext uri="{BB962C8B-B14F-4D97-AF65-F5344CB8AC3E}">
        <p14:creationId xmlns:p14="http://schemas.microsoft.com/office/powerpoint/2010/main" val="3092915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11/28/2022</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8550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11/28/2022</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40046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11/28/2022</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017093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11/28/2022</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21768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11/28/2022</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772842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11/28/2022</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38883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11/28/2022</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270311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11/28/2022</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544601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11/28/2022</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595662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11/28/2022</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876635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11/28/2022</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883303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11/28/2022</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2545246819"/>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04" r:id="rId6"/>
    <p:sldLayoutId id="2147483700" r:id="rId7"/>
    <p:sldLayoutId id="2147483701" r:id="rId8"/>
    <p:sldLayoutId id="2147483702" r:id="rId9"/>
    <p:sldLayoutId id="2147483703" r:id="rId10"/>
    <p:sldLayoutId id="2147483705"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5.jpe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7.png"/><Relationship Id="rId7" Type="http://schemas.openxmlformats.org/officeDocument/2006/relationships/diagramQuickStyle" Target="../diagrams/quickStyle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Layout" Target="../diagrams/layout2.xml"/><Relationship Id="rId5" Type="http://schemas.openxmlformats.org/officeDocument/2006/relationships/diagramData" Target="../diagrams/data2.xml"/><Relationship Id="rId10" Type="http://schemas.openxmlformats.org/officeDocument/2006/relationships/image" Target="../media/image9.png"/><Relationship Id="rId4" Type="http://schemas.openxmlformats.org/officeDocument/2006/relationships/image" Target="../media/image8.png"/><Relationship Id="rId9" Type="http://schemas.microsoft.com/office/2007/relationships/diagramDrawing" Target="../diagrams/drawing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7.sv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9.xml"/><Relationship Id="rId6" Type="http://schemas.openxmlformats.org/officeDocument/2006/relationships/image" Target="../media/image3.png"/><Relationship Id="rId5" Type="http://schemas.openxmlformats.org/officeDocument/2006/relationships/image" Target="../media/image22.jpe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42D044D1-661B-D323-2970-AD0AF3924360}"/>
              </a:ext>
            </a:extLst>
          </p:cNvPr>
          <p:cNvPicPr>
            <a:picLocks noChangeAspect="1"/>
          </p:cNvPicPr>
          <p:nvPr/>
        </p:nvPicPr>
        <p:blipFill rotWithShape="1">
          <a:blip r:embed="rId3"/>
          <a:srcRect r="15627" b="-1"/>
          <a:stretch/>
        </p:blipFill>
        <p:spPr>
          <a:xfrm>
            <a:off x="3523488" y="10"/>
            <a:ext cx="8668512" cy="6857990"/>
          </a:xfrm>
          <a:prstGeom prst="rect">
            <a:avLst/>
          </a:prstGeom>
        </p:spPr>
      </p:pic>
      <p:sp>
        <p:nvSpPr>
          <p:cNvPr id="61" name="Rectangle 60">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7981" y="1122363"/>
            <a:ext cx="10047473" cy="1363833"/>
          </a:xfrm>
        </p:spPr>
        <p:txBody>
          <a:bodyPr vert="horz" lIns="91440" tIns="45720" rIns="91440" bIns="45720" rtlCol="0" anchor="t">
            <a:normAutofit fontScale="90000"/>
          </a:bodyPr>
          <a:lstStyle/>
          <a:p>
            <a:r>
              <a:rPr lang="en-US" sz="4800" b="0">
                <a:latin typeface="Arial"/>
                <a:cs typeface="Arial"/>
              </a:rPr>
              <a:t>Pulse-level quantum computing </a:t>
            </a:r>
            <a:br>
              <a:rPr lang="en-US" sz="4800" b="0">
                <a:latin typeface="Arial"/>
                <a:cs typeface="Arial"/>
              </a:rPr>
            </a:br>
            <a:r>
              <a:rPr lang="en-US" sz="4800" b="0">
                <a:latin typeface="Arial"/>
                <a:cs typeface="Arial"/>
              </a:rPr>
              <a:t>of collective neutrino oscillations</a:t>
            </a:r>
          </a:p>
          <a:p>
            <a:r>
              <a:rPr lang="en-US" sz="2700" b="0">
                <a:ea typeface="+mj-lt"/>
                <a:cs typeface="+mj-lt"/>
              </a:rPr>
              <a:t>Presented by Kaytlin Harrison</a:t>
            </a:r>
            <a:endParaRPr lang="en-US" sz="2700"/>
          </a:p>
        </p:txBody>
      </p:sp>
      <p:sp>
        <p:nvSpPr>
          <p:cNvPr id="3" name="Subtitle 2"/>
          <p:cNvSpPr>
            <a:spLocks noGrp="1"/>
          </p:cNvSpPr>
          <p:nvPr>
            <p:ph type="subTitle" idx="1"/>
          </p:nvPr>
        </p:nvSpPr>
        <p:spPr>
          <a:xfrm>
            <a:off x="477980" y="4959186"/>
            <a:ext cx="8681623" cy="1639461"/>
          </a:xfrm>
        </p:spPr>
        <p:txBody>
          <a:bodyPr vert="horz" lIns="91440" tIns="45720" rIns="91440" bIns="45720" rtlCol="0" anchor="t">
            <a:normAutofit/>
          </a:bodyPr>
          <a:lstStyle/>
          <a:p>
            <a:r>
              <a:rPr lang="en-US" sz="2000"/>
              <a:t>In </a:t>
            </a:r>
            <a:r>
              <a:rPr lang="en-US" sz="2000">
                <a:ea typeface="+mn-lt"/>
                <a:cs typeface="+mn-lt"/>
              </a:rPr>
              <a:t>close collaboration</a:t>
            </a:r>
            <a:r>
              <a:rPr lang="en-US" sz="2000"/>
              <a:t> with;</a:t>
            </a:r>
            <a:endParaRPr lang="en-US"/>
          </a:p>
          <a:p>
            <a:r>
              <a:rPr lang="en-US" sz="2000" u="sng">
                <a:ea typeface="+mn-lt"/>
                <a:cs typeface="+mn-lt"/>
              </a:rPr>
              <a:t>Pooja </a:t>
            </a:r>
            <a:r>
              <a:rPr lang="en-US" sz="2000" u="sng" err="1">
                <a:ea typeface="+mn-lt"/>
                <a:cs typeface="+mn-lt"/>
              </a:rPr>
              <a:t>Siwach</a:t>
            </a:r>
            <a:r>
              <a:rPr lang="en-US" sz="2000">
                <a:ea typeface="+mn-lt"/>
                <a:cs typeface="+mn-lt"/>
              </a:rPr>
              <a:t>, </a:t>
            </a:r>
            <a:r>
              <a:rPr lang="en-US" sz="2000" u="sng">
                <a:ea typeface="+mn-lt"/>
                <a:cs typeface="+mn-lt"/>
              </a:rPr>
              <a:t>Baha </a:t>
            </a:r>
            <a:r>
              <a:rPr lang="en-US" sz="2000" u="sng" err="1">
                <a:ea typeface="+mn-lt"/>
                <a:cs typeface="+mn-lt"/>
              </a:rPr>
              <a:t>Balantekin</a:t>
            </a:r>
            <a:r>
              <a:rPr lang="en-US" sz="2000">
                <a:ea typeface="+mn-lt"/>
                <a:cs typeface="+mn-lt"/>
              </a:rPr>
              <a:t>, Peter Zlatev, Anna </a:t>
            </a:r>
            <a:r>
              <a:rPr lang="en-US" sz="2000" err="1">
                <a:ea typeface="+mn-lt"/>
                <a:cs typeface="+mn-lt"/>
              </a:rPr>
              <a:t>Suliga</a:t>
            </a:r>
            <a:r>
              <a:rPr lang="en-US" sz="2000">
                <a:ea typeface="+mn-lt"/>
                <a:cs typeface="+mn-lt"/>
              </a:rPr>
              <a:t>, </a:t>
            </a:r>
          </a:p>
          <a:p>
            <a:r>
              <a:rPr lang="en-US" sz="2000">
                <a:ea typeface="+mn-lt"/>
                <a:cs typeface="+mn-lt"/>
              </a:rPr>
              <a:t>Daniel Heimsoth, Caroline Laber-Smith</a:t>
            </a:r>
            <a:endParaRPr lang="en-US" sz="2000"/>
          </a:p>
        </p:txBody>
      </p:sp>
      <p:sp>
        <p:nvSpPr>
          <p:cNvPr id="63" name="Rectangle 6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5" name="Rectangle 6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38B3997-3B7F-0F22-5379-67D870BC81DA}"/>
              </a:ext>
            </a:extLst>
          </p:cNvPr>
          <p:cNvSpPr>
            <a:spLocks noGrp="1"/>
          </p:cNvSpPr>
          <p:nvPr>
            <p:ph type="sldNum" sz="quarter" idx="12"/>
          </p:nvPr>
        </p:nvSpPr>
        <p:spPr/>
        <p:txBody>
          <a:bodyPr/>
          <a:lstStyle/>
          <a:p>
            <a:fld id="{B2DC25EE-239B-4C5F-AAD1-255A7D5F1EE2}" type="slidenum">
              <a:rPr lang="en-US" dirty="0" smtClean="0">
                <a:solidFill>
                  <a:schemeClr val="bg1"/>
                </a:solidFill>
              </a:rPr>
              <a:t>1</a:t>
            </a:fld>
            <a:endParaRPr lang="en-US">
              <a:solidFill>
                <a:schemeClr val="bg1"/>
              </a:solidFill>
            </a:endParaRPr>
          </a:p>
        </p:txBody>
      </p:sp>
      <p:pic>
        <p:nvPicPr>
          <p:cNvPr id="6" name="Picture 6" descr="Logo, company name&#10;&#10;Description automatically generated">
            <a:extLst>
              <a:ext uri="{FF2B5EF4-FFF2-40B4-BE49-F238E27FC236}">
                <a16:creationId xmlns:a16="http://schemas.microsoft.com/office/drawing/2014/main" id="{8C431BAD-FB8F-53EC-703B-F3A465337D82}"/>
              </a:ext>
            </a:extLst>
          </p:cNvPr>
          <p:cNvPicPr>
            <a:picLocks noChangeAspect="1"/>
          </p:cNvPicPr>
          <p:nvPr/>
        </p:nvPicPr>
        <p:blipFill>
          <a:blip r:embed="rId4"/>
          <a:stretch>
            <a:fillRect/>
          </a:stretch>
        </p:blipFill>
        <p:spPr>
          <a:xfrm>
            <a:off x="305332" y="2842479"/>
            <a:ext cx="2743200" cy="1645920"/>
          </a:xfrm>
          <a:prstGeom prst="rect">
            <a:avLst/>
          </a:prstGeom>
        </p:spPr>
      </p:pic>
      <p:pic>
        <p:nvPicPr>
          <p:cNvPr id="7" name="Picture 7" descr="Icon&#10;&#10;Description automatically generated">
            <a:extLst>
              <a:ext uri="{FF2B5EF4-FFF2-40B4-BE49-F238E27FC236}">
                <a16:creationId xmlns:a16="http://schemas.microsoft.com/office/drawing/2014/main" id="{944BD7A1-FAC8-0863-4BBC-DE038B812672}"/>
              </a:ext>
            </a:extLst>
          </p:cNvPr>
          <p:cNvPicPr>
            <a:picLocks noChangeAspect="1"/>
          </p:cNvPicPr>
          <p:nvPr/>
        </p:nvPicPr>
        <p:blipFill>
          <a:blip r:embed="rId5"/>
          <a:stretch>
            <a:fillRect/>
          </a:stretch>
        </p:blipFill>
        <p:spPr>
          <a:xfrm>
            <a:off x="3301042" y="3426436"/>
            <a:ext cx="2211238" cy="565846"/>
          </a:xfrm>
          <a:prstGeom prst="rect">
            <a:avLst/>
          </a:prstGeom>
        </p:spPr>
      </p:pic>
    </p:spTree>
    <p:extLst>
      <p:ext uri="{BB962C8B-B14F-4D97-AF65-F5344CB8AC3E}">
        <p14:creationId xmlns:p14="http://schemas.microsoft.com/office/powerpoint/2010/main" val="109857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2" name="Rectangle 181">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4" name="Rectangle 183">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86" name="Rectangle 185">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5">
            <a:extLst>
              <a:ext uri="{FF2B5EF4-FFF2-40B4-BE49-F238E27FC236}">
                <a16:creationId xmlns:a16="http://schemas.microsoft.com/office/drawing/2014/main" id="{273BE249-B600-8B9D-DDE8-61D5C94BDE34}"/>
              </a:ext>
            </a:extLst>
          </p:cNvPr>
          <p:cNvPicPr>
            <a:picLocks noChangeAspect="1"/>
          </p:cNvPicPr>
          <p:nvPr/>
        </p:nvPicPr>
        <p:blipFill rotWithShape="1">
          <a:blip r:embed="rId3"/>
          <a:srcRect t="15414" b="9586"/>
          <a:stretch/>
        </p:blipFill>
        <p:spPr>
          <a:xfrm>
            <a:off x="20" y="10"/>
            <a:ext cx="12191979" cy="6857990"/>
          </a:xfrm>
          <a:prstGeom prst="rect">
            <a:avLst/>
          </a:prstGeom>
        </p:spPr>
      </p:pic>
      <p:sp>
        <p:nvSpPr>
          <p:cNvPr id="188" name="Rectangle 187">
            <a:extLst>
              <a:ext uri="{FF2B5EF4-FFF2-40B4-BE49-F238E27FC236}">
                <a16:creationId xmlns:a16="http://schemas.microsoft.com/office/drawing/2014/main" id="{A44CD100-6267-4E62-AA64-2182A3A6A1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alpha val="30000"/>
                </a:schemeClr>
              </a:gs>
              <a:gs pos="33000">
                <a:schemeClr val="tx1">
                  <a:alpha val="20000"/>
                </a:schemeClr>
              </a:gs>
              <a:gs pos="0">
                <a:schemeClr val="tx1">
                  <a:alpha val="0"/>
                </a:schemeClr>
              </a:gs>
              <a:gs pos="100000">
                <a:schemeClr val="tx1">
                  <a:alpha val="3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2B3D2D5-1727-3D90-E74D-A583E56B8FF1}"/>
              </a:ext>
            </a:extLst>
          </p:cNvPr>
          <p:cNvSpPr txBox="1"/>
          <p:nvPr/>
        </p:nvSpPr>
        <p:spPr>
          <a:xfrm>
            <a:off x="477981" y="1122363"/>
            <a:ext cx="4023360" cy="3204134"/>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nSpc>
                <a:spcPct val="90000"/>
              </a:lnSpc>
              <a:spcBef>
                <a:spcPct val="0"/>
              </a:spcBef>
              <a:spcAft>
                <a:spcPts val="600"/>
              </a:spcAft>
            </a:pPr>
            <a:r>
              <a:rPr lang="en-US" sz="3700">
                <a:solidFill>
                  <a:schemeClr val="bg1"/>
                </a:solidFill>
                <a:ea typeface="+mn-lt"/>
                <a:cs typeface="+mn-lt"/>
              </a:rPr>
              <a:t>Supernovas are one of the largest sources of energy known to exist</a:t>
            </a:r>
            <a:endParaRPr lang="en-US">
              <a:solidFill>
                <a:schemeClr val="bg1"/>
              </a:solidFill>
              <a:ea typeface="+mn-lt"/>
              <a:cs typeface="+mn-lt"/>
            </a:endParaRPr>
          </a:p>
        </p:txBody>
      </p:sp>
      <p:sp>
        <p:nvSpPr>
          <p:cNvPr id="190" name="Rectangle 189">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2" name="Rectangle 191">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B6CD6C07-B7CC-0602-64AD-046F357F55AA}"/>
              </a:ext>
            </a:extLst>
          </p:cNvPr>
          <p:cNvSpPr>
            <a:spLocks noGrp="1"/>
          </p:cNvSpPr>
          <p:nvPr>
            <p:ph type="sldNum" sz="quarter" idx="12"/>
          </p:nvPr>
        </p:nvSpPr>
        <p:spPr>
          <a:xfrm>
            <a:off x="8970819" y="6356350"/>
            <a:ext cx="2743200" cy="365125"/>
          </a:xfrm>
        </p:spPr>
        <p:txBody>
          <a:bodyPr vert="horz" lIns="91440" tIns="45720" rIns="91440" bIns="45720" rtlCol="0" anchor="ctr">
            <a:normAutofit/>
          </a:bodyPr>
          <a:lstStyle/>
          <a:p>
            <a:pPr>
              <a:spcAft>
                <a:spcPts val="600"/>
              </a:spcAft>
            </a:pPr>
            <a:fld id="{B2DC25EE-239B-4C5F-AAD1-255A7D5F1EE2}" type="slidenum">
              <a:rPr lang="en-US">
                <a:solidFill>
                  <a:schemeClr val="bg1"/>
                </a:solidFill>
              </a:rPr>
              <a:pPr>
                <a:spcAft>
                  <a:spcPts val="600"/>
                </a:spcAft>
              </a:pPr>
              <a:t>2</a:t>
            </a:fld>
            <a:endParaRPr lang="en-US">
              <a:solidFill>
                <a:schemeClr val="bg1"/>
              </a:solidFill>
            </a:endParaRPr>
          </a:p>
        </p:txBody>
      </p:sp>
      <p:sp>
        <p:nvSpPr>
          <p:cNvPr id="9" name="TextBox 8">
            <a:extLst>
              <a:ext uri="{FF2B5EF4-FFF2-40B4-BE49-F238E27FC236}">
                <a16:creationId xmlns:a16="http://schemas.microsoft.com/office/drawing/2014/main" id="{DDD6D2C0-A99D-E783-A1E8-4974971F07D5}"/>
              </a:ext>
            </a:extLst>
          </p:cNvPr>
          <p:cNvSpPr txBox="1"/>
          <p:nvPr/>
        </p:nvSpPr>
        <p:spPr>
          <a:xfrm>
            <a:off x="841248" y="3337269"/>
            <a:ext cx="10509504" cy="2905686"/>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110000"/>
              </a:lnSpc>
              <a:spcAft>
                <a:spcPts val="600"/>
              </a:spcAft>
            </a:pPr>
            <a:endParaRPr lang="en-US" sz="2000">
              <a:solidFill>
                <a:srgbClr val="FFFFFF"/>
              </a:solidFill>
            </a:endParaRPr>
          </a:p>
        </p:txBody>
      </p:sp>
      <p:sp>
        <p:nvSpPr>
          <p:cNvPr id="2" name="TextBox 1">
            <a:extLst>
              <a:ext uri="{FF2B5EF4-FFF2-40B4-BE49-F238E27FC236}">
                <a16:creationId xmlns:a16="http://schemas.microsoft.com/office/drawing/2014/main" id="{678D9E5C-742A-2BDB-1421-4F95EBC7E4D2}"/>
              </a:ext>
            </a:extLst>
          </p:cNvPr>
          <p:cNvSpPr txBox="1"/>
          <p:nvPr/>
        </p:nvSpPr>
        <p:spPr>
          <a:xfrm>
            <a:off x="2300990" y="6535712"/>
            <a:ext cx="8676807"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Char char="•"/>
            </a:pPr>
            <a:r>
              <a:rPr lang="en-US" sz="1200" i="1">
                <a:solidFill>
                  <a:schemeClr val="bg1"/>
                </a:solidFill>
                <a:cs typeface="Arial"/>
              </a:rPr>
              <a:t>An artist's conception of SN2016aps, the most powerful supernova we have ever found</a:t>
            </a:r>
            <a:r>
              <a:rPr lang="en-US" sz="1200">
                <a:solidFill>
                  <a:schemeClr val="bg1"/>
                </a:solidFill>
                <a:cs typeface="Arial"/>
              </a:rPr>
              <a:t> Credit: M. Weiss​​</a:t>
            </a:r>
          </a:p>
        </p:txBody>
      </p:sp>
    </p:spTree>
    <p:extLst>
      <p:ext uri="{BB962C8B-B14F-4D97-AF65-F5344CB8AC3E}">
        <p14:creationId xmlns:p14="http://schemas.microsoft.com/office/powerpoint/2010/main" val="861447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4" name="Rectangle 94">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5" name="Rectangle 96">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6" name="Rectangle 98">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7" name="Rectangle 100">
            <a:extLst>
              <a:ext uri="{FF2B5EF4-FFF2-40B4-BE49-F238E27FC236}">
                <a16:creationId xmlns:a16="http://schemas.microsoft.com/office/drawing/2014/main" id="{8108D317-7CBD-4897-BD1F-959436D2A3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10F596-A256-2973-B5BC-0AB1C2B186AC}"/>
              </a:ext>
            </a:extLst>
          </p:cNvPr>
          <p:cNvSpPr>
            <a:spLocks noGrp="1"/>
          </p:cNvSpPr>
          <p:nvPr>
            <p:ph type="title"/>
          </p:nvPr>
        </p:nvSpPr>
        <p:spPr>
          <a:xfrm>
            <a:off x="7255564" y="816527"/>
            <a:ext cx="4360548" cy="1287319"/>
          </a:xfrm>
        </p:spPr>
        <p:txBody>
          <a:bodyPr vert="horz" lIns="91440" tIns="45720" rIns="91440" bIns="45720" rtlCol="0" anchor="b">
            <a:normAutofit/>
          </a:bodyPr>
          <a:lstStyle/>
          <a:p>
            <a:pPr>
              <a:lnSpc>
                <a:spcPct val="90000"/>
              </a:lnSpc>
            </a:pPr>
            <a:r>
              <a:rPr lang="en-US" sz="3000"/>
              <a:t>Neutrinos describe  supernovas</a:t>
            </a:r>
          </a:p>
        </p:txBody>
      </p:sp>
      <p:pic>
        <p:nvPicPr>
          <p:cNvPr id="38" name="Picture 38" descr="A picture containing outdoor object, star, night sky&#10;&#10;Description automatically generated">
            <a:extLst>
              <a:ext uri="{FF2B5EF4-FFF2-40B4-BE49-F238E27FC236}">
                <a16:creationId xmlns:a16="http://schemas.microsoft.com/office/drawing/2014/main" id="{0AF3B993-8DF2-6F3B-4080-501E91C307B7}"/>
              </a:ext>
            </a:extLst>
          </p:cNvPr>
          <p:cNvPicPr>
            <a:picLocks noChangeAspect="1"/>
          </p:cNvPicPr>
          <p:nvPr/>
        </p:nvPicPr>
        <p:blipFill rotWithShape="1">
          <a:blip r:embed="rId3"/>
          <a:srcRect t="22526" r="2" b="10349"/>
          <a:stretch/>
        </p:blipFill>
        <p:spPr>
          <a:xfrm>
            <a:off x="20" y="10"/>
            <a:ext cx="6717436" cy="6857990"/>
          </a:xfrm>
          <a:custGeom>
            <a:avLst/>
            <a:gdLst/>
            <a:ahLst/>
            <a:cxnLst/>
            <a:rect l="l" t="t" r="r" b="b"/>
            <a:pathLst>
              <a:path w="6717456" h="6858000">
                <a:moveTo>
                  <a:pt x="0" y="0"/>
                </a:moveTo>
                <a:lnTo>
                  <a:pt x="6149468" y="0"/>
                </a:lnTo>
                <a:lnTo>
                  <a:pt x="6202448" y="162605"/>
                </a:lnTo>
                <a:cubicBezTo>
                  <a:pt x="6535625" y="1263763"/>
                  <a:pt x="6717456" y="2453207"/>
                  <a:pt x="6717456" y="3694043"/>
                </a:cubicBezTo>
                <a:cubicBezTo>
                  <a:pt x="6717456" y="4757617"/>
                  <a:pt x="6583866" y="5783433"/>
                  <a:pt x="6335883" y="6748259"/>
                </a:cubicBezTo>
                <a:lnTo>
                  <a:pt x="6305198" y="6858000"/>
                </a:lnTo>
                <a:lnTo>
                  <a:pt x="0" y="6858000"/>
                </a:lnTo>
                <a:close/>
              </a:path>
            </a:pathLst>
          </a:custGeom>
          <a:effectLst>
            <a:outerShdw blurRad="50800" dist="38100" algn="l" rotWithShape="0">
              <a:schemeClr val="bg1">
                <a:lumMod val="85000"/>
                <a:alpha val="30000"/>
              </a:schemeClr>
            </a:outerShdw>
          </a:effectLst>
        </p:spPr>
      </p:pic>
      <p:sp>
        <p:nvSpPr>
          <p:cNvPr id="128" name="Rectangle 102">
            <a:extLst>
              <a:ext uri="{FF2B5EF4-FFF2-40B4-BE49-F238E27FC236}">
                <a16:creationId xmlns:a16="http://schemas.microsoft.com/office/drawing/2014/main" id="{D6297641-8B9F-4767-9606-8A1131322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89864" y="38793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9" name="Rectangle 104">
            <a:extLst>
              <a:ext uri="{FF2B5EF4-FFF2-40B4-BE49-F238E27FC236}">
                <a16:creationId xmlns:a16="http://schemas.microsoft.com/office/drawing/2014/main" id="{D8F3CA65-EA00-46B4-9616-39E6853F7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31572" y="2240371"/>
            <a:ext cx="420624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2AA5E35D-4EF1-A68E-702B-F2098B3BC0BF}"/>
              </a:ext>
            </a:extLst>
          </p:cNvPr>
          <p:cNvSpPr>
            <a:spLocks noGrp="1"/>
          </p:cNvSpPr>
          <p:nvPr>
            <p:ph type="sldNum" sz="quarter" idx="12"/>
          </p:nvPr>
        </p:nvSpPr>
        <p:spPr>
          <a:xfrm>
            <a:off x="10512543" y="6356350"/>
            <a:ext cx="1039115" cy="365125"/>
          </a:xfrm>
        </p:spPr>
        <p:txBody>
          <a:bodyPr vert="horz" lIns="91440" tIns="45720" rIns="91440" bIns="45720" rtlCol="0" anchor="ctr">
            <a:normAutofit/>
          </a:bodyPr>
          <a:lstStyle/>
          <a:p>
            <a:pPr>
              <a:spcAft>
                <a:spcPts val="600"/>
              </a:spcAft>
            </a:pPr>
            <a:fld id="{B2DC25EE-239B-4C5F-AAD1-255A7D5F1EE2}" type="slidenum">
              <a:rPr lang="en-US" dirty="0">
                <a:solidFill>
                  <a:schemeClr val="tx1"/>
                </a:solidFill>
              </a:rPr>
              <a:pPr>
                <a:spcAft>
                  <a:spcPts val="600"/>
                </a:spcAft>
              </a:pPr>
              <a:t>3</a:t>
            </a:fld>
            <a:endParaRPr lang="en-US">
              <a:solidFill>
                <a:schemeClr val="tx1"/>
              </a:solidFill>
            </a:endParaRPr>
          </a:p>
        </p:txBody>
      </p:sp>
      <p:sp>
        <p:nvSpPr>
          <p:cNvPr id="10" name="TextBox 9">
            <a:extLst>
              <a:ext uri="{FF2B5EF4-FFF2-40B4-BE49-F238E27FC236}">
                <a16:creationId xmlns:a16="http://schemas.microsoft.com/office/drawing/2014/main" id="{CE4EC137-C615-3C5E-EA17-86F3FFB8CE20}"/>
              </a:ext>
            </a:extLst>
          </p:cNvPr>
          <p:cNvSpPr txBox="1"/>
          <p:nvPr/>
        </p:nvSpPr>
        <p:spPr>
          <a:xfrm>
            <a:off x="793568" y="3791494"/>
            <a:ext cx="180975" cy="3619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graphicFrame>
        <p:nvGraphicFramePr>
          <p:cNvPr id="90" name="TextBox 3">
            <a:extLst>
              <a:ext uri="{FF2B5EF4-FFF2-40B4-BE49-F238E27FC236}">
                <a16:creationId xmlns:a16="http://schemas.microsoft.com/office/drawing/2014/main" id="{1235E3BB-2D4B-1F2C-2B70-5CB2954D2EA0}"/>
              </a:ext>
            </a:extLst>
          </p:cNvPr>
          <p:cNvGraphicFramePr/>
          <p:nvPr>
            <p:extLst>
              <p:ext uri="{D42A27DB-BD31-4B8C-83A1-F6EECF244321}">
                <p14:modId xmlns:p14="http://schemas.microsoft.com/office/powerpoint/2010/main" val="1446453889"/>
              </p:ext>
            </p:extLst>
          </p:nvPr>
        </p:nvGraphicFramePr>
        <p:xfrm>
          <a:off x="7255563" y="2557587"/>
          <a:ext cx="4314645" cy="371731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566026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8" name="Rectangle 17">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699449-6983-CBEB-D24C-8481596BD551}"/>
              </a:ext>
            </a:extLst>
          </p:cNvPr>
          <p:cNvSpPr>
            <a:spLocks noGrp="1"/>
          </p:cNvSpPr>
          <p:nvPr>
            <p:ph type="title"/>
          </p:nvPr>
        </p:nvSpPr>
        <p:spPr>
          <a:xfrm>
            <a:off x="497191" y="1775"/>
            <a:ext cx="4368416" cy="3204134"/>
          </a:xfrm>
        </p:spPr>
        <p:txBody>
          <a:bodyPr vert="horz" lIns="91440" tIns="45720" rIns="91440" bIns="45720" rtlCol="0" anchor="b">
            <a:normAutofit/>
          </a:bodyPr>
          <a:lstStyle/>
          <a:p>
            <a:r>
              <a:rPr lang="en-US" sz="3000"/>
              <a:t>Neutrino-Neutrino interactions are a challenge to study</a:t>
            </a:r>
          </a:p>
        </p:txBody>
      </p:sp>
      <p:sp>
        <p:nvSpPr>
          <p:cNvPr id="20" name="Rectangle 19">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 name="Picture 9" descr="Chart, scatter chart&#10;&#10;Description automatically generated">
            <a:extLst>
              <a:ext uri="{FF2B5EF4-FFF2-40B4-BE49-F238E27FC236}">
                <a16:creationId xmlns:a16="http://schemas.microsoft.com/office/drawing/2014/main" id="{2643A441-C519-A7AB-6472-D4A5696747A2}"/>
              </a:ext>
            </a:extLst>
          </p:cNvPr>
          <p:cNvPicPr>
            <a:picLocks noChangeAspect="1"/>
          </p:cNvPicPr>
          <p:nvPr/>
        </p:nvPicPr>
        <p:blipFill>
          <a:blip r:embed="rId3"/>
          <a:stretch>
            <a:fillRect/>
          </a:stretch>
        </p:blipFill>
        <p:spPr>
          <a:xfrm>
            <a:off x="4864608" y="1576057"/>
            <a:ext cx="6846363" cy="4963613"/>
          </a:xfrm>
          <a:prstGeom prst="rect">
            <a:avLst/>
          </a:prstGeom>
        </p:spPr>
      </p:pic>
      <p:sp>
        <p:nvSpPr>
          <p:cNvPr id="5" name="Slide Number Placeholder 4">
            <a:extLst>
              <a:ext uri="{FF2B5EF4-FFF2-40B4-BE49-F238E27FC236}">
                <a16:creationId xmlns:a16="http://schemas.microsoft.com/office/drawing/2014/main" id="{D4495493-FF8C-EB96-7E90-73EA67B7E618}"/>
              </a:ext>
            </a:extLst>
          </p:cNvPr>
          <p:cNvSpPr>
            <a:spLocks noGrp="1"/>
          </p:cNvSpPr>
          <p:nvPr>
            <p:ph type="sldNum" sz="quarter" idx="12"/>
          </p:nvPr>
        </p:nvSpPr>
        <p:spPr>
          <a:xfrm>
            <a:off x="9926319" y="6356350"/>
            <a:ext cx="1787699" cy="365125"/>
          </a:xfrm>
        </p:spPr>
        <p:txBody>
          <a:bodyPr vert="horz" lIns="91440" tIns="45720" rIns="91440" bIns="45720" rtlCol="0" anchor="ctr">
            <a:normAutofit/>
          </a:bodyPr>
          <a:lstStyle/>
          <a:p>
            <a:pPr>
              <a:spcAft>
                <a:spcPts val="600"/>
              </a:spcAft>
            </a:pPr>
            <a:fld id="{B2DC25EE-239B-4C5F-AAD1-255A7D5F1EE2}" type="slidenum">
              <a:rPr lang="en-US">
                <a:solidFill>
                  <a:schemeClr val="tx2">
                    <a:lumMod val="50000"/>
                    <a:lumOff val="50000"/>
                  </a:schemeClr>
                </a:solidFill>
              </a:rPr>
              <a:pPr>
                <a:spcAft>
                  <a:spcPts val="600"/>
                </a:spcAft>
              </a:pPr>
              <a:t>4</a:t>
            </a:fld>
            <a:endParaRPr lang="en-US">
              <a:solidFill>
                <a:schemeClr val="tx2">
                  <a:lumMod val="50000"/>
                  <a:lumOff val="50000"/>
                </a:schemeClr>
              </a:solidFill>
            </a:endParaRPr>
          </a:p>
        </p:txBody>
      </p:sp>
      <p:sp>
        <p:nvSpPr>
          <p:cNvPr id="3" name="TextBox 2">
            <a:extLst>
              <a:ext uri="{FF2B5EF4-FFF2-40B4-BE49-F238E27FC236}">
                <a16:creationId xmlns:a16="http://schemas.microsoft.com/office/drawing/2014/main" id="{3DB8B36E-DD22-59F1-07D3-2027B3C1DC9E}"/>
              </a:ext>
            </a:extLst>
          </p:cNvPr>
          <p:cNvSpPr txBox="1"/>
          <p:nvPr/>
        </p:nvSpPr>
        <p:spPr>
          <a:xfrm>
            <a:off x="3834319" y="356680"/>
            <a:ext cx="2871280" cy="535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6" name="TextBox 5">
            <a:extLst>
              <a:ext uri="{FF2B5EF4-FFF2-40B4-BE49-F238E27FC236}">
                <a16:creationId xmlns:a16="http://schemas.microsoft.com/office/drawing/2014/main" id="{7655B94F-FE48-4295-4A78-C12CAD127C81}"/>
              </a:ext>
            </a:extLst>
          </p:cNvPr>
          <p:cNvSpPr txBox="1"/>
          <p:nvPr/>
        </p:nvSpPr>
        <p:spPr>
          <a:xfrm>
            <a:off x="348647" y="4148390"/>
            <a:ext cx="466361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ea typeface="+mn-lt"/>
                <a:cs typeface="+mn-lt"/>
              </a:rPr>
              <a:t>Quantum computing can help!</a:t>
            </a:r>
            <a:endParaRPr lang="en-US" sz="2400" dirty="0"/>
          </a:p>
        </p:txBody>
      </p:sp>
      <p:sp>
        <p:nvSpPr>
          <p:cNvPr id="7" name="TextBox 6">
            <a:extLst>
              <a:ext uri="{FF2B5EF4-FFF2-40B4-BE49-F238E27FC236}">
                <a16:creationId xmlns:a16="http://schemas.microsoft.com/office/drawing/2014/main" id="{BA012E80-5276-411D-E118-F96FB1579ACD}"/>
              </a:ext>
            </a:extLst>
          </p:cNvPr>
          <p:cNvSpPr txBox="1"/>
          <p:nvPr/>
        </p:nvSpPr>
        <p:spPr>
          <a:xfrm>
            <a:off x="6237157" y="1375203"/>
            <a:ext cx="615163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N neutrinos vs Time to calculate energy</a:t>
            </a:r>
            <a:endParaRPr lang="en-US" sz="2000"/>
          </a:p>
        </p:txBody>
      </p:sp>
      <p:sp>
        <p:nvSpPr>
          <p:cNvPr id="4" name="TextBox 3">
            <a:extLst>
              <a:ext uri="{FF2B5EF4-FFF2-40B4-BE49-F238E27FC236}">
                <a16:creationId xmlns:a16="http://schemas.microsoft.com/office/drawing/2014/main" id="{D0E45E02-3FB4-7D7A-17B5-1E92B196A0A6}"/>
              </a:ext>
            </a:extLst>
          </p:cNvPr>
          <p:cNvSpPr txBox="1"/>
          <p:nvPr/>
        </p:nvSpPr>
        <p:spPr>
          <a:xfrm>
            <a:off x="1773" y="6354725"/>
            <a:ext cx="1143531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aseline="30000">
                <a:solidFill>
                  <a:srgbClr val="FF0000"/>
                </a:solidFill>
              </a:rPr>
              <a:t>1</a:t>
            </a:r>
            <a:r>
              <a:rPr lang="en-US" sz="1200"/>
              <a:t>Cervia, Michael, et al. “Collective Neutrino Oscillations with Tensor Networks Using a </a:t>
            </a:r>
            <a:endParaRPr lang="en-US"/>
          </a:p>
          <a:p>
            <a:r>
              <a:rPr lang="en-US" sz="1200"/>
              <a:t>Time-Dependent Variational Principle.” </a:t>
            </a:r>
            <a:r>
              <a:rPr lang="en-US" sz="1200" i="1"/>
              <a:t>ArXiv.org</a:t>
            </a:r>
            <a:r>
              <a:rPr lang="en-US" sz="1200"/>
              <a:t>, American Physical Society (APS), arxiv.org/abs/2202.01865. </a:t>
            </a:r>
            <a:endParaRPr lang="en-US"/>
          </a:p>
          <a:p>
            <a:endParaRPr lang="en-US" sz="1200"/>
          </a:p>
        </p:txBody>
      </p:sp>
    </p:spTree>
    <p:extLst>
      <p:ext uri="{BB962C8B-B14F-4D97-AF65-F5344CB8AC3E}">
        <p14:creationId xmlns:p14="http://schemas.microsoft.com/office/powerpoint/2010/main" val="1006650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Freeform: Shape 14">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chemeClr val="tx2">
                <a:lumMod val="10000"/>
                <a:lumOff val="90000"/>
              </a:schemeClr>
            </a:solidFill>
          </a:ln>
          <a:effectLst>
            <a:outerShdw blurRad="63500" sx="102000" sy="102000" algn="ctr" rotWithShape="0">
              <a:schemeClr val="bg1">
                <a:lumMod val="8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Freeform: Shape 16">
            <a:extLst>
              <a:ext uri="{FF2B5EF4-FFF2-40B4-BE49-F238E27FC236}">
                <a16:creationId xmlns:a16="http://schemas.microsoft.com/office/drawing/2014/main" id="{9C45F024-2468-4D8A-9E11-BB2B1E0A3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CB7FFEA-61A6-01C6-321A-CB16A6682963}"/>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a:t>Where Quantum comes in</a:t>
            </a:r>
          </a:p>
        </p:txBody>
      </p:sp>
      <p:sp>
        <p:nvSpPr>
          <p:cNvPr id="19" name="Rectangle 18">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1F39FDCA-D348-E740-A57C-C34DEE417B2D}"/>
              </a:ext>
            </a:extLst>
          </p:cNvPr>
          <p:cNvSpPr>
            <a:spLocks noGrp="1"/>
          </p:cNvSpPr>
          <p:nvPr>
            <p:ph type="sldNum" sz="quarter" idx="12"/>
          </p:nvPr>
        </p:nvSpPr>
        <p:spPr>
          <a:xfrm>
            <a:off x="10489019" y="6356350"/>
            <a:ext cx="1268818" cy="365125"/>
          </a:xfrm>
        </p:spPr>
        <p:txBody>
          <a:bodyPr vert="horz" lIns="91440" tIns="45720" rIns="91440" bIns="45720" rtlCol="0" anchor="ctr">
            <a:normAutofit/>
          </a:bodyPr>
          <a:lstStyle/>
          <a:p>
            <a:pPr>
              <a:spcAft>
                <a:spcPts val="600"/>
              </a:spcAft>
            </a:pPr>
            <a:fld id="{B2DC25EE-239B-4C5F-AAD1-255A7D5F1EE2}" type="slidenum">
              <a:rPr lang="en-US" smtClean="0"/>
              <a:pPr>
                <a:spcAft>
                  <a:spcPts val="600"/>
                </a:spcAft>
              </a:pPr>
              <a:t>5</a:t>
            </a:fld>
            <a:endParaRPr lang="en-US"/>
          </a:p>
        </p:txBody>
      </p:sp>
    </p:spTree>
    <p:extLst>
      <p:ext uri="{BB962C8B-B14F-4D97-AF65-F5344CB8AC3E}">
        <p14:creationId xmlns:p14="http://schemas.microsoft.com/office/powerpoint/2010/main" val="2342094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1575299-95A3-F5DC-229C-7BDA0FBECC01}"/>
              </a:ext>
            </a:extLst>
          </p:cNvPr>
          <p:cNvSpPr>
            <a:spLocks noGrp="1"/>
          </p:cNvSpPr>
          <p:nvPr>
            <p:ph type="title"/>
          </p:nvPr>
        </p:nvSpPr>
        <p:spPr>
          <a:xfrm>
            <a:off x="475343" y="271540"/>
            <a:ext cx="10515600" cy="1273233"/>
          </a:xfrm>
        </p:spPr>
        <p:txBody>
          <a:bodyPr>
            <a:normAutofit fontScale="90000"/>
          </a:bodyPr>
          <a:lstStyle/>
          <a:p>
            <a:r>
              <a:rPr lang="en-US" b="0">
                <a:ea typeface="+mj-lt"/>
                <a:cs typeface="+mj-lt"/>
              </a:rPr>
              <a:t>Quantum computing uses </a:t>
            </a:r>
            <a:r>
              <a:rPr lang="en-US" b="0" err="1">
                <a:ea typeface="+mj-lt"/>
                <a:cs typeface="+mj-lt"/>
              </a:rPr>
              <a:t>trotterization</a:t>
            </a:r>
            <a:r>
              <a:rPr lang="en-US" b="0">
                <a:ea typeface="+mj-lt"/>
                <a:cs typeface="+mj-lt"/>
              </a:rPr>
              <a:t> to effectively model the time evolution of neutrinos </a:t>
            </a:r>
            <a:endParaRPr lang="en-US" b="0"/>
          </a:p>
        </p:txBody>
      </p:sp>
      <p:sp>
        <p:nvSpPr>
          <p:cNvPr id="15" name="Rectangle 14">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E556866B-84AB-18AA-595B-5A155F6F37DF}"/>
              </a:ext>
            </a:extLst>
          </p:cNvPr>
          <p:cNvSpPr>
            <a:spLocks noGrp="1"/>
          </p:cNvSpPr>
          <p:nvPr>
            <p:ph type="sldNum" sz="quarter" idx="12"/>
          </p:nvPr>
        </p:nvSpPr>
        <p:spPr>
          <a:xfrm>
            <a:off x="8540496" y="6356350"/>
            <a:ext cx="2743200" cy="365125"/>
          </a:xfrm>
        </p:spPr>
        <p:txBody>
          <a:bodyPr>
            <a:normAutofit/>
          </a:bodyPr>
          <a:lstStyle/>
          <a:p>
            <a:pPr>
              <a:spcAft>
                <a:spcPts val="600"/>
              </a:spcAft>
            </a:pPr>
            <a:fld id="{B2DC25EE-239B-4C5F-AAD1-255A7D5F1EE2}" type="slidenum">
              <a:rPr lang="en-US" sz="1600" dirty="0" smtClean="0">
                <a:solidFill>
                  <a:schemeClr val="tx1"/>
                </a:solidFill>
              </a:rPr>
              <a:pPr>
                <a:spcAft>
                  <a:spcPts val="600"/>
                </a:spcAft>
              </a:pPr>
              <a:t>6</a:t>
            </a:fld>
            <a:endParaRPr lang="en-US" sz="1600">
              <a:solidFill>
                <a:schemeClr val="tx1"/>
              </a:solidFill>
            </a:endParaRPr>
          </a:p>
        </p:txBody>
      </p:sp>
      <p:pic>
        <p:nvPicPr>
          <p:cNvPr id="10" name="Picture 15">
            <a:extLst>
              <a:ext uri="{FF2B5EF4-FFF2-40B4-BE49-F238E27FC236}">
                <a16:creationId xmlns:a16="http://schemas.microsoft.com/office/drawing/2014/main" id="{D9458D91-4276-BD27-B917-42F5192128B9}"/>
              </a:ext>
            </a:extLst>
          </p:cNvPr>
          <p:cNvPicPr>
            <a:picLocks noChangeAspect="1"/>
          </p:cNvPicPr>
          <p:nvPr/>
        </p:nvPicPr>
        <p:blipFill>
          <a:blip r:embed="rId3"/>
          <a:stretch>
            <a:fillRect/>
          </a:stretch>
        </p:blipFill>
        <p:spPr>
          <a:xfrm>
            <a:off x="4564161" y="4146808"/>
            <a:ext cx="2230932" cy="2219406"/>
          </a:xfrm>
          <a:prstGeom prst="rect">
            <a:avLst/>
          </a:prstGeom>
        </p:spPr>
      </p:pic>
      <p:pic>
        <p:nvPicPr>
          <p:cNvPr id="8" name="Picture 11" descr="A picture containing seat, furniture, table, stool&#10;&#10;Description automatically generated">
            <a:extLst>
              <a:ext uri="{FF2B5EF4-FFF2-40B4-BE49-F238E27FC236}">
                <a16:creationId xmlns:a16="http://schemas.microsoft.com/office/drawing/2014/main" id="{3C1BB243-C1A5-0E42-7F74-8777EA05B273}"/>
              </a:ext>
            </a:extLst>
          </p:cNvPr>
          <p:cNvPicPr>
            <a:picLocks noChangeAspect="1"/>
          </p:cNvPicPr>
          <p:nvPr/>
        </p:nvPicPr>
        <p:blipFill>
          <a:blip r:embed="rId4"/>
          <a:stretch>
            <a:fillRect/>
          </a:stretch>
        </p:blipFill>
        <p:spPr>
          <a:xfrm>
            <a:off x="1910855" y="4706237"/>
            <a:ext cx="1031034" cy="1092974"/>
          </a:xfrm>
          <a:prstGeom prst="rect">
            <a:avLst/>
          </a:prstGeom>
        </p:spPr>
      </p:pic>
      <p:graphicFrame>
        <p:nvGraphicFramePr>
          <p:cNvPr id="14" name="Diagram 16">
            <a:extLst>
              <a:ext uri="{FF2B5EF4-FFF2-40B4-BE49-F238E27FC236}">
                <a16:creationId xmlns:a16="http://schemas.microsoft.com/office/drawing/2014/main" id="{4B25158E-5E13-3B66-6B69-9424EA082184}"/>
              </a:ext>
            </a:extLst>
          </p:cNvPr>
          <p:cNvGraphicFramePr/>
          <p:nvPr>
            <p:extLst>
              <p:ext uri="{D42A27DB-BD31-4B8C-83A1-F6EECF244321}">
                <p14:modId xmlns:p14="http://schemas.microsoft.com/office/powerpoint/2010/main" val="1824845057"/>
              </p:ext>
            </p:extLst>
          </p:nvPr>
        </p:nvGraphicFramePr>
        <p:xfrm>
          <a:off x="847867" y="-372498"/>
          <a:ext cx="10213360" cy="601403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153" name="Picture 153" descr="A picture containing text, clock&#10;&#10;Description automatically generated">
            <a:extLst>
              <a:ext uri="{FF2B5EF4-FFF2-40B4-BE49-F238E27FC236}">
                <a16:creationId xmlns:a16="http://schemas.microsoft.com/office/drawing/2014/main" id="{31E49247-E583-57B2-75B3-7D2499C41356}"/>
              </a:ext>
            </a:extLst>
          </p:cNvPr>
          <p:cNvPicPr>
            <a:picLocks noChangeAspect="1"/>
          </p:cNvPicPr>
          <p:nvPr/>
        </p:nvPicPr>
        <p:blipFill>
          <a:blip r:embed="rId10"/>
          <a:stretch>
            <a:fillRect/>
          </a:stretch>
        </p:blipFill>
        <p:spPr>
          <a:xfrm>
            <a:off x="7961338" y="4174376"/>
            <a:ext cx="3385850" cy="2161479"/>
          </a:xfrm>
          <a:prstGeom prst="rect">
            <a:avLst/>
          </a:prstGeom>
        </p:spPr>
      </p:pic>
    </p:spTree>
    <p:extLst>
      <p:ext uri="{BB962C8B-B14F-4D97-AF65-F5344CB8AC3E}">
        <p14:creationId xmlns:p14="http://schemas.microsoft.com/office/powerpoint/2010/main" val="3102211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Rectangle 16">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1" name="Rectangle 20">
            <a:extLst>
              <a:ext uri="{FF2B5EF4-FFF2-40B4-BE49-F238E27FC236}">
                <a16:creationId xmlns:a16="http://schemas.microsoft.com/office/drawing/2014/main" id="{8108D317-7CBD-4897-BD1F-959436D2A3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B1ED300C-3926-D0E1-0DA7-1383EC2C8071}"/>
              </a:ext>
            </a:extLst>
          </p:cNvPr>
          <p:cNvSpPr>
            <a:spLocks noGrp="1"/>
          </p:cNvSpPr>
          <p:nvPr>
            <p:ph type="title"/>
          </p:nvPr>
        </p:nvSpPr>
        <p:spPr>
          <a:xfrm>
            <a:off x="7209208" y="358453"/>
            <a:ext cx="4907834" cy="1297712"/>
          </a:xfrm>
        </p:spPr>
        <p:txBody>
          <a:bodyPr vert="horz" lIns="91440" tIns="45720" rIns="91440" bIns="45720" rtlCol="0" anchor="b">
            <a:noAutofit/>
          </a:bodyPr>
          <a:lstStyle/>
          <a:p>
            <a:pPr>
              <a:lnSpc>
                <a:spcPct val="90000"/>
              </a:lnSpc>
            </a:pPr>
            <a:r>
              <a:rPr lang="en-US" sz="2800">
                <a:ea typeface="+mj-lt"/>
                <a:cs typeface="+mj-lt"/>
              </a:rPr>
              <a:t>Current quantum computers are error prone</a:t>
            </a:r>
            <a:endParaRPr lang="en-US" sz="2800"/>
          </a:p>
        </p:txBody>
      </p:sp>
      <p:pic>
        <p:nvPicPr>
          <p:cNvPr id="10" name="Picture 10">
            <a:extLst>
              <a:ext uri="{FF2B5EF4-FFF2-40B4-BE49-F238E27FC236}">
                <a16:creationId xmlns:a16="http://schemas.microsoft.com/office/drawing/2014/main" id="{7EBF6D1A-295C-ED0D-251D-125D721C2425}"/>
              </a:ext>
            </a:extLst>
          </p:cNvPr>
          <p:cNvPicPr>
            <a:picLocks noGrp="1" noChangeAspect="1"/>
          </p:cNvPicPr>
          <p:nvPr>
            <p:ph type="pic" idx="1"/>
          </p:nvPr>
        </p:nvPicPr>
        <p:blipFill rotWithShape="1">
          <a:blip r:embed="rId3"/>
          <a:srcRect l="606" r="1932" b="-1"/>
          <a:stretch/>
        </p:blipFill>
        <p:spPr>
          <a:xfrm>
            <a:off x="20" y="10"/>
            <a:ext cx="6717436" cy="6857990"/>
          </a:xfrm>
          <a:custGeom>
            <a:avLst/>
            <a:gdLst/>
            <a:ahLst/>
            <a:cxnLst/>
            <a:rect l="l" t="t" r="r" b="b"/>
            <a:pathLst>
              <a:path w="6717456" h="6858000">
                <a:moveTo>
                  <a:pt x="0" y="0"/>
                </a:moveTo>
                <a:lnTo>
                  <a:pt x="6149468" y="0"/>
                </a:lnTo>
                <a:lnTo>
                  <a:pt x="6202448" y="162605"/>
                </a:lnTo>
                <a:cubicBezTo>
                  <a:pt x="6535625" y="1263763"/>
                  <a:pt x="6717456" y="2453207"/>
                  <a:pt x="6717456" y="3694043"/>
                </a:cubicBezTo>
                <a:cubicBezTo>
                  <a:pt x="6717456" y="4757617"/>
                  <a:pt x="6583866" y="5783433"/>
                  <a:pt x="6335883" y="6748259"/>
                </a:cubicBezTo>
                <a:lnTo>
                  <a:pt x="6305198" y="6858000"/>
                </a:lnTo>
                <a:lnTo>
                  <a:pt x="0" y="6858000"/>
                </a:lnTo>
                <a:close/>
              </a:path>
            </a:pathLst>
          </a:custGeom>
          <a:effectLst>
            <a:outerShdw blurRad="50800" dist="38100" algn="l" rotWithShape="0">
              <a:schemeClr val="bg1">
                <a:lumMod val="85000"/>
                <a:alpha val="30000"/>
              </a:schemeClr>
            </a:outerShdw>
          </a:effectLst>
        </p:spPr>
      </p:pic>
      <p:sp>
        <p:nvSpPr>
          <p:cNvPr id="23" name="Rectangle 22">
            <a:extLst>
              <a:ext uri="{FF2B5EF4-FFF2-40B4-BE49-F238E27FC236}">
                <a16:creationId xmlns:a16="http://schemas.microsoft.com/office/drawing/2014/main" id="{D6297641-8B9F-4767-9606-8A1131322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89864" y="38793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D8F3CA65-EA00-46B4-9616-39E6853F7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31572" y="2240371"/>
            <a:ext cx="420624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 Placeholder 4">
            <a:extLst>
              <a:ext uri="{FF2B5EF4-FFF2-40B4-BE49-F238E27FC236}">
                <a16:creationId xmlns:a16="http://schemas.microsoft.com/office/drawing/2014/main" id="{F152EBBB-DF7A-3D9C-0CEE-2A40FBC7A427}"/>
              </a:ext>
            </a:extLst>
          </p:cNvPr>
          <p:cNvSpPr>
            <a:spLocks noGrp="1"/>
          </p:cNvSpPr>
          <p:nvPr>
            <p:ph type="body" sz="half" idx="2"/>
          </p:nvPr>
        </p:nvSpPr>
        <p:spPr>
          <a:xfrm>
            <a:off x="6812541" y="2664413"/>
            <a:ext cx="5390254" cy="2450644"/>
          </a:xfrm>
        </p:spPr>
        <p:txBody>
          <a:bodyPr vert="horz" lIns="91440" tIns="45720" rIns="91440" bIns="45720" rtlCol="0" anchor="t">
            <a:noAutofit/>
          </a:bodyPr>
          <a:lstStyle/>
          <a:p>
            <a:r>
              <a:rPr lang="en-US" sz="2000">
                <a:ea typeface="+mn-lt"/>
                <a:cs typeface="+mn-lt"/>
              </a:rPr>
              <a:t> Methods of error correction considered in tandem as a means of decreasing noise in our quantum circuit.</a:t>
            </a:r>
          </a:p>
          <a:p>
            <a:endParaRPr lang="en-US" sz="2000"/>
          </a:p>
          <a:p>
            <a:pPr marL="342900" indent="-342900">
              <a:buChar char="•"/>
            </a:pPr>
            <a:r>
              <a:rPr lang="en-US" sz="2000"/>
              <a:t>Gate Reduction</a:t>
            </a:r>
          </a:p>
          <a:p>
            <a:pPr marL="342900" indent="-342900">
              <a:buChar char="•"/>
            </a:pPr>
            <a:r>
              <a:rPr lang="en-US" sz="2000"/>
              <a:t>Pulse-level</a:t>
            </a:r>
            <a:r>
              <a:rPr lang="en-US" sz="2000">
                <a:ea typeface="+mn-lt"/>
                <a:cs typeface="+mn-lt"/>
              </a:rPr>
              <a:t> quantum</a:t>
            </a:r>
            <a:endParaRPr lang="en-US" sz="2000"/>
          </a:p>
          <a:p>
            <a:endParaRPr lang="en-US" sz="2000"/>
          </a:p>
        </p:txBody>
      </p:sp>
      <p:sp>
        <p:nvSpPr>
          <p:cNvPr id="2" name="Slide Number Placeholder 1">
            <a:extLst>
              <a:ext uri="{FF2B5EF4-FFF2-40B4-BE49-F238E27FC236}">
                <a16:creationId xmlns:a16="http://schemas.microsoft.com/office/drawing/2014/main" id="{0FC4D825-0AEF-C572-FA4B-4823FC67E621}"/>
              </a:ext>
            </a:extLst>
          </p:cNvPr>
          <p:cNvSpPr>
            <a:spLocks noGrp="1"/>
          </p:cNvSpPr>
          <p:nvPr>
            <p:ph type="sldNum" sz="quarter" idx="12"/>
          </p:nvPr>
        </p:nvSpPr>
        <p:spPr>
          <a:xfrm>
            <a:off x="10512543" y="6356350"/>
            <a:ext cx="1039115" cy="365125"/>
          </a:xfrm>
        </p:spPr>
        <p:txBody>
          <a:bodyPr vert="horz" lIns="91440" tIns="45720" rIns="91440" bIns="45720" rtlCol="0" anchor="ctr">
            <a:normAutofit/>
          </a:bodyPr>
          <a:lstStyle/>
          <a:p>
            <a:pPr>
              <a:spcAft>
                <a:spcPts val="600"/>
              </a:spcAft>
            </a:pPr>
            <a:fld id="{B2DC25EE-239B-4C5F-AAD1-255A7D5F1EE2}" type="slidenum">
              <a:rPr lang="en-US" sz="1600" dirty="0" smtClean="0">
                <a:solidFill>
                  <a:schemeClr val="tx1"/>
                </a:solidFill>
              </a:rPr>
              <a:pPr>
                <a:spcAft>
                  <a:spcPts val="600"/>
                </a:spcAft>
              </a:pPr>
              <a:t>7</a:t>
            </a:fld>
            <a:endParaRPr lang="en-US" sz="1600">
              <a:solidFill>
                <a:schemeClr val="tx1"/>
              </a:solidFill>
            </a:endParaRPr>
          </a:p>
        </p:txBody>
      </p:sp>
      <p:sp>
        <p:nvSpPr>
          <p:cNvPr id="11" name="TextBox 10">
            <a:extLst>
              <a:ext uri="{FF2B5EF4-FFF2-40B4-BE49-F238E27FC236}">
                <a16:creationId xmlns:a16="http://schemas.microsoft.com/office/drawing/2014/main" id="{FFF7D42C-6FBE-5C0E-9D94-C06624EDEF56}"/>
              </a:ext>
            </a:extLst>
          </p:cNvPr>
          <p:cNvSpPr txBox="1"/>
          <p:nvPr/>
        </p:nvSpPr>
        <p:spPr>
          <a:xfrm>
            <a:off x="-67614" y="6581104"/>
            <a:ext cx="543703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rgbClr val="212529"/>
                </a:solidFill>
                <a:latin typeface="IBM Plex Sans"/>
              </a:rPr>
              <a:t>© Copyright image 2021, </a:t>
            </a:r>
            <a:r>
              <a:rPr lang="en-US" sz="1200" err="1">
                <a:solidFill>
                  <a:srgbClr val="212529"/>
                </a:solidFill>
                <a:latin typeface="IBM Plex Sans"/>
              </a:rPr>
              <a:t>Qiskit</a:t>
            </a:r>
            <a:r>
              <a:rPr lang="en-US" sz="1200">
                <a:solidFill>
                  <a:srgbClr val="212529"/>
                </a:solidFill>
                <a:latin typeface="IBM Plex Sans"/>
              </a:rPr>
              <a:t> Development Team. </a:t>
            </a:r>
            <a:endParaRPr lang="en-US" sz="1200"/>
          </a:p>
        </p:txBody>
      </p:sp>
    </p:spTree>
    <p:extLst>
      <p:ext uri="{BB962C8B-B14F-4D97-AF65-F5344CB8AC3E}">
        <p14:creationId xmlns:p14="http://schemas.microsoft.com/office/powerpoint/2010/main" val="608946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4" descr="A picture containing text, clock&#10;&#10;Description automatically generated">
            <a:extLst>
              <a:ext uri="{FF2B5EF4-FFF2-40B4-BE49-F238E27FC236}">
                <a16:creationId xmlns:a16="http://schemas.microsoft.com/office/drawing/2014/main" id="{E3D1302C-E978-5240-264B-B532ECE43CB6}"/>
              </a:ext>
            </a:extLst>
          </p:cNvPr>
          <p:cNvPicPr>
            <a:picLocks noChangeAspect="1"/>
          </p:cNvPicPr>
          <p:nvPr/>
        </p:nvPicPr>
        <p:blipFill>
          <a:blip r:embed="rId3"/>
          <a:stretch>
            <a:fillRect/>
          </a:stretch>
        </p:blipFill>
        <p:spPr>
          <a:xfrm>
            <a:off x="286876" y="2802647"/>
            <a:ext cx="10775001" cy="889204"/>
          </a:xfrm>
          <a:prstGeom prst="rect">
            <a:avLst/>
          </a:prstGeom>
        </p:spPr>
      </p:pic>
      <p:sp>
        <p:nvSpPr>
          <p:cNvPr id="12" name="Title 11">
            <a:extLst>
              <a:ext uri="{FF2B5EF4-FFF2-40B4-BE49-F238E27FC236}">
                <a16:creationId xmlns:a16="http://schemas.microsoft.com/office/drawing/2014/main" id="{E6578B81-A555-63E5-66B3-3E5C7D98A6A6}"/>
              </a:ext>
            </a:extLst>
          </p:cNvPr>
          <p:cNvSpPr>
            <a:spLocks noGrp="1"/>
          </p:cNvSpPr>
          <p:nvPr>
            <p:ph type="title"/>
          </p:nvPr>
        </p:nvSpPr>
        <p:spPr>
          <a:xfrm>
            <a:off x="709168" y="538480"/>
            <a:ext cx="10168128" cy="1179576"/>
          </a:xfrm>
        </p:spPr>
        <p:txBody>
          <a:bodyPr>
            <a:normAutofit fontScale="90000"/>
          </a:bodyPr>
          <a:lstStyle/>
          <a:p>
            <a:r>
              <a:rPr lang="en-US" b="0">
                <a:ea typeface="+mj-lt"/>
                <a:cs typeface="+mj-lt"/>
              </a:rPr>
              <a:t>Reducing the number of gates reduces the amount of error in quantum computers</a:t>
            </a:r>
            <a:endParaRPr lang="en-US"/>
          </a:p>
        </p:txBody>
      </p:sp>
      <p:sp>
        <p:nvSpPr>
          <p:cNvPr id="13" name="Text Placeholder 12">
            <a:extLst>
              <a:ext uri="{FF2B5EF4-FFF2-40B4-BE49-F238E27FC236}">
                <a16:creationId xmlns:a16="http://schemas.microsoft.com/office/drawing/2014/main" id="{C577C670-77BE-675F-4C71-C964BA0CA66F}"/>
              </a:ext>
            </a:extLst>
          </p:cNvPr>
          <p:cNvSpPr>
            <a:spLocks noGrp="1"/>
          </p:cNvSpPr>
          <p:nvPr>
            <p:ph type="body" idx="1"/>
          </p:nvPr>
        </p:nvSpPr>
        <p:spPr>
          <a:xfrm>
            <a:off x="-2032" y="2230410"/>
            <a:ext cx="4958080" cy="458152"/>
          </a:xfrm>
        </p:spPr>
        <p:txBody>
          <a:bodyPr>
            <a:normAutofit lnSpcReduction="10000"/>
          </a:bodyPr>
          <a:lstStyle/>
          <a:p>
            <a:pPr marL="342900" indent="-342900">
              <a:buChar char="•"/>
            </a:pPr>
            <a:r>
              <a:rPr lang="en-US"/>
              <a:t>Standard method</a:t>
            </a:r>
          </a:p>
        </p:txBody>
      </p:sp>
      <p:sp>
        <p:nvSpPr>
          <p:cNvPr id="15" name="Text Placeholder 14">
            <a:extLst>
              <a:ext uri="{FF2B5EF4-FFF2-40B4-BE49-F238E27FC236}">
                <a16:creationId xmlns:a16="http://schemas.microsoft.com/office/drawing/2014/main" id="{CB97674F-F074-F7F9-32A8-54C10ED7287E}"/>
              </a:ext>
            </a:extLst>
          </p:cNvPr>
          <p:cNvSpPr>
            <a:spLocks noGrp="1"/>
          </p:cNvSpPr>
          <p:nvPr>
            <p:ph type="body" sz="quarter" idx="3"/>
          </p:nvPr>
        </p:nvSpPr>
        <p:spPr>
          <a:xfrm>
            <a:off x="16256" y="3866170"/>
            <a:ext cx="4937760" cy="539432"/>
          </a:xfrm>
        </p:spPr>
        <p:txBody>
          <a:bodyPr>
            <a:normAutofit lnSpcReduction="10000"/>
          </a:bodyPr>
          <a:lstStyle/>
          <a:p>
            <a:pPr marL="342900" indent="-342900">
              <a:buChar char="•"/>
            </a:pPr>
            <a:r>
              <a:rPr lang="en-US"/>
              <a:t>Improved method </a:t>
            </a:r>
            <a:r>
              <a:rPr lang="en-US" baseline="30000">
                <a:solidFill>
                  <a:srgbClr val="FF0000"/>
                </a:solidFill>
              </a:rPr>
              <a:t>2</a:t>
            </a:r>
          </a:p>
        </p:txBody>
      </p:sp>
      <p:sp>
        <p:nvSpPr>
          <p:cNvPr id="3" name="Slide Number Placeholder 2">
            <a:extLst>
              <a:ext uri="{FF2B5EF4-FFF2-40B4-BE49-F238E27FC236}">
                <a16:creationId xmlns:a16="http://schemas.microsoft.com/office/drawing/2014/main" id="{B435A072-30D8-19C4-7EE7-7757106D11D4}"/>
              </a:ext>
            </a:extLst>
          </p:cNvPr>
          <p:cNvSpPr>
            <a:spLocks noGrp="1"/>
          </p:cNvSpPr>
          <p:nvPr>
            <p:ph type="sldNum" sz="quarter" idx="12"/>
          </p:nvPr>
        </p:nvSpPr>
        <p:spPr/>
        <p:txBody>
          <a:bodyPr vert="horz" lIns="91440" tIns="45720" rIns="91440" bIns="45720" rtlCol="0" anchor="ctr">
            <a:normAutofit/>
          </a:bodyPr>
          <a:lstStyle/>
          <a:p>
            <a:pPr>
              <a:spcAft>
                <a:spcPts val="600"/>
              </a:spcAft>
            </a:pPr>
            <a:fld id="{B2DC25EE-239B-4C5F-AAD1-255A7D5F1EE2}" type="slidenum">
              <a:rPr lang="en-US" dirty="0" smtClean="0">
                <a:solidFill>
                  <a:schemeClr val="tx1"/>
                </a:solidFill>
              </a:rPr>
              <a:pPr>
                <a:spcAft>
                  <a:spcPts val="600"/>
                </a:spcAft>
              </a:pPr>
              <a:t>8</a:t>
            </a:fld>
            <a:endParaRPr lang="en-US">
              <a:solidFill>
                <a:schemeClr val="tx1"/>
              </a:solidFill>
            </a:endParaRPr>
          </a:p>
        </p:txBody>
      </p:sp>
      <p:pic>
        <p:nvPicPr>
          <p:cNvPr id="7" name="Picture 7" descr="Diagram&#10;&#10;Description automatically generated">
            <a:extLst>
              <a:ext uri="{FF2B5EF4-FFF2-40B4-BE49-F238E27FC236}">
                <a16:creationId xmlns:a16="http://schemas.microsoft.com/office/drawing/2014/main" id="{562A958F-3EAB-C737-FE3D-1AE2A0D3A876}"/>
              </a:ext>
            </a:extLst>
          </p:cNvPr>
          <p:cNvPicPr>
            <a:picLocks noChangeAspect="1"/>
          </p:cNvPicPr>
          <p:nvPr/>
        </p:nvPicPr>
        <p:blipFill>
          <a:blip r:embed="rId4"/>
          <a:stretch>
            <a:fillRect/>
          </a:stretch>
        </p:blipFill>
        <p:spPr>
          <a:xfrm>
            <a:off x="286876" y="4594930"/>
            <a:ext cx="7899721" cy="978040"/>
          </a:xfrm>
          <a:prstGeom prst="rect">
            <a:avLst/>
          </a:prstGeom>
        </p:spPr>
      </p:pic>
      <p:sp>
        <p:nvSpPr>
          <p:cNvPr id="2" name="TextBox 1">
            <a:extLst>
              <a:ext uri="{FF2B5EF4-FFF2-40B4-BE49-F238E27FC236}">
                <a16:creationId xmlns:a16="http://schemas.microsoft.com/office/drawing/2014/main" id="{E3FF19E1-E0DE-0B75-5DEC-6436FF3388D6}"/>
              </a:ext>
            </a:extLst>
          </p:cNvPr>
          <p:cNvSpPr txBox="1"/>
          <p:nvPr/>
        </p:nvSpPr>
        <p:spPr>
          <a:xfrm>
            <a:off x="91440" y="6414631"/>
            <a:ext cx="1061598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aseline="30000">
                <a:solidFill>
                  <a:srgbClr val="FF0000"/>
                </a:solidFill>
                <a:ea typeface="+mn-lt"/>
                <a:cs typeface="+mn-lt"/>
              </a:rPr>
              <a:t>2</a:t>
            </a:r>
            <a:r>
              <a:rPr lang="en-US" sz="1200" baseline="30000">
                <a:solidFill>
                  <a:srgbClr val="000000"/>
                </a:solidFill>
                <a:ea typeface="+mn-lt"/>
                <a:cs typeface="+mn-lt"/>
              </a:rPr>
              <a:t>Vidal</a:t>
            </a:r>
            <a:r>
              <a:rPr lang="en-US" sz="1200" baseline="30000">
                <a:ea typeface="+mn-lt"/>
                <a:cs typeface="+mn-lt"/>
              </a:rPr>
              <a:t>, G, and C.M. Dawson. “Universal Quantum Circuit for Two-Qubit Transformations with Three Controlled-NOT Gates.” American Physical Society, link.aps.org/</a:t>
            </a:r>
            <a:r>
              <a:rPr lang="en-US" sz="1200" baseline="30000" err="1">
                <a:ea typeface="+mn-lt"/>
                <a:cs typeface="+mn-lt"/>
              </a:rPr>
              <a:t>doi</a:t>
            </a:r>
            <a:r>
              <a:rPr lang="en-US" sz="1200" baseline="30000">
                <a:ea typeface="+mn-lt"/>
                <a:cs typeface="+mn-lt"/>
              </a:rPr>
              <a:t>/10.1103/PhysRevA.69.010301. </a:t>
            </a:r>
            <a:endParaRPr lang="en-US" sz="1200"/>
          </a:p>
          <a:p>
            <a:endParaRPr lang="en-US" sz="1200" baseline="30000">
              <a:solidFill>
                <a:srgbClr val="FF0000"/>
              </a:solidFill>
            </a:endParaRPr>
          </a:p>
          <a:p>
            <a:endParaRPr lang="en-US" sz="1200"/>
          </a:p>
        </p:txBody>
      </p:sp>
    </p:spTree>
    <p:extLst>
      <p:ext uri="{BB962C8B-B14F-4D97-AF65-F5344CB8AC3E}">
        <p14:creationId xmlns:p14="http://schemas.microsoft.com/office/powerpoint/2010/main" val="1253204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 name="Rectangle 71">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4" name="Rectangle 73">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6" name="Rectangle 75">
            <a:extLst>
              <a:ext uri="{FF2B5EF4-FFF2-40B4-BE49-F238E27FC236}">
                <a16:creationId xmlns:a16="http://schemas.microsoft.com/office/drawing/2014/main" id="{D7D03296-BABA-47AD-A5D5-ED15672701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7" name="Rectangle 77">
            <a:extLst>
              <a:ext uri="{FF2B5EF4-FFF2-40B4-BE49-F238E27FC236}">
                <a16:creationId xmlns:a16="http://schemas.microsoft.com/office/drawing/2014/main" id="{284A8429-F65A-490D-96E4-1158D3E8A0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1396083"/>
            <a:ext cx="10515599"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Rectangle 79">
            <a:extLst>
              <a:ext uri="{FF2B5EF4-FFF2-40B4-BE49-F238E27FC236}">
                <a16:creationId xmlns:a16="http://schemas.microsoft.com/office/drawing/2014/main" id="{0F022291-A82B-4D23-A1E0-5F9BD68466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041136" y="1859832"/>
            <a:ext cx="109728"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05DB6340-162A-4892-7705-8487110AA7DD}"/>
              </a:ext>
            </a:extLst>
          </p:cNvPr>
          <p:cNvSpPr>
            <a:spLocks noGrp="1"/>
          </p:cNvSpPr>
          <p:nvPr>
            <p:ph type="sldNum" sz="quarter" idx="12"/>
          </p:nvPr>
        </p:nvSpPr>
        <p:spPr>
          <a:xfrm>
            <a:off x="8869680" y="6356350"/>
            <a:ext cx="2743200" cy="365125"/>
          </a:xfrm>
        </p:spPr>
        <p:txBody>
          <a:bodyPr vert="horz" lIns="91440" tIns="45720" rIns="91440" bIns="45720" rtlCol="0" anchor="ctr">
            <a:normAutofit/>
          </a:bodyPr>
          <a:lstStyle/>
          <a:p>
            <a:pPr>
              <a:spcAft>
                <a:spcPts val="600"/>
              </a:spcAft>
            </a:pPr>
            <a:fld id="{B2DC25EE-239B-4C5F-AAD1-255A7D5F1EE2}" type="slidenum">
              <a:rPr lang="en-US"/>
              <a:pPr>
                <a:spcAft>
                  <a:spcPts val="600"/>
                </a:spcAft>
              </a:pPr>
              <a:t>9</a:t>
            </a:fld>
            <a:endParaRPr lang="en-US"/>
          </a:p>
        </p:txBody>
      </p:sp>
      <p:sp>
        <p:nvSpPr>
          <p:cNvPr id="5" name="TextBox 4">
            <a:extLst>
              <a:ext uri="{FF2B5EF4-FFF2-40B4-BE49-F238E27FC236}">
                <a16:creationId xmlns:a16="http://schemas.microsoft.com/office/drawing/2014/main" id="{43E7E812-4A39-EA3F-4CC3-91BCB42B19E2}"/>
              </a:ext>
            </a:extLst>
          </p:cNvPr>
          <p:cNvSpPr txBox="1"/>
          <p:nvPr/>
        </p:nvSpPr>
        <p:spPr>
          <a:xfrm>
            <a:off x="3444949" y="3684181"/>
            <a:ext cx="510362" cy="381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4" name="TextBox 13">
            <a:extLst>
              <a:ext uri="{FF2B5EF4-FFF2-40B4-BE49-F238E27FC236}">
                <a16:creationId xmlns:a16="http://schemas.microsoft.com/office/drawing/2014/main" id="{028A2518-4583-BB29-F48B-C2A2F2E35B4E}"/>
              </a:ext>
            </a:extLst>
          </p:cNvPr>
          <p:cNvSpPr txBox="1"/>
          <p:nvPr/>
        </p:nvSpPr>
        <p:spPr>
          <a:xfrm>
            <a:off x="840698" y="1393077"/>
            <a:ext cx="10514329" cy="892552"/>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ea typeface="+mn-lt"/>
                <a:cs typeface="+mn-lt"/>
              </a:rPr>
              <a:t>Simulated</a:t>
            </a:r>
            <a:r>
              <a:rPr lang="en-US" sz="2800">
                <a:ea typeface="+mn-lt"/>
                <a:cs typeface="+mn-lt"/>
              </a:rPr>
              <a:t> probability all neutrinos remain electron-neutrinos</a:t>
            </a:r>
          </a:p>
          <a:p>
            <a:r>
              <a:rPr lang="en-US" sz="2400"/>
              <a:t>  </a:t>
            </a:r>
          </a:p>
        </p:txBody>
      </p:sp>
      <p:pic>
        <p:nvPicPr>
          <p:cNvPr id="7" name="Picture 7" descr="Chart, histogram&#10;&#10;Description automatically generated">
            <a:extLst>
              <a:ext uri="{FF2B5EF4-FFF2-40B4-BE49-F238E27FC236}">
                <a16:creationId xmlns:a16="http://schemas.microsoft.com/office/drawing/2014/main" id="{40FB4ED4-9AEE-3C32-BAB4-FDC46253F0C0}"/>
              </a:ext>
            </a:extLst>
          </p:cNvPr>
          <p:cNvPicPr>
            <a:picLocks noChangeAspect="1"/>
          </p:cNvPicPr>
          <p:nvPr/>
        </p:nvPicPr>
        <p:blipFill>
          <a:blip r:embed="rId3"/>
          <a:stretch>
            <a:fillRect/>
          </a:stretch>
        </p:blipFill>
        <p:spPr>
          <a:xfrm>
            <a:off x="6464062" y="2542549"/>
            <a:ext cx="5158595" cy="3656337"/>
          </a:xfrm>
          <a:prstGeom prst="rect">
            <a:avLst/>
          </a:prstGeom>
        </p:spPr>
      </p:pic>
      <p:pic>
        <p:nvPicPr>
          <p:cNvPr id="8" name="Picture 8" descr="Chart&#10;&#10;Description automatically generated">
            <a:extLst>
              <a:ext uri="{FF2B5EF4-FFF2-40B4-BE49-F238E27FC236}">
                <a16:creationId xmlns:a16="http://schemas.microsoft.com/office/drawing/2014/main" id="{D66BD3A5-D6FE-08FE-73BC-F577E886198C}"/>
              </a:ext>
            </a:extLst>
          </p:cNvPr>
          <p:cNvPicPr>
            <a:picLocks noChangeAspect="1"/>
          </p:cNvPicPr>
          <p:nvPr/>
        </p:nvPicPr>
        <p:blipFill>
          <a:blip r:embed="rId4"/>
          <a:stretch>
            <a:fillRect/>
          </a:stretch>
        </p:blipFill>
        <p:spPr>
          <a:xfrm>
            <a:off x="785004" y="2513793"/>
            <a:ext cx="5230483" cy="3713849"/>
          </a:xfrm>
          <a:prstGeom prst="rect">
            <a:avLst/>
          </a:prstGeom>
        </p:spPr>
      </p:pic>
    </p:spTree>
    <p:extLst>
      <p:ext uri="{BB962C8B-B14F-4D97-AF65-F5344CB8AC3E}">
        <p14:creationId xmlns:p14="http://schemas.microsoft.com/office/powerpoint/2010/main" val="2509158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6">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5" name="Rectangle 48">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 name="Rectangle 50">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8" name="Rectangle 52">
            <a:extLst>
              <a:ext uri="{FF2B5EF4-FFF2-40B4-BE49-F238E27FC236}">
                <a16:creationId xmlns:a16="http://schemas.microsoft.com/office/drawing/2014/main" id="{B23FE733-F95B-4DF6-AFC5-BEEB3577C4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0" name="Rectangle 54">
            <a:extLst>
              <a:ext uri="{FF2B5EF4-FFF2-40B4-BE49-F238E27FC236}">
                <a16:creationId xmlns:a16="http://schemas.microsoft.com/office/drawing/2014/main" id="{9080D120-BD54-46E1-BA37-82F5E8089E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3" y="633619"/>
            <a:ext cx="6852464"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DC5253B5-CD13-B669-180C-AD0A2FB17E76}"/>
              </a:ext>
            </a:extLst>
          </p:cNvPr>
          <p:cNvSpPr txBox="1"/>
          <p:nvPr/>
        </p:nvSpPr>
        <p:spPr>
          <a:xfrm>
            <a:off x="838196" y="978408"/>
            <a:ext cx="6007608" cy="1106424"/>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2600">
                <a:latin typeface="+mj-lt"/>
                <a:ea typeface="+mj-ea"/>
                <a:cs typeface="+mj-cs"/>
              </a:rPr>
              <a:t>Pulse-level quantum has potential to reduce error in quantum computers </a:t>
            </a:r>
          </a:p>
        </p:txBody>
      </p:sp>
      <p:sp>
        <p:nvSpPr>
          <p:cNvPr id="52" name="Rectangle 56">
            <a:extLst>
              <a:ext uri="{FF2B5EF4-FFF2-40B4-BE49-F238E27FC236}">
                <a16:creationId xmlns:a16="http://schemas.microsoft.com/office/drawing/2014/main" id="{81D83946-74FA-498A-AC80-9926F041B5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5" y="1181536"/>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9" name="Rectangle 58">
            <a:extLst>
              <a:ext uri="{FF2B5EF4-FFF2-40B4-BE49-F238E27FC236}">
                <a16:creationId xmlns:a16="http://schemas.microsoft.com/office/drawing/2014/main" id="{5060D983-8B52-443A-8183-2A1DE0561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4" y="2121408"/>
            <a:ext cx="5824728"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2" name="Picture 42" descr="Diagram&#10;&#10;Description automatically generated">
            <a:extLst>
              <a:ext uri="{FF2B5EF4-FFF2-40B4-BE49-F238E27FC236}">
                <a16:creationId xmlns:a16="http://schemas.microsoft.com/office/drawing/2014/main" id="{1B763CC6-7594-0315-2E6E-0839ED2F5A9B}"/>
              </a:ext>
            </a:extLst>
          </p:cNvPr>
          <p:cNvPicPr>
            <a:picLocks noChangeAspect="1"/>
          </p:cNvPicPr>
          <p:nvPr/>
        </p:nvPicPr>
        <p:blipFill>
          <a:blip r:embed="rId3"/>
          <a:stretch>
            <a:fillRect/>
          </a:stretch>
        </p:blipFill>
        <p:spPr>
          <a:xfrm>
            <a:off x="1519769" y="2481283"/>
            <a:ext cx="4442691" cy="3647798"/>
          </a:xfrm>
          <a:prstGeom prst="rect">
            <a:avLst/>
          </a:prstGeom>
        </p:spPr>
      </p:pic>
      <p:sp>
        <p:nvSpPr>
          <p:cNvPr id="5" name="Slide Number Placeholder 4">
            <a:extLst>
              <a:ext uri="{FF2B5EF4-FFF2-40B4-BE49-F238E27FC236}">
                <a16:creationId xmlns:a16="http://schemas.microsoft.com/office/drawing/2014/main" id="{5920129A-1430-0F79-A524-97D0B3536715}"/>
              </a:ext>
            </a:extLst>
          </p:cNvPr>
          <p:cNvSpPr>
            <a:spLocks noGrp="1"/>
          </p:cNvSpPr>
          <p:nvPr>
            <p:ph type="sldNum" sz="quarter" idx="12"/>
          </p:nvPr>
        </p:nvSpPr>
        <p:spPr>
          <a:xfrm>
            <a:off x="8540496" y="6356350"/>
            <a:ext cx="2743200" cy="365125"/>
          </a:xfrm>
        </p:spPr>
        <p:txBody>
          <a:bodyPr vert="horz" lIns="91440" tIns="45720" rIns="91440" bIns="45720" rtlCol="0" anchor="ctr">
            <a:normAutofit/>
          </a:bodyPr>
          <a:lstStyle/>
          <a:p>
            <a:pPr>
              <a:spcAft>
                <a:spcPts val="600"/>
              </a:spcAft>
            </a:pPr>
            <a:fld id="{B2DC25EE-239B-4C5F-AAD1-255A7D5F1EE2}" type="slidenum">
              <a:rPr lang="en-US" dirty="0" smtClean="0"/>
              <a:pPr>
                <a:spcAft>
                  <a:spcPts val="600"/>
                </a:spcAft>
              </a:pPr>
              <a:t>10</a:t>
            </a:fld>
            <a:endParaRPr lang="en-US"/>
          </a:p>
        </p:txBody>
      </p:sp>
      <p:sp>
        <p:nvSpPr>
          <p:cNvPr id="43" name="TextBox 42">
            <a:extLst>
              <a:ext uri="{FF2B5EF4-FFF2-40B4-BE49-F238E27FC236}">
                <a16:creationId xmlns:a16="http://schemas.microsoft.com/office/drawing/2014/main" id="{EFDEFD2A-6462-39DA-1CC7-834D7845410A}"/>
              </a:ext>
            </a:extLst>
          </p:cNvPr>
          <p:cNvSpPr txBox="1"/>
          <p:nvPr/>
        </p:nvSpPr>
        <p:spPr>
          <a:xfrm>
            <a:off x="8506132" y="975851"/>
            <a:ext cx="294844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accent4"/>
                </a:solidFill>
                <a:ea typeface="+mn-lt"/>
                <a:cs typeface="+mn-lt"/>
              </a:rPr>
              <a:t>From a Circuit of Gates, to a Schedule of Pulses</a:t>
            </a:r>
            <a:endParaRPr lang="en-US">
              <a:solidFill>
                <a:schemeClr val="accent4"/>
              </a:solidFill>
              <a:ea typeface="+mn-lt"/>
              <a:cs typeface="+mn-lt"/>
            </a:endParaRPr>
          </a:p>
          <a:p>
            <a:pPr algn="l"/>
            <a:endParaRPr lang="en-US">
              <a:solidFill>
                <a:schemeClr val="accent4"/>
              </a:solidFill>
            </a:endParaRPr>
          </a:p>
        </p:txBody>
      </p:sp>
      <p:pic>
        <p:nvPicPr>
          <p:cNvPr id="54" name="Graphic 55" descr="Thought bubble outline">
            <a:extLst>
              <a:ext uri="{FF2B5EF4-FFF2-40B4-BE49-F238E27FC236}">
                <a16:creationId xmlns:a16="http://schemas.microsoft.com/office/drawing/2014/main" id="{02E36EB2-D73C-3A27-4167-97E5CBBECDF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52736" y="-475635"/>
            <a:ext cx="4552335" cy="4552335"/>
          </a:xfrm>
          <a:prstGeom prst="rect">
            <a:avLst/>
          </a:prstGeom>
        </p:spPr>
      </p:pic>
      <p:sp>
        <p:nvSpPr>
          <p:cNvPr id="2" name="TextBox 1">
            <a:extLst>
              <a:ext uri="{FF2B5EF4-FFF2-40B4-BE49-F238E27FC236}">
                <a16:creationId xmlns:a16="http://schemas.microsoft.com/office/drawing/2014/main" id="{1A21D697-7D87-C246-9069-4DF5E9CC59C9}"/>
              </a:ext>
            </a:extLst>
          </p:cNvPr>
          <p:cNvSpPr txBox="1"/>
          <p:nvPr/>
        </p:nvSpPr>
        <p:spPr>
          <a:xfrm>
            <a:off x="3791197" y="2224643"/>
            <a:ext cx="1888176" cy="369332"/>
          </a:xfrm>
          <a:prstGeom prst="rect">
            <a:avLst/>
          </a:prstGeom>
          <a:noFill/>
          <a:ln>
            <a:solidFill>
              <a:schemeClr val="accent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Pulse Schedule</a:t>
            </a:r>
          </a:p>
        </p:txBody>
      </p:sp>
    </p:spTree>
    <p:extLst>
      <p:ext uri="{BB962C8B-B14F-4D97-AF65-F5344CB8AC3E}">
        <p14:creationId xmlns:p14="http://schemas.microsoft.com/office/powerpoint/2010/main" val="1183662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DD331-37F0-2C90-E538-447D0A1B526B}"/>
              </a:ext>
            </a:extLst>
          </p:cNvPr>
          <p:cNvSpPr>
            <a:spLocks noGrp="1"/>
          </p:cNvSpPr>
          <p:nvPr>
            <p:ph type="title"/>
          </p:nvPr>
        </p:nvSpPr>
        <p:spPr/>
        <p:txBody>
          <a:bodyPr vert="horz" lIns="91440" tIns="45720" rIns="91440" bIns="45720" rtlCol="0" anchor="b">
            <a:normAutofit/>
          </a:bodyPr>
          <a:lstStyle/>
          <a:p>
            <a:pPr algn="ctr"/>
            <a:r>
              <a:rPr lang="en-US" sz="2900" b="0"/>
              <a:t>Comparison of </a:t>
            </a:r>
            <a:r>
              <a:rPr lang="en-US" sz="2900"/>
              <a:t>Real</a:t>
            </a:r>
            <a:r>
              <a:rPr lang="en-US" sz="2900" b="0"/>
              <a:t> pulse and circuit quantum computers to known probability achieved by a classical computer</a:t>
            </a:r>
          </a:p>
        </p:txBody>
      </p:sp>
      <p:sp>
        <p:nvSpPr>
          <p:cNvPr id="5" name="Slide Number Placeholder 4">
            <a:extLst>
              <a:ext uri="{FF2B5EF4-FFF2-40B4-BE49-F238E27FC236}">
                <a16:creationId xmlns:a16="http://schemas.microsoft.com/office/drawing/2014/main" id="{36B52694-E059-0879-FF6F-19F0B651717D}"/>
              </a:ext>
            </a:extLst>
          </p:cNvPr>
          <p:cNvSpPr>
            <a:spLocks noGrp="1"/>
          </p:cNvSpPr>
          <p:nvPr>
            <p:ph type="sldNum" sz="quarter" idx="12"/>
          </p:nvPr>
        </p:nvSpPr>
        <p:spPr/>
        <p:txBody>
          <a:bodyPr vert="horz" lIns="91440" tIns="45720" rIns="91440" bIns="45720" rtlCol="0" anchor="ctr">
            <a:normAutofit/>
          </a:bodyPr>
          <a:lstStyle/>
          <a:p>
            <a:pPr>
              <a:spcAft>
                <a:spcPts val="600"/>
              </a:spcAft>
            </a:pPr>
            <a:fld id="{B2DC25EE-239B-4C5F-AAD1-255A7D5F1EE2}" type="slidenum">
              <a:rPr lang="en-US"/>
              <a:pPr>
                <a:spcAft>
                  <a:spcPts val="600"/>
                </a:spcAft>
              </a:pPr>
              <a:t>11</a:t>
            </a:fld>
            <a:endParaRPr lang="en-US"/>
          </a:p>
        </p:txBody>
      </p:sp>
      <p:pic>
        <p:nvPicPr>
          <p:cNvPr id="10" name="Picture 10" descr="Chart, line chart&#10;&#10;Description automatically generated">
            <a:extLst>
              <a:ext uri="{FF2B5EF4-FFF2-40B4-BE49-F238E27FC236}">
                <a16:creationId xmlns:a16="http://schemas.microsoft.com/office/drawing/2014/main" id="{712FCDF5-A840-A5E2-1819-68422C70A321}"/>
              </a:ext>
            </a:extLst>
          </p:cNvPr>
          <p:cNvPicPr>
            <a:picLocks noChangeAspect="1"/>
          </p:cNvPicPr>
          <p:nvPr/>
        </p:nvPicPr>
        <p:blipFill>
          <a:blip r:embed="rId3"/>
          <a:stretch>
            <a:fillRect/>
          </a:stretch>
        </p:blipFill>
        <p:spPr>
          <a:xfrm>
            <a:off x="896038" y="2404441"/>
            <a:ext cx="5304621" cy="3802636"/>
          </a:xfrm>
          <a:prstGeom prst="rect">
            <a:avLst/>
          </a:prstGeom>
        </p:spPr>
      </p:pic>
      <p:pic>
        <p:nvPicPr>
          <p:cNvPr id="13" name="Picture 13" descr="Chart, line chart&#10;&#10;Description automatically generated">
            <a:extLst>
              <a:ext uri="{FF2B5EF4-FFF2-40B4-BE49-F238E27FC236}">
                <a16:creationId xmlns:a16="http://schemas.microsoft.com/office/drawing/2014/main" id="{ED4DFCC0-7A1E-45A9-FBD0-53756A849606}"/>
              </a:ext>
            </a:extLst>
          </p:cNvPr>
          <p:cNvPicPr>
            <a:picLocks noChangeAspect="1"/>
          </p:cNvPicPr>
          <p:nvPr/>
        </p:nvPicPr>
        <p:blipFill>
          <a:blip r:embed="rId4"/>
          <a:stretch>
            <a:fillRect/>
          </a:stretch>
        </p:blipFill>
        <p:spPr>
          <a:xfrm>
            <a:off x="6395292" y="2303453"/>
            <a:ext cx="5570862" cy="4004612"/>
          </a:xfrm>
          <a:prstGeom prst="rect">
            <a:avLst/>
          </a:prstGeom>
        </p:spPr>
      </p:pic>
      <p:sp>
        <p:nvSpPr>
          <p:cNvPr id="4" name="Rectangle 3">
            <a:extLst>
              <a:ext uri="{FF2B5EF4-FFF2-40B4-BE49-F238E27FC236}">
                <a16:creationId xmlns:a16="http://schemas.microsoft.com/office/drawing/2014/main" id="{F56478F5-F800-394A-93C3-20A5CEE911F7}"/>
              </a:ext>
            </a:extLst>
          </p:cNvPr>
          <p:cNvSpPr/>
          <p:nvPr/>
        </p:nvSpPr>
        <p:spPr>
          <a:xfrm>
            <a:off x="5032873" y="4110210"/>
            <a:ext cx="954794" cy="4039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3">
            <a:extLst>
              <a:ext uri="{FF2B5EF4-FFF2-40B4-BE49-F238E27FC236}">
                <a16:creationId xmlns:a16="http://schemas.microsoft.com/office/drawing/2014/main" id="{259A1251-B936-F964-9C7C-A4771F6EBCAF}"/>
              </a:ext>
            </a:extLst>
          </p:cNvPr>
          <p:cNvPicPr>
            <a:picLocks noChangeAspect="1"/>
          </p:cNvPicPr>
          <p:nvPr/>
        </p:nvPicPr>
        <p:blipFill>
          <a:blip r:embed="rId5"/>
          <a:stretch>
            <a:fillRect/>
          </a:stretch>
        </p:blipFill>
        <p:spPr>
          <a:xfrm>
            <a:off x="5091627" y="4069791"/>
            <a:ext cx="851973" cy="462757"/>
          </a:xfrm>
          <a:prstGeom prst="rect">
            <a:avLst/>
          </a:prstGeom>
        </p:spPr>
      </p:pic>
    </p:spTree>
    <p:extLst>
      <p:ext uri="{BB962C8B-B14F-4D97-AF65-F5344CB8AC3E}">
        <p14:creationId xmlns:p14="http://schemas.microsoft.com/office/powerpoint/2010/main" val="1686000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8" name="Rectangle 27">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2" name="Rectangle 31">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755DE1-86FC-18CD-79B3-173C74686B2C}"/>
              </a:ext>
            </a:extLst>
          </p:cNvPr>
          <p:cNvSpPr>
            <a:spLocks noGrp="1"/>
          </p:cNvSpPr>
          <p:nvPr>
            <p:ph type="title"/>
          </p:nvPr>
        </p:nvSpPr>
        <p:spPr>
          <a:xfrm>
            <a:off x="841248" y="251312"/>
            <a:ext cx="10506456" cy="1010264"/>
          </a:xfrm>
        </p:spPr>
        <p:txBody>
          <a:bodyPr vert="horz" lIns="91440" tIns="45720" rIns="91440" bIns="45720" rtlCol="0" anchor="ctr">
            <a:normAutofit/>
          </a:bodyPr>
          <a:lstStyle/>
          <a:p>
            <a:pPr>
              <a:lnSpc>
                <a:spcPct val="90000"/>
              </a:lnSpc>
            </a:pPr>
            <a:r>
              <a:rPr lang="en-US" sz="4000"/>
              <a:t>Future Goals</a:t>
            </a:r>
          </a:p>
        </p:txBody>
      </p:sp>
      <p:sp>
        <p:nvSpPr>
          <p:cNvPr id="34" name="Rectangle 33">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Rectangle 35">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8DCB5333-F9BC-EDD2-321D-177A38F6556E}"/>
              </a:ext>
            </a:extLst>
          </p:cNvPr>
          <p:cNvSpPr>
            <a:spLocks noGrp="1"/>
          </p:cNvSpPr>
          <p:nvPr>
            <p:ph type="sldNum" sz="quarter" idx="12"/>
          </p:nvPr>
        </p:nvSpPr>
        <p:spPr>
          <a:xfrm>
            <a:off x="8860536" y="6356350"/>
            <a:ext cx="2490216" cy="365125"/>
          </a:xfrm>
        </p:spPr>
        <p:txBody>
          <a:bodyPr vert="horz" lIns="91440" tIns="45720" rIns="91440" bIns="45720" rtlCol="0" anchor="ctr">
            <a:normAutofit/>
          </a:bodyPr>
          <a:lstStyle/>
          <a:p>
            <a:pPr>
              <a:spcAft>
                <a:spcPts val="600"/>
              </a:spcAft>
            </a:pPr>
            <a:fld id="{B2DC25EE-239B-4C5F-AAD1-255A7D5F1EE2}" type="slidenum">
              <a:rPr lang="en-US" sz="1400" dirty="0" smtClean="0">
                <a:solidFill>
                  <a:schemeClr val="tx1"/>
                </a:solidFill>
              </a:rPr>
              <a:pPr>
                <a:spcAft>
                  <a:spcPts val="600"/>
                </a:spcAft>
              </a:pPr>
              <a:t>12</a:t>
            </a:fld>
            <a:endParaRPr lang="en-US" sz="1400">
              <a:solidFill>
                <a:schemeClr val="tx1"/>
              </a:solidFill>
            </a:endParaRPr>
          </a:p>
        </p:txBody>
      </p:sp>
      <p:sp>
        <p:nvSpPr>
          <p:cNvPr id="65" name="TextBox 64">
            <a:extLst>
              <a:ext uri="{FF2B5EF4-FFF2-40B4-BE49-F238E27FC236}">
                <a16:creationId xmlns:a16="http://schemas.microsoft.com/office/drawing/2014/main" id="{8D211475-3824-0CC9-34C9-107B759C524B}"/>
              </a:ext>
            </a:extLst>
          </p:cNvPr>
          <p:cNvSpPr txBox="1"/>
          <p:nvPr/>
        </p:nvSpPr>
        <p:spPr>
          <a:xfrm>
            <a:off x="846759" y="4627034"/>
            <a:ext cx="879794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Thank you for your time​ and special thanks to the following for their support!</a:t>
            </a:r>
            <a:endParaRPr lang="en-US" b="1"/>
          </a:p>
        </p:txBody>
      </p:sp>
      <p:pic>
        <p:nvPicPr>
          <p:cNvPr id="93" name="Picture 93" descr="Graphical user interface, application&#10;&#10;Description automatically generated">
            <a:extLst>
              <a:ext uri="{FF2B5EF4-FFF2-40B4-BE49-F238E27FC236}">
                <a16:creationId xmlns:a16="http://schemas.microsoft.com/office/drawing/2014/main" id="{3CDDC4A5-7374-863D-C97F-447AAE4EF34F}"/>
              </a:ext>
            </a:extLst>
          </p:cNvPr>
          <p:cNvPicPr>
            <a:picLocks noChangeAspect="1"/>
          </p:cNvPicPr>
          <p:nvPr/>
        </p:nvPicPr>
        <p:blipFill>
          <a:blip r:embed="rId3"/>
          <a:stretch>
            <a:fillRect/>
          </a:stretch>
        </p:blipFill>
        <p:spPr>
          <a:xfrm>
            <a:off x="842514" y="1707389"/>
            <a:ext cx="10506973" cy="2839373"/>
          </a:xfrm>
          <a:prstGeom prst="rect">
            <a:avLst/>
          </a:prstGeom>
        </p:spPr>
      </p:pic>
      <p:pic>
        <p:nvPicPr>
          <p:cNvPr id="106" name="Picture 6" descr="Logo, company name&#10;&#10;Description automatically generated">
            <a:extLst>
              <a:ext uri="{FF2B5EF4-FFF2-40B4-BE49-F238E27FC236}">
                <a16:creationId xmlns:a16="http://schemas.microsoft.com/office/drawing/2014/main" id="{3C5B2B5C-7198-6471-6DCE-4F40EDB2A59C}"/>
              </a:ext>
            </a:extLst>
          </p:cNvPr>
          <p:cNvPicPr>
            <a:picLocks noChangeAspect="1"/>
          </p:cNvPicPr>
          <p:nvPr/>
        </p:nvPicPr>
        <p:blipFill>
          <a:blip r:embed="rId4"/>
          <a:stretch>
            <a:fillRect/>
          </a:stretch>
        </p:blipFill>
        <p:spPr>
          <a:xfrm>
            <a:off x="565779" y="5001080"/>
            <a:ext cx="2947970" cy="1786796"/>
          </a:xfrm>
          <a:prstGeom prst="rect">
            <a:avLst/>
          </a:prstGeom>
        </p:spPr>
      </p:pic>
      <p:pic>
        <p:nvPicPr>
          <p:cNvPr id="108" name="Picture 8" descr="A picture containing text, clipart&#10;&#10;Description automatically generated">
            <a:extLst>
              <a:ext uri="{FF2B5EF4-FFF2-40B4-BE49-F238E27FC236}">
                <a16:creationId xmlns:a16="http://schemas.microsoft.com/office/drawing/2014/main" id="{037B3582-B2B7-9EC3-70AF-3FE5F6488D9F}"/>
              </a:ext>
            </a:extLst>
          </p:cNvPr>
          <p:cNvPicPr>
            <a:picLocks noChangeAspect="1"/>
          </p:cNvPicPr>
          <p:nvPr/>
        </p:nvPicPr>
        <p:blipFill>
          <a:blip r:embed="rId5"/>
          <a:stretch>
            <a:fillRect/>
          </a:stretch>
        </p:blipFill>
        <p:spPr>
          <a:xfrm>
            <a:off x="4614019" y="5187649"/>
            <a:ext cx="1522894" cy="1540615"/>
          </a:xfrm>
          <a:prstGeom prst="rect">
            <a:avLst/>
          </a:prstGeom>
        </p:spPr>
      </p:pic>
      <p:pic>
        <p:nvPicPr>
          <p:cNvPr id="110" name="Picture 7" descr="Icon&#10;&#10;Description automatically generated">
            <a:extLst>
              <a:ext uri="{FF2B5EF4-FFF2-40B4-BE49-F238E27FC236}">
                <a16:creationId xmlns:a16="http://schemas.microsoft.com/office/drawing/2014/main" id="{5868081E-040B-AD49-6560-CB05F0D763C8}"/>
              </a:ext>
            </a:extLst>
          </p:cNvPr>
          <p:cNvPicPr>
            <a:picLocks noChangeAspect="1"/>
          </p:cNvPicPr>
          <p:nvPr/>
        </p:nvPicPr>
        <p:blipFill>
          <a:blip r:embed="rId6"/>
          <a:stretch>
            <a:fillRect/>
          </a:stretch>
        </p:blipFill>
        <p:spPr>
          <a:xfrm>
            <a:off x="7494114" y="5608231"/>
            <a:ext cx="3135740" cy="815357"/>
          </a:xfrm>
          <a:prstGeom prst="rect">
            <a:avLst/>
          </a:prstGeom>
        </p:spPr>
      </p:pic>
    </p:spTree>
    <p:extLst>
      <p:ext uri="{BB962C8B-B14F-4D97-AF65-F5344CB8AC3E}">
        <p14:creationId xmlns:p14="http://schemas.microsoft.com/office/powerpoint/2010/main" val="4217288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ccentBoxVTI">
  <a:themeElements>
    <a:clrScheme name="AnalogousFromDarkSeedLeftStep">
      <a:dk1>
        <a:srgbClr val="000000"/>
      </a:dk1>
      <a:lt1>
        <a:srgbClr val="FFFFFF"/>
      </a:lt1>
      <a:dk2>
        <a:srgbClr val="1A252F"/>
      </a:dk2>
      <a:lt2>
        <a:srgbClr val="F1F3F0"/>
      </a:lt2>
      <a:accent1>
        <a:srgbClr val="B22EE2"/>
      </a:accent1>
      <a:accent2>
        <a:srgbClr val="5E27D3"/>
      </a:accent2>
      <a:accent3>
        <a:srgbClr val="2E3FE2"/>
      </a:accent3>
      <a:accent4>
        <a:srgbClr val="1C79D0"/>
      </a:accent4>
      <a:accent5>
        <a:srgbClr val="28BCC7"/>
      </a:accent5>
      <a:accent6>
        <a:srgbClr val="1AC388"/>
      </a:accent6>
      <a:hlink>
        <a:srgbClr val="3B95B1"/>
      </a:hlink>
      <a:folHlink>
        <a:srgbClr val="7F7F7F"/>
      </a:folHlink>
    </a:clrScheme>
    <a:fontScheme name="Avenir">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12</Slides>
  <Notes>12</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AccentBoxVTI</vt:lpstr>
      <vt:lpstr>Pulse-level quantum computing  of collective neutrino oscillations Presented by Kaytlin Harrison</vt:lpstr>
      <vt:lpstr>PowerPoint Presentation</vt:lpstr>
      <vt:lpstr>Neutrinos describe  supernovas</vt:lpstr>
      <vt:lpstr>Neutrino-Neutrino interactions are a challenge to study</vt:lpstr>
      <vt:lpstr>Where Quantum comes in</vt:lpstr>
      <vt:lpstr>Quantum computing uses trotterization to effectively model the time evolution of neutrinos </vt:lpstr>
      <vt:lpstr>Current quantum computers are error prone</vt:lpstr>
      <vt:lpstr>Reducing the number of gates reduces the amount of error in quantum computers</vt:lpstr>
      <vt:lpstr>PowerPoint Presentation</vt:lpstr>
      <vt:lpstr>PowerPoint Presentation</vt:lpstr>
      <vt:lpstr>Comparison of Real pulse and circuit quantum computers to known probability achieved by a classical computer</vt:lpstr>
      <vt:lpstr>Future Goals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16</cp:revision>
  <dcterms:created xsi:type="dcterms:W3CDTF">2022-08-07T02:40:16Z</dcterms:created>
  <dcterms:modified xsi:type="dcterms:W3CDTF">2022-11-28T22:37:06Z</dcterms:modified>
</cp:coreProperties>
</file>